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9"/>
  </p:notesMasterIdLst>
  <p:handoutMasterIdLst>
    <p:handoutMasterId r:id="rId13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443" r:id="rId18"/>
    <p:sldId id="444" r:id="rId19"/>
    <p:sldId id="445" r:id="rId20"/>
    <p:sldId id="504" r:id="rId21"/>
    <p:sldId id="448" r:id="rId22"/>
    <p:sldId id="506" r:id="rId23"/>
    <p:sldId id="449" r:id="rId24"/>
    <p:sldId id="507" r:id="rId25"/>
    <p:sldId id="272" r:id="rId26"/>
    <p:sldId id="508" r:id="rId27"/>
    <p:sldId id="275" r:id="rId28"/>
    <p:sldId id="276" r:id="rId29"/>
    <p:sldId id="277" r:id="rId30"/>
    <p:sldId id="278" r:id="rId31"/>
    <p:sldId id="509" r:id="rId32"/>
    <p:sldId id="456" r:id="rId33"/>
    <p:sldId id="503" r:id="rId34"/>
    <p:sldId id="286" r:id="rId35"/>
    <p:sldId id="287" r:id="rId36"/>
    <p:sldId id="288" r:id="rId37"/>
    <p:sldId id="289" r:id="rId38"/>
    <p:sldId id="464" r:id="rId39"/>
    <p:sldId id="458" r:id="rId40"/>
    <p:sldId id="459" r:id="rId41"/>
    <p:sldId id="462" r:id="rId42"/>
    <p:sldId id="460" r:id="rId43"/>
    <p:sldId id="461" r:id="rId44"/>
    <p:sldId id="524" r:id="rId45"/>
    <p:sldId id="465" r:id="rId46"/>
    <p:sldId id="525" r:id="rId47"/>
    <p:sldId id="463" r:id="rId48"/>
    <p:sldId id="466" r:id="rId49"/>
    <p:sldId id="510" r:id="rId50"/>
    <p:sldId id="526" r:id="rId51"/>
    <p:sldId id="511" r:id="rId52"/>
    <p:sldId id="527" r:id="rId53"/>
    <p:sldId id="512" r:id="rId54"/>
    <p:sldId id="528" r:id="rId55"/>
    <p:sldId id="513" r:id="rId56"/>
    <p:sldId id="529" r:id="rId57"/>
    <p:sldId id="516" r:id="rId58"/>
    <p:sldId id="570" r:id="rId59"/>
    <p:sldId id="532" r:id="rId60"/>
    <p:sldId id="571" r:id="rId61"/>
    <p:sldId id="533" r:id="rId62"/>
    <p:sldId id="517" r:id="rId63"/>
    <p:sldId id="518" r:id="rId64"/>
    <p:sldId id="479" r:id="rId65"/>
    <p:sldId id="480" r:id="rId66"/>
    <p:sldId id="481" r:id="rId67"/>
    <p:sldId id="483" r:id="rId68"/>
    <p:sldId id="530" r:id="rId69"/>
    <p:sldId id="484" r:id="rId70"/>
    <p:sldId id="485" r:id="rId71"/>
    <p:sldId id="514" r:id="rId72"/>
    <p:sldId id="519" r:id="rId73"/>
    <p:sldId id="520" r:id="rId74"/>
    <p:sldId id="523" r:id="rId75"/>
    <p:sldId id="441" r:id="rId76"/>
    <p:sldId id="487" r:id="rId77"/>
    <p:sldId id="488" r:id="rId78"/>
    <p:sldId id="534" r:id="rId79"/>
    <p:sldId id="535" r:id="rId80"/>
    <p:sldId id="536" r:id="rId81"/>
    <p:sldId id="492" r:id="rId82"/>
    <p:sldId id="493" r:id="rId83"/>
    <p:sldId id="546" r:id="rId84"/>
    <p:sldId id="538" r:id="rId85"/>
    <p:sldId id="539" r:id="rId86"/>
    <p:sldId id="540" r:id="rId87"/>
    <p:sldId id="541" r:id="rId88"/>
    <p:sldId id="499" r:id="rId89"/>
    <p:sldId id="500" r:id="rId90"/>
    <p:sldId id="501" r:id="rId91"/>
    <p:sldId id="515" r:id="rId92"/>
    <p:sldId id="542" r:id="rId93"/>
    <p:sldId id="543" r:id="rId94"/>
    <p:sldId id="556" r:id="rId95"/>
    <p:sldId id="550" r:id="rId96"/>
    <p:sldId id="549" r:id="rId97"/>
    <p:sldId id="558" r:id="rId98"/>
    <p:sldId id="560" r:id="rId99"/>
    <p:sldId id="553" r:id="rId100"/>
    <p:sldId id="572" r:id="rId101"/>
    <p:sldId id="573" r:id="rId102"/>
    <p:sldId id="574" r:id="rId103"/>
    <p:sldId id="547" r:id="rId104"/>
    <p:sldId id="555" r:id="rId105"/>
    <p:sldId id="575" r:id="rId106"/>
    <p:sldId id="576" r:id="rId107"/>
    <p:sldId id="577" r:id="rId108"/>
    <p:sldId id="578" r:id="rId109"/>
    <p:sldId id="595" r:id="rId110"/>
    <p:sldId id="579" r:id="rId111"/>
    <p:sldId id="580" r:id="rId112"/>
    <p:sldId id="596" r:id="rId113"/>
    <p:sldId id="597" r:id="rId114"/>
    <p:sldId id="588" r:id="rId115"/>
    <p:sldId id="581" r:id="rId116"/>
    <p:sldId id="582" r:id="rId117"/>
    <p:sldId id="585" r:id="rId118"/>
    <p:sldId id="586" r:id="rId119"/>
    <p:sldId id="589" r:id="rId120"/>
    <p:sldId id="590" r:id="rId121"/>
    <p:sldId id="583" r:id="rId122"/>
    <p:sldId id="584" r:id="rId123"/>
    <p:sldId id="587" r:id="rId124"/>
    <p:sldId id="591" r:id="rId125"/>
    <p:sldId id="592" r:id="rId126"/>
    <p:sldId id="593" r:id="rId127"/>
    <p:sldId id="594" r:id="rId12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8FFFD2"/>
    <a:srgbClr val="F0FFF0"/>
    <a:srgbClr val="3333FF"/>
    <a:srgbClr val="3333CC"/>
    <a:srgbClr val="009900"/>
    <a:srgbClr val="339966"/>
    <a:srgbClr val="808080"/>
    <a:srgbClr val="00FF99"/>
    <a:srgbClr val="A2CE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7" autoAdjust="0"/>
  </p:normalViewPr>
  <p:slideViewPr>
    <p:cSldViewPr>
      <p:cViewPr>
        <p:scale>
          <a:sx n="296" d="100"/>
          <a:sy n="296" d="100"/>
        </p:scale>
        <p:origin x="1056" y="-692"/>
      </p:cViewPr>
      <p:guideLst>
        <p:guide orient="horz" pos="2160"/>
        <p:guide pos="2880"/>
      </p:guideLst>
    </p:cSldViewPr>
  </p:slideViewPr>
  <p:notesTextViewPr>
    <p:cViewPr>
      <p:scale>
        <a:sx n="100" d="100"/>
        <a:sy n="100" d="100"/>
      </p:scale>
      <p:origin x="0" y="0"/>
    </p:cViewPr>
  </p:notesTextViewPr>
  <p:notesViewPr>
    <p:cSldViewPr>
      <p:cViewPr varScale="1">
        <p:scale>
          <a:sx n="79" d="100"/>
          <a:sy n="79" d="100"/>
        </p:scale>
        <p:origin x="-213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Arial" charset="0"/>
              </a:defRPr>
            </a:lvl1pPr>
          </a:lstStyle>
          <a:p>
            <a:pPr>
              <a:defRPr/>
            </a:pPr>
            <a:endParaRPr lang="en-US"/>
          </a:p>
        </p:txBody>
      </p:sp>
      <p:sp>
        <p:nvSpPr>
          <p:cNvPr id="5123" name="Rectangle 3"/>
          <p:cNvSpPr>
            <a:spLocks noGrp="1" noChangeArrowheads="1"/>
          </p:cNvSpPr>
          <p:nvPr>
            <p:ph type="dt" sz="quarter" idx="1"/>
          </p:nvPr>
        </p:nvSpPr>
        <p:spPr bwMode="auto">
          <a:xfrm>
            <a:off x="3970938"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Arial" charset="0"/>
              </a:defRPr>
            </a:lvl1pPr>
          </a:lstStyle>
          <a:p>
            <a:pPr>
              <a:defRPr/>
            </a:pPr>
            <a:endParaRPr lang="en-US"/>
          </a:p>
        </p:txBody>
      </p:sp>
      <p:sp>
        <p:nvSpPr>
          <p:cNvPr id="5124" name="Rectangle 4"/>
          <p:cNvSpPr>
            <a:spLocks noGrp="1" noChangeArrowheads="1"/>
          </p:cNvSpPr>
          <p:nvPr>
            <p:ph type="ftr" sz="quarter" idx="2"/>
          </p:nvPr>
        </p:nvSpPr>
        <p:spPr bwMode="auto">
          <a:xfrm>
            <a:off x="0"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Arial" charset="0"/>
              </a:defRPr>
            </a:lvl1pPr>
          </a:lstStyle>
          <a:p>
            <a:pPr>
              <a:defRPr/>
            </a:pPr>
            <a:endParaRPr lang="en-US"/>
          </a:p>
        </p:txBody>
      </p:sp>
      <p:sp>
        <p:nvSpPr>
          <p:cNvPr id="5125" name="Rectangle 5"/>
          <p:cNvSpPr>
            <a:spLocks noGrp="1" noChangeArrowheads="1"/>
          </p:cNvSpPr>
          <p:nvPr>
            <p:ph type="sldNum" sz="quarter" idx="3"/>
          </p:nvPr>
        </p:nvSpPr>
        <p:spPr bwMode="auto">
          <a:xfrm>
            <a:off x="3970938"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fld id="{D138701A-496A-46B1-BB64-CF1D04C3536D}" type="slidenum">
              <a:rPr lang="en-US" altLang="en-US"/>
              <a:pPr/>
              <a:t>‹#›</a:t>
            </a:fld>
            <a:endParaRPr lang="en-US" altLang="en-US"/>
          </a:p>
        </p:txBody>
      </p:sp>
    </p:spTree>
    <p:extLst>
      <p:ext uri="{BB962C8B-B14F-4D97-AF65-F5344CB8AC3E}">
        <p14:creationId xmlns:p14="http://schemas.microsoft.com/office/powerpoint/2010/main" val="2634356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Arial" charset="0"/>
              </a:defRPr>
            </a:lvl1pPr>
          </a:lstStyle>
          <a:p>
            <a:pPr>
              <a:defRPr/>
            </a:pPr>
            <a:endParaRPr lang="en-US"/>
          </a:p>
        </p:txBody>
      </p:sp>
      <p:sp>
        <p:nvSpPr>
          <p:cNvPr id="3075" name="Rectangle 3"/>
          <p:cNvSpPr>
            <a:spLocks noGrp="1" noChangeArrowheads="1"/>
          </p:cNvSpPr>
          <p:nvPr>
            <p:ph type="dt" idx="1"/>
          </p:nvPr>
        </p:nvSpPr>
        <p:spPr bwMode="auto">
          <a:xfrm>
            <a:off x="3970938"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Arial" charset="0"/>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701040" y="4415790"/>
            <a:ext cx="560832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970938"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fld id="{F3920B5C-A9E0-42F8-B0D8-18C3E21EB093}" type="slidenum">
              <a:rPr lang="en-US" altLang="en-US"/>
              <a:pPr/>
              <a:t>‹#›</a:t>
            </a:fld>
            <a:endParaRPr lang="en-US" altLang="en-US"/>
          </a:p>
        </p:txBody>
      </p:sp>
    </p:spTree>
    <p:extLst>
      <p:ext uri="{BB962C8B-B14F-4D97-AF65-F5344CB8AC3E}">
        <p14:creationId xmlns:p14="http://schemas.microsoft.com/office/powerpoint/2010/main" val="7135049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7C86CFDA-BA9A-4118-9995-01947E261DC7}" type="datetime1">
              <a:rPr lang="en-US" smtClean="0"/>
              <a:t>7/18/2026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Web Application Development</a:t>
            </a:r>
            <a:endParaRPr lang="en-US" dirty="0"/>
          </a:p>
        </p:txBody>
      </p:sp>
      <p:sp>
        <p:nvSpPr>
          <p:cNvPr id="6" name="Rectangle 6"/>
          <p:cNvSpPr>
            <a:spLocks noGrp="1" noChangeArrowheads="1"/>
          </p:cNvSpPr>
          <p:nvPr>
            <p:ph type="sldNum" sz="quarter" idx="12"/>
          </p:nvPr>
        </p:nvSpPr>
        <p:spPr>
          <a:ln/>
        </p:spPr>
        <p:txBody>
          <a:bodyPr/>
          <a:lstStyle>
            <a:lvl1pPr>
              <a:defRPr/>
            </a:lvl1pPr>
          </a:lstStyle>
          <a:p>
            <a:fld id="{12A4523E-7B4E-4306-9DD7-0C65B5C53629}" type="slidenum">
              <a:rPr lang="en-US" altLang="en-US"/>
              <a:pPr/>
              <a:t>‹#›</a:t>
            </a:fld>
            <a:endParaRPr lang="en-US" altLang="en-US"/>
          </a:p>
        </p:txBody>
      </p:sp>
    </p:spTree>
    <p:extLst>
      <p:ext uri="{BB962C8B-B14F-4D97-AF65-F5344CB8AC3E}">
        <p14:creationId xmlns:p14="http://schemas.microsoft.com/office/powerpoint/2010/main" val="3979968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90600" y="914400"/>
            <a:ext cx="80772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9C54A8A-EC83-4BC5-B48C-A23671E55882}" type="datetime1">
              <a:rPr lang="en-US" smtClean="0"/>
              <a:t>7/18/2026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Web Application Development</a:t>
            </a:r>
            <a:endParaRPr lang="en-US" dirty="0"/>
          </a:p>
        </p:txBody>
      </p:sp>
      <p:sp>
        <p:nvSpPr>
          <p:cNvPr id="6" name="Rectangle 6"/>
          <p:cNvSpPr>
            <a:spLocks noGrp="1" noChangeArrowheads="1"/>
          </p:cNvSpPr>
          <p:nvPr>
            <p:ph type="sldNum" sz="quarter" idx="12"/>
          </p:nvPr>
        </p:nvSpPr>
        <p:spPr>
          <a:ln/>
        </p:spPr>
        <p:txBody>
          <a:bodyPr/>
          <a:lstStyle>
            <a:lvl1pPr>
              <a:defRPr/>
            </a:lvl1pPr>
          </a:lstStyle>
          <a:p>
            <a:fld id="{7C5CF243-786F-4254-B068-4C9F0B6EA12F}" type="slidenum">
              <a:rPr lang="en-US" altLang="en-US"/>
              <a:pPr/>
              <a:t>‹#›</a:t>
            </a:fld>
            <a:endParaRPr lang="en-US" altLang="en-US"/>
          </a:p>
        </p:txBody>
      </p:sp>
    </p:spTree>
    <p:extLst>
      <p:ext uri="{BB962C8B-B14F-4D97-AF65-F5344CB8AC3E}">
        <p14:creationId xmlns:p14="http://schemas.microsoft.com/office/powerpoint/2010/main" val="41477264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FF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Web App Development</a:t>
            </a:r>
          </a:p>
        </p:txBody>
      </p:sp>
      <p:sp>
        <p:nvSpPr>
          <p:cNvPr id="1027" name="Rectangle 3"/>
          <p:cNvSpPr>
            <a:spLocks noGrp="1" noChangeArrowheads="1"/>
          </p:cNvSpPr>
          <p:nvPr>
            <p:ph type="body" idx="1"/>
          </p:nvPr>
        </p:nvSpPr>
        <p:spPr bwMode="auto">
          <a:xfrm>
            <a:off x="990600" y="914400"/>
            <a:ext cx="8001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1066800" y="6248400"/>
            <a:ext cx="1600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rgbClr val="339966"/>
                </a:solidFill>
                <a:latin typeface="Arial" charset="0"/>
              </a:defRPr>
            </a:lvl1pPr>
          </a:lstStyle>
          <a:p>
            <a:pPr>
              <a:defRPr/>
            </a:pPr>
            <a:fld id="{9561A2BC-730C-4E82-8855-BE79563A3DC6}" type="datetime1">
              <a:rPr lang="en-US" smtClean="0"/>
              <a:t>7/18/2026</a:t>
            </a:fld>
            <a:endParaRPr lang="en-US"/>
          </a:p>
        </p:txBody>
      </p:sp>
      <p:sp>
        <p:nvSpPr>
          <p:cNvPr id="1029" name="Rectangle 5"/>
          <p:cNvSpPr>
            <a:spLocks noGrp="1" noChangeArrowheads="1"/>
          </p:cNvSpPr>
          <p:nvPr>
            <p:ph type="ftr" sz="quarter" idx="3"/>
          </p:nvPr>
        </p:nvSpPr>
        <p:spPr bwMode="auto">
          <a:xfrm>
            <a:off x="2819400" y="6248400"/>
            <a:ext cx="45720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rgbClr val="339966"/>
                </a:solidFill>
                <a:latin typeface="Arial" charset="0"/>
              </a:defRPr>
            </a:lvl1pPr>
          </a:lstStyle>
          <a:p>
            <a:pPr>
              <a:defRPr/>
            </a:pPr>
            <a:r>
              <a:rPr lang="en-US"/>
              <a:t>Web Application Development</a:t>
            </a:r>
          </a:p>
        </p:txBody>
      </p:sp>
      <p:sp>
        <p:nvSpPr>
          <p:cNvPr id="1030" name="Rectangle 6"/>
          <p:cNvSpPr>
            <a:spLocks noGrp="1" noChangeArrowheads="1"/>
          </p:cNvSpPr>
          <p:nvPr>
            <p:ph type="sldNum" sz="quarter" idx="4"/>
          </p:nvPr>
        </p:nvSpPr>
        <p:spPr bwMode="auto">
          <a:xfrm>
            <a:off x="7543800" y="6245225"/>
            <a:ext cx="11430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rgbClr val="339966"/>
                </a:solidFill>
              </a:defRPr>
            </a:lvl1pPr>
          </a:lstStyle>
          <a:p>
            <a:fld id="{1F038FB7-3440-4982-8E15-1047A8D5B201}" type="slidenum">
              <a:rPr lang="en-US" altLang="en-US"/>
              <a:pPr/>
              <a:t>‹#›</a:t>
            </a:fld>
            <a:endParaRPr lang="en-US" altLang="en-US"/>
          </a:p>
        </p:txBody>
      </p:sp>
      <p:pic>
        <p:nvPicPr>
          <p:cNvPr id="1031" name="Picture 7" descr="j0300520"/>
          <p:cNvPicPr>
            <a:picLocks noChangeAspect="1" noChangeArrowheads="1" noCrop="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525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p:cNvSpPr>
            <a:spLocks noChangeShapeType="1"/>
          </p:cNvSpPr>
          <p:nvPr userDrawn="1"/>
        </p:nvSpPr>
        <p:spPr bwMode="auto">
          <a:xfrm>
            <a:off x="990600" y="838200"/>
            <a:ext cx="7696200" cy="0"/>
          </a:xfrm>
          <a:prstGeom prst="line">
            <a:avLst/>
          </a:prstGeom>
          <a:noFill/>
          <a:ln w="63500">
            <a:solidFill>
              <a:srgbClr val="008080"/>
            </a:solidFill>
            <a:round/>
            <a:headEnd/>
            <a:tailEnd/>
          </a:ln>
          <a:effectLst/>
        </p:spPr>
        <p:txBody>
          <a:bodyPr/>
          <a:lstStyle/>
          <a:p>
            <a:pPr>
              <a:defRPr/>
            </a:pPr>
            <a:endParaRPr lang="en-US">
              <a:latin typeface="Arial" charset="0"/>
            </a:endParaRPr>
          </a:p>
        </p:txBody>
      </p:sp>
      <p:sp>
        <p:nvSpPr>
          <p:cNvPr id="1033" name="Line 9"/>
          <p:cNvSpPr>
            <a:spLocks noChangeShapeType="1"/>
          </p:cNvSpPr>
          <p:nvPr userDrawn="1"/>
        </p:nvSpPr>
        <p:spPr bwMode="auto">
          <a:xfrm>
            <a:off x="0" y="838200"/>
            <a:ext cx="0" cy="6019800"/>
          </a:xfrm>
          <a:prstGeom prst="line">
            <a:avLst/>
          </a:prstGeom>
          <a:noFill/>
          <a:ln w="1905000">
            <a:solidFill>
              <a:srgbClr val="A2CEB1"/>
            </a:solidFill>
            <a:round/>
            <a:headEnd/>
            <a:tailEnd/>
          </a:ln>
          <a:effectLst/>
        </p:spPr>
        <p:txBody>
          <a:bodyPr/>
          <a:lstStyle/>
          <a:p>
            <a:pPr>
              <a:defRPr/>
            </a:pPr>
            <a:endParaRPr lang="en-US">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ctr" rtl="0" eaLnBrk="0" fontAlgn="base" hangingPunct="0">
        <a:spcBef>
          <a:spcPct val="0"/>
        </a:spcBef>
        <a:spcAft>
          <a:spcPct val="0"/>
        </a:spcAft>
        <a:defRPr sz="3600">
          <a:solidFill>
            <a:srgbClr val="339966"/>
          </a:solidFill>
          <a:latin typeface="+mj-lt"/>
          <a:ea typeface="+mj-ea"/>
          <a:cs typeface="+mj-cs"/>
        </a:defRPr>
      </a:lvl1pPr>
      <a:lvl2pPr algn="ctr" rtl="0" eaLnBrk="0" fontAlgn="base" hangingPunct="0">
        <a:spcBef>
          <a:spcPct val="0"/>
        </a:spcBef>
        <a:spcAft>
          <a:spcPct val="0"/>
        </a:spcAft>
        <a:defRPr sz="3600">
          <a:solidFill>
            <a:srgbClr val="339966"/>
          </a:solidFill>
          <a:latin typeface="Arial" charset="0"/>
        </a:defRPr>
      </a:lvl2pPr>
      <a:lvl3pPr algn="ctr" rtl="0" eaLnBrk="0" fontAlgn="base" hangingPunct="0">
        <a:spcBef>
          <a:spcPct val="0"/>
        </a:spcBef>
        <a:spcAft>
          <a:spcPct val="0"/>
        </a:spcAft>
        <a:defRPr sz="3600">
          <a:solidFill>
            <a:srgbClr val="339966"/>
          </a:solidFill>
          <a:latin typeface="Arial" charset="0"/>
        </a:defRPr>
      </a:lvl3pPr>
      <a:lvl4pPr algn="ctr" rtl="0" eaLnBrk="0" fontAlgn="base" hangingPunct="0">
        <a:spcBef>
          <a:spcPct val="0"/>
        </a:spcBef>
        <a:spcAft>
          <a:spcPct val="0"/>
        </a:spcAft>
        <a:defRPr sz="3600">
          <a:solidFill>
            <a:srgbClr val="339966"/>
          </a:solidFill>
          <a:latin typeface="Arial" charset="0"/>
        </a:defRPr>
      </a:lvl4pPr>
      <a:lvl5pPr algn="ctr" rtl="0" eaLnBrk="0" fontAlgn="base" hangingPunct="0">
        <a:spcBef>
          <a:spcPct val="0"/>
        </a:spcBef>
        <a:spcAft>
          <a:spcPct val="0"/>
        </a:spcAft>
        <a:defRPr sz="3600">
          <a:solidFill>
            <a:srgbClr val="339966"/>
          </a:solidFill>
          <a:latin typeface="Arial" charset="0"/>
        </a:defRPr>
      </a:lvl5pPr>
      <a:lvl6pPr marL="457200" algn="ctr" rtl="0" fontAlgn="base">
        <a:spcBef>
          <a:spcPct val="0"/>
        </a:spcBef>
        <a:spcAft>
          <a:spcPct val="0"/>
        </a:spcAft>
        <a:defRPr sz="3600">
          <a:solidFill>
            <a:srgbClr val="339966"/>
          </a:solidFill>
          <a:latin typeface="Arial" charset="0"/>
        </a:defRPr>
      </a:lvl6pPr>
      <a:lvl7pPr marL="914400" algn="ctr" rtl="0" fontAlgn="base">
        <a:spcBef>
          <a:spcPct val="0"/>
        </a:spcBef>
        <a:spcAft>
          <a:spcPct val="0"/>
        </a:spcAft>
        <a:defRPr sz="3600">
          <a:solidFill>
            <a:srgbClr val="339966"/>
          </a:solidFill>
          <a:latin typeface="Arial" charset="0"/>
        </a:defRPr>
      </a:lvl7pPr>
      <a:lvl8pPr marL="1371600" algn="ctr" rtl="0" fontAlgn="base">
        <a:spcBef>
          <a:spcPct val="0"/>
        </a:spcBef>
        <a:spcAft>
          <a:spcPct val="0"/>
        </a:spcAft>
        <a:defRPr sz="3600">
          <a:solidFill>
            <a:srgbClr val="339966"/>
          </a:solidFill>
          <a:latin typeface="Arial" charset="0"/>
        </a:defRPr>
      </a:lvl8pPr>
      <a:lvl9pPr marL="1828800" algn="ctr" rtl="0" fontAlgn="base">
        <a:spcBef>
          <a:spcPct val="0"/>
        </a:spcBef>
        <a:spcAft>
          <a:spcPct val="0"/>
        </a:spcAft>
        <a:defRPr sz="3600">
          <a:solidFill>
            <a:srgbClr val="339966"/>
          </a:solidFill>
          <a:latin typeface="Arial" charset="0"/>
        </a:defRPr>
      </a:lvl9pPr>
    </p:titleStyle>
    <p:bodyStyle>
      <a:lvl1pPr marL="342900" indent="-342900" algn="l" rtl="0" eaLnBrk="0" fontAlgn="base" hangingPunct="0">
        <a:spcBef>
          <a:spcPct val="20000"/>
        </a:spcBef>
        <a:spcAft>
          <a:spcPct val="0"/>
        </a:spcAft>
        <a:buFont typeface="Wingdings" panose="05000000000000000000" pitchFamily="2" charset="2"/>
        <a:buChar char="q"/>
        <a:defRPr sz="2400">
          <a:solidFill>
            <a:srgbClr val="006600"/>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Ø"/>
        <a:defRPr sz="2400">
          <a:solidFill>
            <a:srgbClr val="006600"/>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rgbClr val="006600"/>
          </a:solidFill>
          <a:latin typeface="+mn-lt"/>
        </a:defRPr>
      </a:lvl3pPr>
      <a:lvl4pPr marL="1600200" indent="-228600" algn="l" rtl="0" eaLnBrk="0" fontAlgn="base" hangingPunct="0">
        <a:spcBef>
          <a:spcPct val="20000"/>
        </a:spcBef>
        <a:spcAft>
          <a:spcPct val="0"/>
        </a:spcAft>
        <a:buChar char="•"/>
        <a:defRPr sz="2400">
          <a:solidFill>
            <a:srgbClr val="006600"/>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400">
          <a:solidFill>
            <a:srgbClr val="006600"/>
          </a:solidFill>
          <a:latin typeface="+mn-lt"/>
        </a:defRPr>
      </a:lvl5pPr>
      <a:lvl6pPr marL="2514600" indent="-228600" algn="l" rtl="0" fontAlgn="base">
        <a:spcBef>
          <a:spcPct val="20000"/>
        </a:spcBef>
        <a:spcAft>
          <a:spcPct val="0"/>
        </a:spcAft>
        <a:buFont typeface="Arial" charset="0"/>
        <a:buChar char="–"/>
        <a:defRPr sz="2400">
          <a:solidFill>
            <a:srgbClr val="006600"/>
          </a:solidFill>
          <a:latin typeface="+mn-lt"/>
        </a:defRPr>
      </a:lvl6pPr>
      <a:lvl7pPr marL="2971800" indent="-228600" algn="l" rtl="0" fontAlgn="base">
        <a:spcBef>
          <a:spcPct val="20000"/>
        </a:spcBef>
        <a:spcAft>
          <a:spcPct val="0"/>
        </a:spcAft>
        <a:buFont typeface="Arial" charset="0"/>
        <a:buChar char="–"/>
        <a:defRPr sz="2400">
          <a:solidFill>
            <a:srgbClr val="006600"/>
          </a:solidFill>
          <a:latin typeface="+mn-lt"/>
        </a:defRPr>
      </a:lvl7pPr>
      <a:lvl8pPr marL="3429000" indent="-228600" algn="l" rtl="0" fontAlgn="base">
        <a:spcBef>
          <a:spcPct val="20000"/>
        </a:spcBef>
        <a:spcAft>
          <a:spcPct val="0"/>
        </a:spcAft>
        <a:buFont typeface="Arial" charset="0"/>
        <a:buChar char="–"/>
        <a:defRPr sz="2400">
          <a:solidFill>
            <a:srgbClr val="006600"/>
          </a:solidFill>
          <a:latin typeface="+mn-lt"/>
        </a:defRPr>
      </a:lvl8pPr>
      <a:lvl9pPr marL="3886200" indent="-228600" algn="l" rtl="0" fontAlgn="base">
        <a:spcBef>
          <a:spcPct val="20000"/>
        </a:spcBef>
        <a:spcAft>
          <a:spcPct val="0"/>
        </a:spcAft>
        <a:buFont typeface="Arial" charset="0"/>
        <a:buChar char="–"/>
        <a:defRPr sz="2400">
          <a:solidFill>
            <a:srgbClr val="0066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ctrTitle"/>
          </p:nvPr>
        </p:nvSpPr>
        <p:spPr>
          <a:xfrm>
            <a:off x="990600" y="0"/>
            <a:ext cx="7696200" cy="762000"/>
          </a:xfrm>
        </p:spPr>
        <p:txBody>
          <a:bodyPr/>
          <a:lstStyle/>
          <a:p>
            <a:pPr eaLnBrk="1" hangingPunct="1"/>
            <a:r>
              <a:rPr lang="en-US" altLang="en-US" dirty="0"/>
              <a:t>Web Application Development</a:t>
            </a:r>
          </a:p>
        </p:txBody>
      </p:sp>
      <p:sp>
        <p:nvSpPr>
          <p:cNvPr id="2054" name="WordArt 7" descr="Paper bag"/>
          <p:cNvSpPr>
            <a:spLocks noChangeArrowheads="1" noChangeShapeType="1" noTextEdit="1"/>
          </p:cNvSpPr>
          <p:nvPr/>
        </p:nvSpPr>
        <p:spPr bwMode="auto">
          <a:xfrm>
            <a:off x="1828800" y="2743200"/>
            <a:ext cx="5562600" cy="1708150"/>
          </a:xfrm>
          <a:prstGeom prst="rect">
            <a:avLst/>
          </a:prstGeom>
        </p:spPr>
        <p:txBody>
          <a:bodyPr wrap="none" fromWordArt="1">
            <a:prstTxWarp prst="textPlain">
              <a:avLst>
                <a:gd name="adj" fmla="val 49423"/>
              </a:avLst>
            </a:prstTxWarp>
          </a:bodyPr>
          <a:lstStyle/>
          <a:p>
            <a:pPr algn="ctr"/>
            <a:r>
              <a:rPr lang="en-US" sz="3600" kern="10" dirty="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panose="02020603050405020304" pitchFamily="18" charset="0"/>
                <a:cs typeface="Times New Roman" panose="02020603050405020304" pitchFamily="18" charset="0"/>
              </a:rPr>
              <a:t>COMP-229</a:t>
            </a:r>
          </a:p>
          <a:p>
            <a:pPr algn="ctr"/>
            <a:endParaRPr lang="en-US" sz="3600" kern="10" dirty="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E3868-3510-8CB8-A40A-1697EC41D0CC}"/>
              </a:ext>
            </a:extLst>
          </p:cNvPr>
          <p:cNvSpPr>
            <a:spLocks noGrp="1"/>
          </p:cNvSpPr>
          <p:nvPr>
            <p:ph type="title"/>
          </p:nvPr>
        </p:nvSpPr>
        <p:spPr>
          <a:xfrm>
            <a:off x="914400" y="-1"/>
            <a:ext cx="7848600" cy="6245225"/>
          </a:xfrm>
        </p:spPr>
        <p:txBody>
          <a:bodyPr/>
          <a:lstStyle/>
          <a:p>
            <a:r>
              <a:rPr lang="en-US" dirty="0"/>
              <a:t>Exercising MERN Skills with an  Online Marketplace</a:t>
            </a:r>
          </a:p>
        </p:txBody>
      </p:sp>
      <p:sp>
        <p:nvSpPr>
          <p:cNvPr id="4" name="Date Placeholder 3">
            <a:extLst>
              <a:ext uri="{FF2B5EF4-FFF2-40B4-BE49-F238E27FC236}">
                <a16:creationId xmlns:a16="http://schemas.microsoft.com/office/drawing/2014/main" id="{534F1C59-EF71-A79C-8434-78CF97727CB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E41DA9B-1407-85CC-82CF-0FAC079B19D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F61C946-FE5E-B1F9-ADEA-F87331CA0843}"/>
              </a:ext>
            </a:extLst>
          </p:cNvPr>
          <p:cNvSpPr>
            <a:spLocks noGrp="1"/>
          </p:cNvSpPr>
          <p:nvPr>
            <p:ph type="sldNum" sz="quarter" idx="12"/>
          </p:nvPr>
        </p:nvSpPr>
        <p:spPr/>
        <p:txBody>
          <a:bodyPr/>
          <a:lstStyle/>
          <a:p>
            <a:fld id="{7C5CF243-786F-4254-B068-4C9F0B6EA12F}" type="slidenum">
              <a:rPr lang="en-US" altLang="en-US" smtClean="0"/>
              <a:pPr/>
              <a:t>2</a:t>
            </a:fld>
            <a:endParaRPr lang="en-US" altLang="en-US"/>
          </a:p>
        </p:txBody>
      </p:sp>
    </p:spTree>
    <p:extLst>
      <p:ext uri="{BB962C8B-B14F-4D97-AF65-F5344CB8AC3E}">
        <p14:creationId xmlns:p14="http://schemas.microsoft.com/office/powerpoint/2010/main" val="1689104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1D0A-4758-A9B0-F24A-40F9628C5E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1F0B03-BEAE-7171-D2CA-AAC7416965C2}"/>
              </a:ext>
            </a:extLst>
          </p:cNvPr>
          <p:cNvSpPr>
            <a:spLocks noGrp="1"/>
          </p:cNvSpPr>
          <p:nvPr>
            <p:ph idx="1"/>
          </p:nvPr>
        </p:nvSpPr>
        <p:spPr/>
        <p:txBody>
          <a:bodyPr/>
          <a:lstStyle/>
          <a:p>
            <a:r>
              <a:rPr lang="en-US" dirty="0"/>
              <a:t>For our first real-world MERN application, we will modify the MERN skeleton application we developed in Building a Backend with MongoDB, Express, and Node, and Adding a React Frontend to Complete MERN, to build an  Online Marketplace While doing this, </a:t>
            </a:r>
          </a:p>
          <a:p>
            <a:r>
              <a:rPr lang="en-US" dirty="0"/>
              <a:t>you will learn how to extend the integration of the MERN stack technologies and add new features to grow your own full-stack web applications.</a:t>
            </a:r>
          </a:p>
          <a:p>
            <a:endParaRPr lang="en-US" dirty="0"/>
          </a:p>
        </p:txBody>
      </p:sp>
      <p:sp>
        <p:nvSpPr>
          <p:cNvPr id="4" name="Date Placeholder 3">
            <a:extLst>
              <a:ext uri="{FF2B5EF4-FFF2-40B4-BE49-F238E27FC236}">
                <a16:creationId xmlns:a16="http://schemas.microsoft.com/office/drawing/2014/main" id="{E777DF70-0F09-709B-F046-A84FD83A371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E1E4F59-E691-11EB-4AF5-C883D19E08D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E6A1CC3-719E-284A-6158-B7EB9B503171}"/>
              </a:ext>
            </a:extLst>
          </p:cNvPr>
          <p:cNvSpPr>
            <a:spLocks noGrp="1"/>
          </p:cNvSpPr>
          <p:nvPr>
            <p:ph type="sldNum" sz="quarter" idx="12"/>
          </p:nvPr>
        </p:nvSpPr>
        <p:spPr/>
        <p:txBody>
          <a:bodyPr/>
          <a:lstStyle/>
          <a:p>
            <a:fld id="{7C5CF243-786F-4254-B068-4C9F0B6EA12F}" type="slidenum">
              <a:rPr lang="en-US" altLang="en-US" smtClean="0"/>
              <a:pPr/>
              <a:t>3</a:t>
            </a:fld>
            <a:endParaRPr lang="en-US" altLang="en-US"/>
          </a:p>
        </p:txBody>
      </p:sp>
    </p:spTree>
    <p:extLst>
      <p:ext uri="{BB962C8B-B14F-4D97-AF65-F5344CB8AC3E}">
        <p14:creationId xmlns:p14="http://schemas.microsoft.com/office/powerpoint/2010/main" val="2326364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DD78-2BFC-72E5-CD84-79134FE996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DE640F-5E9F-2B3C-27E5-ACB213BAD8C6}"/>
              </a:ext>
            </a:extLst>
          </p:cNvPr>
          <p:cNvSpPr>
            <a:spLocks noGrp="1"/>
          </p:cNvSpPr>
          <p:nvPr>
            <p:ph idx="1"/>
          </p:nvPr>
        </p:nvSpPr>
        <p:spPr/>
        <p:txBody>
          <a:bodyPr/>
          <a:lstStyle/>
          <a:p>
            <a:r>
              <a:rPr lang="en-US" dirty="0"/>
              <a:t>With more business being conducted over the internet than ever before, the ability to buy and sell in an online marketplace setting has become a core requirement for </a:t>
            </a:r>
          </a:p>
          <a:p>
            <a:r>
              <a:rPr lang="en-US" dirty="0"/>
              <a:t>many web platforms. </a:t>
            </a:r>
          </a:p>
          <a:p>
            <a:r>
              <a:rPr lang="en-US" dirty="0"/>
              <a:t>we will utilize the MERN stack technologies to develop an online marketplace application complete with features that enable users to buy and sell.</a:t>
            </a:r>
          </a:p>
          <a:p>
            <a:r>
              <a:rPr lang="en-US" dirty="0"/>
              <a:t>We will build out everything from simple to advanced features for this application, starting in with a reiteration of the full-stack development lessons learned in previously to set up a base for the marketplace platform. </a:t>
            </a:r>
          </a:p>
        </p:txBody>
      </p:sp>
      <p:sp>
        <p:nvSpPr>
          <p:cNvPr id="4" name="Date Placeholder 3">
            <a:extLst>
              <a:ext uri="{FF2B5EF4-FFF2-40B4-BE49-F238E27FC236}">
                <a16:creationId xmlns:a16="http://schemas.microsoft.com/office/drawing/2014/main" id="{26130F8C-007C-865B-1FAA-91B7954B50D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CEAD5F2B-AC54-A6C6-6BD2-49234898A370}"/>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6F101A2-929D-E0EA-7A90-8353DA831474}"/>
              </a:ext>
            </a:extLst>
          </p:cNvPr>
          <p:cNvSpPr>
            <a:spLocks noGrp="1"/>
          </p:cNvSpPr>
          <p:nvPr>
            <p:ph type="sldNum" sz="quarter" idx="12"/>
          </p:nvPr>
        </p:nvSpPr>
        <p:spPr/>
        <p:txBody>
          <a:bodyPr/>
          <a:lstStyle/>
          <a:p>
            <a:fld id="{7C5CF243-786F-4254-B068-4C9F0B6EA12F}" type="slidenum">
              <a:rPr lang="en-US" altLang="en-US" smtClean="0"/>
              <a:pPr/>
              <a:t>4</a:t>
            </a:fld>
            <a:endParaRPr lang="en-US" altLang="en-US"/>
          </a:p>
        </p:txBody>
      </p:sp>
    </p:spTree>
    <p:extLst>
      <p:ext uri="{BB962C8B-B14F-4D97-AF65-F5344CB8AC3E}">
        <p14:creationId xmlns:p14="http://schemas.microsoft.com/office/powerpoint/2010/main" val="2754783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1E42B-F977-BBC4-7D3B-CD7E2C742A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DA0FCA-00A3-47AA-5716-D5A7C4BBEB40}"/>
              </a:ext>
            </a:extLst>
          </p:cNvPr>
          <p:cNvSpPr>
            <a:spLocks noGrp="1"/>
          </p:cNvSpPr>
          <p:nvPr>
            <p:ph idx="1"/>
          </p:nvPr>
        </p:nvSpPr>
        <p:spPr/>
        <p:txBody>
          <a:bodyPr/>
          <a:lstStyle/>
          <a:p>
            <a:r>
              <a:rPr lang="en-US" dirty="0"/>
              <a:t>We will be extending the MERN skeleton application with support for seller accounts and shops with products, to incrementally integrate marketplace functionalities such as product search and suggestions. </a:t>
            </a:r>
          </a:p>
          <a:p>
            <a:r>
              <a:rPr lang="en-US" dirty="0"/>
              <a:t>By the end you will have a better grasp of how to extend, integrate, and combine the different aspects of full-stack implementations to add complex features to your applications.</a:t>
            </a:r>
          </a:p>
          <a:p>
            <a:endParaRPr lang="en-US" dirty="0"/>
          </a:p>
        </p:txBody>
      </p:sp>
      <p:sp>
        <p:nvSpPr>
          <p:cNvPr id="4" name="Date Placeholder 3">
            <a:extLst>
              <a:ext uri="{FF2B5EF4-FFF2-40B4-BE49-F238E27FC236}">
                <a16:creationId xmlns:a16="http://schemas.microsoft.com/office/drawing/2014/main" id="{5D92AF41-B803-4E79-7081-0E9C47C9E18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F089981-1F58-B066-A12D-4FA1CA87A90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B186744-D621-7EE8-AEFC-B992A722D743}"/>
              </a:ext>
            </a:extLst>
          </p:cNvPr>
          <p:cNvSpPr>
            <a:spLocks noGrp="1"/>
          </p:cNvSpPr>
          <p:nvPr>
            <p:ph type="sldNum" sz="quarter" idx="12"/>
          </p:nvPr>
        </p:nvSpPr>
        <p:spPr/>
        <p:txBody>
          <a:bodyPr/>
          <a:lstStyle/>
          <a:p>
            <a:fld id="{7C5CF243-786F-4254-B068-4C9F0B6EA12F}" type="slidenum">
              <a:rPr lang="en-US" altLang="en-US" smtClean="0"/>
              <a:pPr/>
              <a:t>5</a:t>
            </a:fld>
            <a:endParaRPr lang="en-US" altLang="en-US"/>
          </a:p>
        </p:txBody>
      </p:sp>
    </p:spTree>
    <p:extLst>
      <p:ext uri="{BB962C8B-B14F-4D97-AF65-F5344CB8AC3E}">
        <p14:creationId xmlns:p14="http://schemas.microsoft.com/office/powerpoint/2010/main" val="176481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1385-3BF1-D64E-EF5B-461ABC3ECC3A}"/>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E8A808B5-1EEC-FA38-B75B-1F4DEC4A6049}"/>
              </a:ext>
            </a:extLst>
          </p:cNvPr>
          <p:cNvSpPr>
            <a:spLocks noGrp="1"/>
          </p:cNvSpPr>
          <p:nvPr>
            <p:ph idx="1"/>
          </p:nvPr>
        </p:nvSpPr>
        <p:spPr/>
        <p:txBody>
          <a:bodyPr/>
          <a:lstStyle/>
          <a:p>
            <a:r>
              <a:rPr lang="en-US" dirty="0"/>
              <a:t>we will start building the online marketplace by covering the </a:t>
            </a:r>
          </a:p>
          <a:p>
            <a:pPr marL="0" indent="0">
              <a:buNone/>
            </a:pPr>
            <a:r>
              <a:rPr lang="en-US" dirty="0"/>
              <a:t>following topics:</a:t>
            </a:r>
          </a:p>
          <a:p>
            <a:r>
              <a:rPr lang="en-US" dirty="0"/>
              <a:t>Introducing the MERN Marketplace app </a:t>
            </a:r>
          </a:p>
          <a:p>
            <a:r>
              <a:rPr lang="en-US" dirty="0"/>
              <a:t>Users with seller accounts</a:t>
            </a:r>
          </a:p>
          <a:p>
            <a:r>
              <a:rPr lang="en-US" dirty="0"/>
              <a:t>Adding shops to the marketplace </a:t>
            </a:r>
          </a:p>
          <a:p>
            <a:r>
              <a:rPr lang="en-US" dirty="0"/>
              <a:t>Adding products to shops</a:t>
            </a:r>
          </a:p>
          <a:p>
            <a:r>
              <a:rPr lang="en-US" dirty="0"/>
              <a:t>Searching for products by name and category</a:t>
            </a:r>
          </a:p>
        </p:txBody>
      </p:sp>
      <p:sp>
        <p:nvSpPr>
          <p:cNvPr id="4" name="Date Placeholder 3">
            <a:extLst>
              <a:ext uri="{FF2B5EF4-FFF2-40B4-BE49-F238E27FC236}">
                <a16:creationId xmlns:a16="http://schemas.microsoft.com/office/drawing/2014/main" id="{F17F5F88-8C69-C53F-7AC5-13F2DD7F1E7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354746BD-FE12-F112-4420-970D83CD637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B846A2B-D124-8F68-C277-2534EC2415BD}"/>
              </a:ext>
            </a:extLst>
          </p:cNvPr>
          <p:cNvSpPr>
            <a:spLocks noGrp="1"/>
          </p:cNvSpPr>
          <p:nvPr>
            <p:ph type="sldNum" sz="quarter" idx="12"/>
          </p:nvPr>
        </p:nvSpPr>
        <p:spPr/>
        <p:txBody>
          <a:bodyPr/>
          <a:lstStyle/>
          <a:p>
            <a:fld id="{7C5CF243-786F-4254-B068-4C9F0B6EA12F}" type="slidenum">
              <a:rPr lang="en-US" altLang="en-US" smtClean="0"/>
              <a:pPr/>
              <a:t>6</a:t>
            </a:fld>
            <a:endParaRPr lang="en-US" altLang="en-US"/>
          </a:p>
        </p:txBody>
      </p:sp>
    </p:spTree>
    <p:extLst>
      <p:ext uri="{BB962C8B-B14F-4D97-AF65-F5344CB8AC3E}">
        <p14:creationId xmlns:p14="http://schemas.microsoft.com/office/powerpoint/2010/main" val="618082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563B6-D05E-2F19-6C99-E1EEFD3B3004}"/>
              </a:ext>
            </a:extLst>
          </p:cNvPr>
          <p:cNvSpPr>
            <a:spLocks noGrp="1"/>
          </p:cNvSpPr>
          <p:nvPr>
            <p:ph type="title"/>
          </p:nvPr>
        </p:nvSpPr>
        <p:spPr/>
        <p:txBody>
          <a:bodyPr/>
          <a:lstStyle/>
          <a:p>
            <a:r>
              <a:rPr lang="en-US" dirty="0"/>
              <a:t>Introducing the MERN Marketplace </a:t>
            </a:r>
            <a:br>
              <a:rPr lang="en-US" dirty="0"/>
            </a:br>
            <a:r>
              <a:rPr lang="en-US" dirty="0"/>
              <a:t>app</a:t>
            </a:r>
          </a:p>
        </p:txBody>
      </p:sp>
      <p:sp>
        <p:nvSpPr>
          <p:cNvPr id="3" name="Content Placeholder 2">
            <a:extLst>
              <a:ext uri="{FF2B5EF4-FFF2-40B4-BE49-F238E27FC236}">
                <a16:creationId xmlns:a16="http://schemas.microsoft.com/office/drawing/2014/main" id="{4D0A03EF-0F06-7107-7E35-BEEB13F55E05}"/>
              </a:ext>
            </a:extLst>
          </p:cNvPr>
          <p:cNvSpPr>
            <a:spLocks noGrp="1"/>
          </p:cNvSpPr>
          <p:nvPr>
            <p:ph idx="1"/>
          </p:nvPr>
        </p:nvSpPr>
        <p:spPr/>
        <p:txBody>
          <a:bodyPr/>
          <a:lstStyle/>
          <a:p>
            <a:r>
              <a:rPr lang="en-US" dirty="0"/>
              <a:t>The MERN Marketplace application will allow users to become sellers, who can manage multiple shops and add the products they want to sell in each shop. </a:t>
            </a:r>
          </a:p>
          <a:p>
            <a:r>
              <a:rPr lang="en-US" dirty="0"/>
              <a:t>Users who visit MERN Marketplace will be able to search for and browse products they want to buy and add products to their shopping cart to place an order. </a:t>
            </a:r>
          </a:p>
          <a:p>
            <a:r>
              <a:rPr lang="en-US" dirty="0"/>
              <a:t>The resulting marketplace application will look as pictured in the following screenshot:</a:t>
            </a:r>
          </a:p>
        </p:txBody>
      </p:sp>
      <p:sp>
        <p:nvSpPr>
          <p:cNvPr id="4" name="Date Placeholder 3">
            <a:extLst>
              <a:ext uri="{FF2B5EF4-FFF2-40B4-BE49-F238E27FC236}">
                <a16:creationId xmlns:a16="http://schemas.microsoft.com/office/drawing/2014/main" id="{8F585983-3012-6166-BCD8-FFA60F92BAE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0A4118C-444A-FD21-D63B-274154FA8F1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BB175A2-A23A-99AD-390C-B5F9089F7241}"/>
              </a:ext>
            </a:extLst>
          </p:cNvPr>
          <p:cNvSpPr>
            <a:spLocks noGrp="1"/>
          </p:cNvSpPr>
          <p:nvPr>
            <p:ph type="sldNum" sz="quarter" idx="12"/>
          </p:nvPr>
        </p:nvSpPr>
        <p:spPr/>
        <p:txBody>
          <a:bodyPr/>
          <a:lstStyle/>
          <a:p>
            <a:fld id="{7C5CF243-786F-4254-B068-4C9F0B6EA12F}" type="slidenum">
              <a:rPr lang="en-US" altLang="en-US" smtClean="0"/>
              <a:pPr/>
              <a:t>7</a:t>
            </a:fld>
            <a:endParaRPr lang="en-US" altLang="en-US"/>
          </a:p>
        </p:txBody>
      </p:sp>
    </p:spTree>
    <p:extLst>
      <p:ext uri="{BB962C8B-B14F-4D97-AF65-F5344CB8AC3E}">
        <p14:creationId xmlns:p14="http://schemas.microsoft.com/office/powerpoint/2010/main" val="275227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5B21-2113-432B-F6A1-A91A477E364A}"/>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6917A523-C215-6FDA-AE09-12AC655E8B16}"/>
              </a:ext>
            </a:extLst>
          </p:cNvPr>
          <p:cNvPicPr>
            <a:picLocks noGrp="1" noChangeAspect="1"/>
          </p:cNvPicPr>
          <p:nvPr>
            <p:ph idx="1"/>
          </p:nvPr>
        </p:nvPicPr>
        <p:blipFill>
          <a:blip r:embed="rId2"/>
          <a:stretch>
            <a:fillRect/>
          </a:stretch>
        </p:blipFill>
        <p:spPr>
          <a:xfrm>
            <a:off x="990600" y="838200"/>
            <a:ext cx="8077200" cy="5407025"/>
          </a:xfrm>
        </p:spPr>
      </p:pic>
      <p:sp>
        <p:nvSpPr>
          <p:cNvPr id="4" name="Date Placeholder 3">
            <a:extLst>
              <a:ext uri="{FF2B5EF4-FFF2-40B4-BE49-F238E27FC236}">
                <a16:creationId xmlns:a16="http://schemas.microsoft.com/office/drawing/2014/main" id="{4F4906BB-8A75-E124-2F2F-0F4C1E7D16E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B9BC3AB-747C-EC42-EB59-10E27894DCB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A27C0EF-1310-6BA4-1C2F-4EF63AB89B42}"/>
              </a:ext>
            </a:extLst>
          </p:cNvPr>
          <p:cNvSpPr>
            <a:spLocks noGrp="1"/>
          </p:cNvSpPr>
          <p:nvPr>
            <p:ph type="sldNum" sz="quarter" idx="12"/>
          </p:nvPr>
        </p:nvSpPr>
        <p:spPr/>
        <p:txBody>
          <a:bodyPr/>
          <a:lstStyle/>
          <a:p>
            <a:fld id="{7C5CF243-786F-4254-B068-4C9F0B6EA12F}" type="slidenum">
              <a:rPr lang="en-US" altLang="en-US" smtClean="0"/>
              <a:pPr/>
              <a:t>8</a:t>
            </a:fld>
            <a:endParaRPr lang="en-US" altLang="en-US"/>
          </a:p>
        </p:txBody>
      </p:sp>
    </p:spTree>
    <p:extLst>
      <p:ext uri="{BB962C8B-B14F-4D97-AF65-F5344CB8AC3E}">
        <p14:creationId xmlns:p14="http://schemas.microsoft.com/office/powerpoint/2010/main" val="2330609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DC1A-F732-87E7-B829-6431719940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7BF849-A63B-890A-E417-461090A85B33}"/>
              </a:ext>
            </a:extLst>
          </p:cNvPr>
          <p:cNvSpPr>
            <a:spLocks noGrp="1"/>
          </p:cNvSpPr>
          <p:nvPr>
            <p:ph idx="1"/>
          </p:nvPr>
        </p:nvSpPr>
        <p:spPr/>
        <p:txBody>
          <a:bodyPr/>
          <a:lstStyle/>
          <a:p>
            <a:r>
              <a:rPr lang="en-US" dirty="0"/>
              <a:t>we will extend the MERN skeleton to build a simple version of the </a:t>
            </a:r>
          </a:p>
          <a:p>
            <a:r>
              <a:rPr lang="en-US" dirty="0"/>
              <a:t>online marketplace, starting with the following features:</a:t>
            </a:r>
          </a:p>
          <a:p>
            <a:r>
              <a:rPr lang="en-US" dirty="0"/>
              <a:t>Users with seller accounts</a:t>
            </a:r>
          </a:p>
          <a:p>
            <a:r>
              <a:rPr lang="en-US" dirty="0"/>
              <a:t>Shop management </a:t>
            </a:r>
          </a:p>
          <a:p>
            <a:r>
              <a:rPr lang="en-US" dirty="0"/>
              <a:t>Product management</a:t>
            </a:r>
          </a:p>
          <a:p>
            <a:r>
              <a:rPr lang="en-US" dirty="0"/>
              <a:t>Product search by name and category</a:t>
            </a:r>
          </a:p>
          <a:p>
            <a:r>
              <a:rPr lang="en-US" dirty="0"/>
              <a:t>The views needed for these features related to seller accounts, shops, and products will be developed by extending and modifying the existing React components in the MERN skeleton application. </a:t>
            </a:r>
          </a:p>
        </p:txBody>
      </p:sp>
      <p:sp>
        <p:nvSpPr>
          <p:cNvPr id="4" name="Date Placeholder 3">
            <a:extLst>
              <a:ext uri="{FF2B5EF4-FFF2-40B4-BE49-F238E27FC236}">
                <a16:creationId xmlns:a16="http://schemas.microsoft.com/office/drawing/2014/main" id="{2742C85F-DC52-53F2-B98C-7134A9AF841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BDFBAD4-9D37-D878-4332-973C513FC2E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4BFF775-75F7-D0A9-0754-014CC26A64FA}"/>
              </a:ext>
            </a:extLst>
          </p:cNvPr>
          <p:cNvSpPr>
            <a:spLocks noGrp="1"/>
          </p:cNvSpPr>
          <p:nvPr>
            <p:ph type="sldNum" sz="quarter" idx="12"/>
          </p:nvPr>
        </p:nvSpPr>
        <p:spPr/>
        <p:txBody>
          <a:bodyPr/>
          <a:lstStyle/>
          <a:p>
            <a:fld id="{7C5CF243-786F-4254-B068-4C9F0B6EA12F}" type="slidenum">
              <a:rPr lang="en-US" altLang="en-US" smtClean="0"/>
              <a:pPr/>
              <a:t>9</a:t>
            </a:fld>
            <a:endParaRPr lang="en-US" altLang="en-US"/>
          </a:p>
        </p:txBody>
      </p:sp>
    </p:spTree>
    <p:extLst>
      <p:ext uri="{BB962C8B-B14F-4D97-AF65-F5344CB8AC3E}">
        <p14:creationId xmlns:p14="http://schemas.microsoft.com/office/powerpoint/2010/main" val="267401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B0CF3-6891-041D-81FD-2323E8E529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A2A353-6370-6997-8E5B-0AE54832CBE0}"/>
              </a:ext>
            </a:extLst>
          </p:cNvPr>
          <p:cNvSpPr>
            <a:spLocks noGrp="1"/>
          </p:cNvSpPr>
          <p:nvPr>
            <p:ph idx="1"/>
          </p:nvPr>
        </p:nvSpPr>
        <p:spPr/>
        <p:txBody>
          <a:bodyPr/>
          <a:lstStyle/>
          <a:p>
            <a:r>
              <a:rPr lang="en-US" dirty="0"/>
              <a:t>The component tree pictured next shows all the custom React components that make up the MERN Marketplace frontend developed in this section:</a:t>
            </a:r>
          </a:p>
          <a:p>
            <a:endParaRPr lang="en-US" dirty="0"/>
          </a:p>
        </p:txBody>
      </p:sp>
      <p:sp>
        <p:nvSpPr>
          <p:cNvPr id="4" name="Date Placeholder 3">
            <a:extLst>
              <a:ext uri="{FF2B5EF4-FFF2-40B4-BE49-F238E27FC236}">
                <a16:creationId xmlns:a16="http://schemas.microsoft.com/office/drawing/2014/main" id="{22611A2F-9FA0-3060-61BD-F4232D78D24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295883A-A7AD-56B3-A1DD-797128CCB2C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3FA2034-FD1E-0415-1990-4039933BD090}"/>
              </a:ext>
            </a:extLst>
          </p:cNvPr>
          <p:cNvSpPr>
            <a:spLocks noGrp="1"/>
          </p:cNvSpPr>
          <p:nvPr>
            <p:ph type="sldNum" sz="quarter" idx="12"/>
          </p:nvPr>
        </p:nvSpPr>
        <p:spPr/>
        <p:txBody>
          <a:bodyPr/>
          <a:lstStyle/>
          <a:p>
            <a:fld id="{7C5CF243-786F-4254-B068-4C9F0B6EA12F}" type="slidenum">
              <a:rPr lang="en-US" altLang="en-US" smtClean="0"/>
              <a:pPr/>
              <a:t>10</a:t>
            </a:fld>
            <a:endParaRPr lang="en-US" altLang="en-US"/>
          </a:p>
        </p:txBody>
      </p:sp>
      <p:pic>
        <p:nvPicPr>
          <p:cNvPr id="8" name="Picture 7">
            <a:extLst>
              <a:ext uri="{FF2B5EF4-FFF2-40B4-BE49-F238E27FC236}">
                <a16:creationId xmlns:a16="http://schemas.microsoft.com/office/drawing/2014/main" id="{A2ED1733-B894-9A25-D5D0-36BB5DA7ABC3}"/>
              </a:ext>
            </a:extLst>
          </p:cNvPr>
          <p:cNvPicPr>
            <a:picLocks noChangeAspect="1"/>
          </p:cNvPicPr>
          <p:nvPr/>
        </p:nvPicPr>
        <p:blipFill>
          <a:blip r:embed="rId2"/>
          <a:stretch>
            <a:fillRect/>
          </a:stretch>
        </p:blipFill>
        <p:spPr>
          <a:xfrm>
            <a:off x="1066800" y="2222500"/>
            <a:ext cx="7620000" cy="3949700"/>
          </a:xfrm>
          <a:prstGeom prst="rect">
            <a:avLst/>
          </a:prstGeom>
        </p:spPr>
      </p:pic>
    </p:spTree>
    <p:extLst>
      <p:ext uri="{BB962C8B-B14F-4D97-AF65-F5344CB8AC3E}">
        <p14:creationId xmlns:p14="http://schemas.microsoft.com/office/powerpoint/2010/main" val="2978660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7DB3F-A1E2-1340-1B38-850226BA1B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7268B9-AA3B-F292-C899-E2BBEB30E7DB}"/>
              </a:ext>
            </a:extLst>
          </p:cNvPr>
          <p:cNvSpPr>
            <a:spLocks noGrp="1"/>
          </p:cNvSpPr>
          <p:nvPr>
            <p:ph idx="1"/>
          </p:nvPr>
        </p:nvSpPr>
        <p:spPr/>
        <p:txBody>
          <a:bodyPr/>
          <a:lstStyle/>
          <a:p>
            <a:r>
              <a:rPr lang="en-US" dirty="0"/>
              <a:t>We will add new React components to implement views for managing shops and products as well as browsing and searching for products.</a:t>
            </a:r>
          </a:p>
          <a:p>
            <a:r>
              <a:rPr lang="en-US" dirty="0"/>
              <a:t>We will also modify existing components such as the </a:t>
            </a:r>
            <a:r>
              <a:rPr lang="en-US" dirty="0" err="1"/>
              <a:t>EditProfile</a:t>
            </a:r>
            <a:r>
              <a:rPr lang="en-US" dirty="0"/>
              <a:t>, Menu, and Home components to develop the skeleton code into a marketplace application as we build out the different features. </a:t>
            </a:r>
          </a:p>
          <a:p>
            <a:r>
              <a:rPr lang="en-US" dirty="0"/>
              <a:t>These marketplace features will depend on the user's ability to update their accounts into seller accounts. </a:t>
            </a:r>
          </a:p>
          <a:p>
            <a:r>
              <a:rPr lang="en-US" dirty="0"/>
              <a:t>In the next section, we will begin building the MERN Marketplace application by updating the existing user implementation to enable seller account features.</a:t>
            </a:r>
          </a:p>
        </p:txBody>
      </p:sp>
      <p:sp>
        <p:nvSpPr>
          <p:cNvPr id="4" name="Date Placeholder 3">
            <a:extLst>
              <a:ext uri="{FF2B5EF4-FFF2-40B4-BE49-F238E27FC236}">
                <a16:creationId xmlns:a16="http://schemas.microsoft.com/office/drawing/2014/main" id="{0EDB65CE-8A4B-28D2-ED04-08C22C5EAE1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3FCF3C7-F247-03BE-1E6A-30B5715BA5B6}"/>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BC20361-AA71-203F-F7B2-6E6BC356B9A4}"/>
              </a:ext>
            </a:extLst>
          </p:cNvPr>
          <p:cNvSpPr>
            <a:spLocks noGrp="1"/>
          </p:cNvSpPr>
          <p:nvPr>
            <p:ph type="sldNum" sz="quarter" idx="12"/>
          </p:nvPr>
        </p:nvSpPr>
        <p:spPr/>
        <p:txBody>
          <a:bodyPr/>
          <a:lstStyle/>
          <a:p>
            <a:fld id="{7C5CF243-786F-4254-B068-4C9F0B6EA12F}" type="slidenum">
              <a:rPr lang="en-US" altLang="en-US" smtClean="0"/>
              <a:pPr/>
              <a:t>11</a:t>
            </a:fld>
            <a:endParaRPr lang="en-US" altLang="en-US"/>
          </a:p>
        </p:txBody>
      </p:sp>
    </p:spTree>
    <p:extLst>
      <p:ext uri="{BB962C8B-B14F-4D97-AF65-F5344CB8AC3E}">
        <p14:creationId xmlns:p14="http://schemas.microsoft.com/office/powerpoint/2010/main" val="30837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EBF4-A2B6-58FC-6D95-3A9FDF95D675}"/>
              </a:ext>
            </a:extLst>
          </p:cNvPr>
          <p:cNvSpPr>
            <a:spLocks noGrp="1"/>
          </p:cNvSpPr>
          <p:nvPr>
            <p:ph type="title"/>
          </p:nvPr>
        </p:nvSpPr>
        <p:spPr/>
        <p:txBody>
          <a:bodyPr/>
          <a:lstStyle/>
          <a:p>
            <a:r>
              <a:rPr lang="en-US" dirty="0"/>
              <a:t>Allowing users to be sellers</a:t>
            </a:r>
          </a:p>
        </p:txBody>
      </p:sp>
      <p:sp>
        <p:nvSpPr>
          <p:cNvPr id="3" name="Content Placeholder 2">
            <a:extLst>
              <a:ext uri="{FF2B5EF4-FFF2-40B4-BE49-F238E27FC236}">
                <a16:creationId xmlns:a16="http://schemas.microsoft.com/office/drawing/2014/main" id="{AEDD961D-B972-DEB8-F0E4-FC76A9216046}"/>
              </a:ext>
            </a:extLst>
          </p:cNvPr>
          <p:cNvSpPr>
            <a:spLocks noGrp="1"/>
          </p:cNvSpPr>
          <p:nvPr>
            <p:ph idx="1"/>
          </p:nvPr>
        </p:nvSpPr>
        <p:spPr/>
        <p:txBody>
          <a:bodyPr/>
          <a:lstStyle/>
          <a:p>
            <a:r>
              <a:rPr lang="en-US" dirty="0"/>
              <a:t>Any user with an account on the MERN Marketplace application will have the option to update their accounts to seller accounts by making changes to their profiles.</a:t>
            </a:r>
          </a:p>
          <a:p>
            <a:r>
              <a:rPr lang="en-US" dirty="0"/>
              <a:t> We will add this option to convert to a seller account in the Edit Profile page, as shown in the following screenshot:</a:t>
            </a:r>
          </a:p>
          <a:p>
            <a:endParaRPr lang="en-US" dirty="0"/>
          </a:p>
        </p:txBody>
      </p:sp>
      <p:sp>
        <p:nvSpPr>
          <p:cNvPr id="4" name="Date Placeholder 3">
            <a:extLst>
              <a:ext uri="{FF2B5EF4-FFF2-40B4-BE49-F238E27FC236}">
                <a16:creationId xmlns:a16="http://schemas.microsoft.com/office/drawing/2014/main" id="{C5BE75E3-35E3-FC03-496D-F4D38D6B8C4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048E6BC-B13F-3425-E46C-C06E06B6066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9078D0D-B9C4-1173-3B26-0BFA003D14B8}"/>
              </a:ext>
            </a:extLst>
          </p:cNvPr>
          <p:cNvSpPr>
            <a:spLocks noGrp="1"/>
          </p:cNvSpPr>
          <p:nvPr>
            <p:ph type="sldNum" sz="quarter" idx="12"/>
          </p:nvPr>
        </p:nvSpPr>
        <p:spPr/>
        <p:txBody>
          <a:bodyPr/>
          <a:lstStyle/>
          <a:p>
            <a:fld id="{7C5CF243-786F-4254-B068-4C9F0B6EA12F}" type="slidenum">
              <a:rPr lang="en-US" altLang="en-US" smtClean="0"/>
              <a:pPr/>
              <a:t>12</a:t>
            </a:fld>
            <a:endParaRPr lang="en-US" altLang="en-US"/>
          </a:p>
        </p:txBody>
      </p:sp>
      <p:pic>
        <p:nvPicPr>
          <p:cNvPr id="8" name="Picture 7">
            <a:extLst>
              <a:ext uri="{FF2B5EF4-FFF2-40B4-BE49-F238E27FC236}">
                <a16:creationId xmlns:a16="http://schemas.microsoft.com/office/drawing/2014/main" id="{12AAF04B-9AD4-E0CB-E846-940D24E750EF}"/>
              </a:ext>
            </a:extLst>
          </p:cNvPr>
          <p:cNvPicPr>
            <a:picLocks noChangeAspect="1"/>
          </p:cNvPicPr>
          <p:nvPr/>
        </p:nvPicPr>
        <p:blipFill>
          <a:blip r:embed="rId2"/>
          <a:stretch>
            <a:fillRect/>
          </a:stretch>
        </p:blipFill>
        <p:spPr>
          <a:xfrm>
            <a:off x="1362075" y="3398715"/>
            <a:ext cx="7334250" cy="2846510"/>
          </a:xfrm>
          <a:prstGeom prst="rect">
            <a:avLst/>
          </a:prstGeom>
        </p:spPr>
      </p:pic>
    </p:spTree>
    <p:extLst>
      <p:ext uri="{BB962C8B-B14F-4D97-AF65-F5344CB8AC3E}">
        <p14:creationId xmlns:p14="http://schemas.microsoft.com/office/powerpoint/2010/main" val="3064094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7CF3-B347-B616-2D0F-BCFE13E5F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0A8B9D-5441-A30D-67F4-72FE967D8D6F}"/>
              </a:ext>
            </a:extLst>
          </p:cNvPr>
          <p:cNvSpPr>
            <a:spLocks noGrp="1"/>
          </p:cNvSpPr>
          <p:nvPr>
            <p:ph idx="1"/>
          </p:nvPr>
        </p:nvSpPr>
        <p:spPr/>
        <p:txBody>
          <a:bodyPr/>
          <a:lstStyle/>
          <a:p>
            <a:r>
              <a:rPr lang="en-US" dirty="0"/>
              <a:t>A user with an active seller account will be allowed to create and manage their own shops, where they can manage products. </a:t>
            </a:r>
          </a:p>
          <a:p>
            <a:r>
              <a:rPr lang="en-US" dirty="0"/>
              <a:t>Regular users will not have access to a seller dashboard, whereas users with active seller accounts will see a link to their dashboard on the menu as MY SHOPS. </a:t>
            </a:r>
          </a:p>
          <a:p>
            <a:r>
              <a:rPr lang="en-US" dirty="0"/>
              <a:t>The following screenshot shows how the menu looks to a regular user in contrast to a user with an active seller account:</a:t>
            </a:r>
          </a:p>
          <a:p>
            <a:endParaRPr lang="en-US" dirty="0"/>
          </a:p>
        </p:txBody>
      </p:sp>
      <p:sp>
        <p:nvSpPr>
          <p:cNvPr id="4" name="Date Placeholder 3">
            <a:extLst>
              <a:ext uri="{FF2B5EF4-FFF2-40B4-BE49-F238E27FC236}">
                <a16:creationId xmlns:a16="http://schemas.microsoft.com/office/drawing/2014/main" id="{F5845567-14C3-DE13-42AB-9421FA712E4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416D0CB-80AF-AA8C-621C-E6343E8A27D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8EE1158-5EA4-8B0B-E1E8-245AF08A1397}"/>
              </a:ext>
            </a:extLst>
          </p:cNvPr>
          <p:cNvSpPr>
            <a:spLocks noGrp="1"/>
          </p:cNvSpPr>
          <p:nvPr>
            <p:ph type="sldNum" sz="quarter" idx="12"/>
          </p:nvPr>
        </p:nvSpPr>
        <p:spPr/>
        <p:txBody>
          <a:bodyPr/>
          <a:lstStyle/>
          <a:p>
            <a:fld id="{7C5CF243-786F-4254-B068-4C9F0B6EA12F}" type="slidenum">
              <a:rPr lang="en-US" altLang="en-US" smtClean="0"/>
              <a:pPr/>
              <a:t>13</a:t>
            </a:fld>
            <a:endParaRPr lang="en-US" altLang="en-US"/>
          </a:p>
        </p:txBody>
      </p:sp>
      <p:pic>
        <p:nvPicPr>
          <p:cNvPr id="8" name="Picture 7">
            <a:extLst>
              <a:ext uri="{FF2B5EF4-FFF2-40B4-BE49-F238E27FC236}">
                <a16:creationId xmlns:a16="http://schemas.microsoft.com/office/drawing/2014/main" id="{EAFD089F-6023-7967-CDFE-03F2F7276B72}"/>
              </a:ext>
            </a:extLst>
          </p:cNvPr>
          <p:cNvPicPr>
            <a:picLocks noChangeAspect="1"/>
          </p:cNvPicPr>
          <p:nvPr/>
        </p:nvPicPr>
        <p:blipFill>
          <a:blip r:embed="rId2"/>
          <a:stretch>
            <a:fillRect/>
          </a:stretch>
        </p:blipFill>
        <p:spPr>
          <a:xfrm>
            <a:off x="990600" y="5032889"/>
            <a:ext cx="8001000" cy="790222"/>
          </a:xfrm>
          <a:prstGeom prst="rect">
            <a:avLst/>
          </a:prstGeom>
        </p:spPr>
      </p:pic>
    </p:spTree>
    <p:extLst>
      <p:ext uri="{BB962C8B-B14F-4D97-AF65-F5344CB8AC3E}">
        <p14:creationId xmlns:p14="http://schemas.microsoft.com/office/powerpoint/2010/main" val="3806089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9B8E9-6F0E-E63A-04D7-8A542148C3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95F153-03B9-60D9-A0B0-A8C7A33E8383}"/>
              </a:ext>
            </a:extLst>
          </p:cNvPr>
          <p:cNvSpPr>
            <a:spLocks noGrp="1"/>
          </p:cNvSpPr>
          <p:nvPr>
            <p:ph idx="1"/>
          </p:nvPr>
        </p:nvSpPr>
        <p:spPr/>
        <p:txBody>
          <a:bodyPr/>
          <a:lstStyle/>
          <a:p>
            <a:r>
              <a:rPr lang="en-US" dirty="0"/>
              <a:t>To add this seller account feature, we need to update the user model, the Edit Profile view and add a MY SHOPS link to the menu that will only be visible to sellers, as discussed in the following sections.</a:t>
            </a:r>
          </a:p>
        </p:txBody>
      </p:sp>
      <p:sp>
        <p:nvSpPr>
          <p:cNvPr id="4" name="Date Placeholder 3">
            <a:extLst>
              <a:ext uri="{FF2B5EF4-FFF2-40B4-BE49-F238E27FC236}">
                <a16:creationId xmlns:a16="http://schemas.microsoft.com/office/drawing/2014/main" id="{88F7B724-B32A-C0C4-41AF-4B72BB0919F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D720941-2387-0B58-5B4C-F0F1D28C143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C345717-E611-EF81-5A1F-B4A7F7CC8D26}"/>
              </a:ext>
            </a:extLst>
          </p:cNvPr>
          <p:cNvSpPr>
            <a:spLocks noGrp="1"/>
          </p:cNvSpPr>
          <p:nvPr>
            <p:ph type="sldNum" sz="quarter" idx="12"/>
          </p:nvPr>
        </p:nvSpPr>
        <p:spPr/>
        <p:txBody>
          <a:bodyPr/>
          <a:lstStyle/>
          <a:p>
            <a:fld id="{7C5CF243-786F-4254-B068-4C9F0B6EA12F}" type="slidenum">
              <a:rPr lang="en-US" altLang="en-US" smtClean="0"/>
              <a:pPr/>
              <a:t>14</a:t>
            </a:fld>
            <a:endParaRPr lang="en-US" altLang="en-US"/>
          </a:p>
        </p:txBody>
      </p:sp>
    </p:spTree>
    <p:extLst>
      <p:ext uri="{BB962C8B-B14F-4D97-AF65-F5344CB8AC3E}">
        <p14:creationId xmlns:p14="http://schemas.microsoft.com/office/powerpoint/2010/main" val="1428125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D9359-C0AF-6CA1-2702-DB331A908614}"/>
              </a:ext>
            </a:extLst>
          </p:cNvPr>
          <p:cNvSpPr>
            <a:spLocks noGrp="1"/>
          </p:cNvSpPr>
          <p:nvPr>
            <p:ph type="title"/>
          </p:nvPr>
        </p:nvSpPr>
        <p:spPr/>
        <p:txBody>
          <a:bodyPr/>
          <a:lstStyle/>
          <a:p>
            <a:r>
              <a:rPr lang="en-US" dirty="0"/>
              <a:t>Updating the user model</a:t>
            </a:r>
          </a:p>
        </p:txBody>
      </p:sp>
      <p:sp>
        <p:nvSpPr>
          <p:cNvPr id="3" name="Content Placeholder 2">
            <a:extLst>
              <a:ext uri="{FF2B5EF4-FFF2-40B4-BE49-F238E27FC236}">
                <a16:creationId xmlns:a16="http://schemas.microsoft.com/office/drawing/2014/main" id="{09BE0F86-CF4F-008E-F9A9-56AE571EF4C9}"/>
              </a:ext>
            </a:extLst>
          </p:cNvPr>
          <p:cNvSpPr>
            <a:spLocks noGrp="1"/>
          </p:cNvSpPr>
          <p:nvPr>
            <p:ph idx="1"/>
          </p:nvPr>
        </p:nvSpPr>
        <p:spPr/>
        <p:txBody>
          <a:bodyPr/>
          <a:lstStyle/>
          <a:p>
            <a:r>
              <a:rPr lang="en-US" dirty="0"/>
              <a:t>We need to store additional detail about each user to determine whether a user is an active seller or not. </a:t>
            </a:r>
          </a:p>
          <a:p>
            <a:r>
              <a:rPr lang="en-US" dirty="0"/>
              <a:t>We will update the user model that we developed in, Building a Backend with MongoDB, Express, and Node, to add a seller value that will be set to false by default to represent regular users and can additionally be set to true to represent users who are also sellers. </a:t>
            </a:r>
          </a:p>
          <a:p>
            <a:r>
              <a:rPr lang="en-US" dirty="0"/>
              <a:t>We will update the existing user schema to add this seller field with the following code:</a:t>
            </a:r>
          </a:p>
          <a:p>
            <a:r>
              <a:rPr lang="en-US" b="1" dirty="0" err="1"/>
              <a:t>mern</a:t>
            </a:r>
            <a:r>
              <a:rPr lang="en-US" b="1" dirty="0"/>
              <a:t>-marketplace/server/models/user.model.js:</a:t>
            </a:r>
          </a:p>
          <a:p>
            <a:pPr marL="0" indent="0">
              <a:buNone/>
            </a:pPr>
            <a:r>
              <a:rPr lang="en-US" b="1" dirty="0"/>
              <a:t>seller: {</a:t>
            </a:r>
          </a:p>
          <a:p>
            <a:pPr marL="0" indent="0">
              <a:buNone/>
            </a:pPr>
            <a:r>
              <a:rPr lang="en-US" b="1" dirty="0"/>
              <a:t>type: Boolean, </a:t>
            </a:r>
          </a:p>
          <a:p>
            <a:pPr marL="0" indent="0">
              <a:buNone/>
            </a:pPr>
            <a:r>
              <a:rPr lang="en-US" b="1" dirty="0"/>
              <a:t>default: false</a:t>
            </a:r>
          </a:p>
          <a:p>
            <a:pPr marL="0" indent="0">
              <a:buNone/>
            </a:pPr>
            <a:r>
              <a:rPr lang="en-US" b="1" dirty="0"/>
              <a:t>}</a:t>
            </a:r>
          </a:p>
        </p:txBody>
      </p:sp>
      <p:sp>
        <p:nvSpPr>
          <p:cNvPr id="4" name="Date Placeholder 3">
            <a:extLst>
              <a:ext uri="{FF2B5EF4-FFF2-40B4-BE49-F238E27FC236}">
                <a16:creationId xmlns:a16="http://schemas.microsoft.com/office/drawing/2014/main" id="{16B94929-1BFA-6066-7D40-C08BADE30B7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EE0FD2C-112B-8BDD-7F1D-DF03E3950E4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4E295C4-BA5D-5852-3D45-C5D15701DDB7}"/>
              </a:ext>
            </a:extLst>
          </p:cNvPr>
          <p:cNvSpPr>
            <a:spLocks noGrp="1"/>
          </p:cNvSpPr>
          <p:nvPr>
            <p:ph type="sldNum" sz="quarter" idx="12"/>
          </p:nvPr>
        </p:nvSpPr>
        <p:spPr/>
        <p:txBody>
          <a:bodyPr/>
          <a:lstStyle/>
          <a:p>
            <a:fld id="{7C5CF243-786F-4254-B068-4C9F0B6EA12F}" type="slidenum">
              <a:rPr lang="en-US" altLang="en-US" smtClean="0"/>
              <a:pPr/>
              <a:t>15</a:t>
            </a:fld>
            <a:endParaRPr lang="en-US" altLang="en-US"/>
          </a:p>
        </p:txBody>
      </p:sp>
    </p:spTree>
    <p:extLst>
      <p:ext uri="{BB962C8B-B14F-4D97-AF65-F5344CB8AC3E}">
        <p14:creationId xmlns:p14="http://schemas.microsoft.com/office/powerpoint/2010/main" val="3036199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4C3C-792C-8F0A-34EF-A1E535071FEB}"/>
              </a:ext>
            </a:extLst>
          </p:cNvPr>
          <p:cNvSpPr>
            <a:spLocks noGrp="1"/>
          </p:cNvSpPr>
          <p:nvPr>
            <p:ph type="title"/>
          </p:nvPr>
        </p:nvSpPr>
        <p:spPr>
          <a:xfrm>
            <a:off x="914400" y="0"/>
            <a:ext cx="8382000" cy="762000"/>
          </a:xfrm>
        </p:spPr>
        <p:txBody>
          <a:bodyPr/>
          <a:lstStyle/>
          <a:p>
            <a:r>
              <a:rPr lang="en-US" sz="3000" b="1" dirty="0"/>
              <a:t>Updated </a:t>
            </a:r>
            <a:r>
              <a:rPr lang="en-US" sz="3000" b="1" dirty="0" err="1"/>
              <a:t>mern</a:t>
            </a:r>
            <a:r>
              <a:rPr lang="en-US" sz="3000" b="1" dirty="0"/>
              <a:t>-marketplace/server/models/user.model.js:</a:t>
            </a:r>
          </a:p>
        </p:txBody>
      </p:sp>
      <p:sp>
        <p:nvSpPr>
          <p:cNvPr id="3" name="Content Placeholder 2">
            <a:extLst>
              <a:ext uri="{FF2B5EF4-FFF2-40B4-BE49-F238E27FC236}">
                <a16:creationId xmlns:a16="http://schemas.microsoft.com/office/drawing/2014/main" id="{E955A67C-3A56-4E9C-FD61-3D56C13DEBE5}"/>
              </a:ext>
            </a:extLst>
          </p:cNvPr>
          <p:cNvSpPr>
            <a:spLocks noGrp="1"/>
          </p:cNvSpPr>
          <p:nvPr>
            <p:ph idx="1"/>
          </p:nvPr>
        </p:nvSpPr>
        <p:spPr/>
        <p:txBody>
          <a:bodyPr/>
          <a:lstStyle/>
          <a:p>
            <a:r>
              <a:rPr lang="en-US" sz="380" b="0" dirty="0">
                <a:solidFill>
                  <a:srgbClr val="008000"/>
                </a:solidFill>
                <a:effectLst/>
                <a:latin typeface="Consolas" panose="020B0609020204030204" pitchFamily="49" charset="0"/>
              </a:rPr>
              <a:t>import mongoose from 'mongoose'</a:t>
            </a:r>
          </a:p>
          <a:p>
            <a:r>
              <a:rPr lang="en-US" sz="380" b="0" dirty="0">
                <a:solidFill>
                  <a:srgbClr val="008000"/>
                </a:solidFill>
                <a:effectLst/>
                <a:latin typeface="Consolas" panose="020B0609020204030204" pitchFamily="49" charset="0"/>
              </a:rPr>
              <a:t>import crypto from 'crypto'</a:t>
            </a:r>
          </a:p>
          <a:p>
            <a:r>
              <a:rPr lang="en-US" sz="380" b="0" dirty="0">
                <a:solidFill>
                  <a:srgbClr val="008000"/>
                </a:solidFill>
                <a:effectLst/>
                <a:latin typeface="Consolas" panose="020B0609020204030204" pitchFamily="49" charset="0"/>
              </a:rPr>
              <a:t>//const mongoose = require('mongoose');</a:t>
            </a:r>
          </a:p>
          <a:p>
            <a:r>
              <a:rPr lang="en-US" sz="380" b="0" dirty="0">
                <a:solidFill>
                  <a:srgbClr val="008000"/>
                </a:solidFill>
                <a:effectLst/>
                <a:latin typeface="Consolas" panose="020B0609020204030204" pitchFamily="49" charset="0"/>
              </a:rPr>
              <a:t>const </a:t>
            </a:r>
            <a:r>
              <a:rPr lang="en-US" sz="380" b="0" dirty="0" err="1">
                <a:solidFill>
                  <a:srgbClr val="008000"/>
                </a:solidFill>
                <a:effectLst/>
                <a:latin typeface="Consolas" panose="020B0609020204030204" pitchFamily="49" charset="0"/>
              </a:rPr>
              <a:t>UserSchema</a:t>
            </a:r>
            <a:r>
              <a:rPr lang="en-US" sz="380" b="0" dirty="0">
                <a:solidFill>
                  <a:srgbClr val="008000"/>
                </a:solidFill>
                <a:effectLst/>
                <a:latin typeface="Consolas" panose="020B0609020204030204" pitchFamily="49" charset="0"/>
              </a:rPr>
              <a:t> = new </a:t>
            </a:r>
            <a:r>
              <a:rPr lang="en-US" sz="380" b="0" dirty="0" err="1">
                <a:solidFill>
                  <a:srgbClr val="008000"/>
                </a:solidFill>
                <a:effectLst/>
                <a:latin typeface="Consolas" panose="020B0609020204030204" pitchFamily="49" charset="0"/>
              </a:rPr>
              <a:t>mongoose.Schema</a:t>
            </a:r>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 name: {</a:t>
            </a:r>
          </a:p>
          <a:p>
            <a:r>
              <a:rPr lang="en-US" sz="380" b="0" dirty="0">
                <a:solidFill>
                  <a:srgbClr val="008000"/>
                </a:solidFill>
                <a:effectLst/>
                <a:latin typeface="Consolas" panose="020B0609020204030204" pitchFamily="49" charset="0"/>
              </a:rPr>
              <a:t> type: String,</a:t>
            </a:r>
          </a:p>
          <a:p>
            <a:r>
              <a:rPr lang="en-US" sz="380" b="0" dirty="0">
                <a:solidFill>
                  <a:srgbClr val="008000"/>
                </a:solidFill>
                <a:effectLst/>
                <a:latin typeface="Consolas" panose="020B0609020204030204" pitchFamily="49" charset="0"/>
              </a:rPr>
              <a:t> trim: true,</a:t>
            </a:r>
          </a:p>
          <a:p>
            <a:r>
              <a:rPr lang="en-US" sz="380" b="0" dirty="0">
                <a:solidFill>
                  <a:srgbClr val="008000"/>
                </a:solidFill>
                <a:effectLst/>
                <a:latin typeface="Consolas" panose="020B0609020204030204" pitchFamily="49" charset="0"/>
              </a:rPr>
              <a:t> required: 'Name is required'</a:t>
            </a:r>
          </a:p>
          <a:p>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 email: {</a:t>
            </a:r>
          </a:p>
          <a:p>
            <a:r>
              <a:rPr lang="en-US" sz="380" b="0" dirty="0">
                <a:solidFill>
                  <a:srgbClr val="008000"/>
                </a:solidFill>
                <a:effectLst/>
                <a:latin typeface="Consolas" panose="020B0609020204030204" pitchFamily="49" charset="0"/>
              </a:rPr>
              <a:t> type: String,</a:t>
            </a:r>
          </a:p>
          <a:p>
            <a:r>
              <a:rPr lang="en-US" sz="380" b="0" dirty="0">
                <a:solidFill>
                  <a:srgbClr val="008000"/>
                </a:solidFill>
                <a:effectLst/>
                <a:latin typeface="Consolas" panose="020B0609020204030204" pitchFamily="49" charset="0"/>
              </a:rPr>
              <a:t> trim: true,</a:t>
            </a:r>
          </a:p>
          <a:p>
            <a:r>
              <a:rPr lang="en-US" sz="380" b="0" dirty="0">
                <a:solidFill>
                  <a:srgbClr val="008000"/>
                </a:solidFill>
                <a:effectLst/>
                <a:latin typeface="Consolas" panose="020B0609020204030204" pitchFamily="49" charset="0"/>
              </a:rPr>
              <a:t>unique: 'Email already exists',</a:t>
            </a:r>
          </a:p>
          <a:p>
            <a:r>
              <a:rPr lang="en-US" sz="380" b="0" dirty="0">
                <a:solidFill>
                  <a:srgbClr val="008000"/>
                </a:solidFill>
                <a:effectLst/>
                <a:latin typeface="Consolas" panose="020B0609020204030204" pitchFamily="49" charset="0"/>
              </a:rPr>
              <a:t>match: [/.+\@.+\..+/, 'Please fill a valid email address'],</a:t>
            </a:r>
          </a:p>
          <a:p>
            <a:r>
              <a:rPr lang="en-US" sz="380" b="0" dirty="0">
                <a:solidFill>
                  <a:srgbClr val="008000"/>
                </a:solidFill>
                <a:effectLst/>
                <a:latin typeface="Consolas" panose="020B0609020204030204" pitchFamily="49" charset="0"/>
              </a:rPr>
              <a:t>required: 'Email is required'</a:t>
            </a:r>
          </a:p>
          <a:p>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 </a:t>
            </a:r>
            <a:r>
              <a:rPr lang="en-US" sz="380" b="0" dirty="0">
                <a:solidFill>
                  <a:srgbClr val="008000"/>
                </a:solidFill>
                <a:effectLst/>
                <a:highlight>
                  <a:srgbClr val="FFFF00"/>
                </a:highlight>
                <a:latin typeface="Consolas" panose="020B0609020204030204" pitchFamily="49" charset="0"/>
              </a:rPr>
              <a:t>seller: {</a:t>
            </a:r>
          </a:p>
          <a:p>
            <a:r>
              <a:rPr lang="en-US" sz="380" b="0" dirty="0">
                <a:solidFill>
                  <a:srgbClr val="008000"/>
                </a:solidFill>
                <a:effectLst/>
                <a:highlight>
                  <a:srgbClr val="FFFF00"/>
                </a:highlight>
                <a:latin typeface="Consolas" panose="020B0609020204030204" pitchFamily="49" charset="0"/>
              </a:rPr>
              <a:t>type: Boolean, </a:t>
            </a:r>
          </a:p>
          <a:p>
            <a:r>
              <a:rPr lang="en-US" sz="380" b="0" dirty="0">
                <a:solidFill>
                  <a:srgbClr val="008000"/>
                </a:solidFill>
                <a:effectLst/>
                <a:highlight>
                  <a:srgbClr val="FFFF00"/>
                </a:highlight>
                <a:latin typeface="Consolas" panose="020B0609020204030204" pitchFamily="49" charset="0"/>
              </a:rPr>
              <a:t>default: false</a:t>
            </a:r>
          </a:p>
          <a:p>
            <a:r>
              <a:rPr lang="en-US" sz="380" b="0" dirty="0">
                <a:solidFill>
                  <a:srgbClr val="008000"/>
                </a:solidFill>
                <a:effectLst/>
                <a:highlight>
                  <a:srgbClr val="FFFF00"/>
                </a:highlight>
                <a:latin typeface="Consolas" panose="020B0609020204030204" pitchFamily="49" charset="0"/>
              </a:rPr>
              <a:t>},</a:t>
            </a:r>
          </a:p>
          <a:p>
            <a:r>
              <a:rPr lang="en-US" sz="380" b="0" dirty="0">
                <a:solidFill>
                  <a:srgbClr val="008000"/>
                </a:solidFill>
                <a:effectLst/>
                <a:latin typeface="Consolas" panose="020B0609020204030204" pitchFamily="49" charset="0"/>
              </a:rPr>
              <a:t> created: {</a:t>
            </a:r>
          </a:p>
          <a:p>
            <a:r>
              <a:rPr lang="en-US" sz="380" b="0" dirty="0">
                <a:solidFill>
                  <a:srgbClr val="008000"/>
                </a:solidFill>
                <a:effectLst/>
                <a:latin typeface="Consolas" panose="020B0609020204030204" pitchFamily="49" charset="0"/>
              </a:rPr>
              <a:t>type: Date,</a:t>
            </a:r>
          </a:p>
          <a:p>
            <a:r>
              <a:rPr lang="en-US" sz="380" b="0" dirty="0">
                <a:solidFill>
                  <a:srgbClr val="008000"/>
                </a:solidFill>
                <a:effectLst/>
                <a:latin typeface="Consolas" panose="020B0609020204030204" pitchFamily="49" charset="0"/>
              </a:rPr>
              <a:t>default: </a:t>
            </a:r>
            <a:r>
              <a:rPr lang="en-US" sz="380" b="0" dirty="0" err="1">
                <a:solidFill>
                  <a:srgbClr val="008000"/>
                </a:solidFill>
                <a:effectLst/>
                <a:latin typeface="Consolas" panose="020B0609020204030204" pitchFamily="49" charset="0"/>
              </a:rPr>
              <a:t>Date.now</a:t>
            </a:r>
            <a:endParaRPr lang="en-US" sz="380" b="0" dirty="0">
              <a:solidFill>
                <a:srgbClr val="008000"/>
              </a:solidFill>
              <a:effectLst/>
              <a:latin typeface="Consolas" panose="020B0609020204030204" pitchFamily="49" charset="0"/>
            </a:endParaRPr>
          </a:p>
          <a:p>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 updated: {</a:t>
            </a:r>
          </a:p>
          <a:p>
            <a:r>
              <a:rPr lang="en-US" sz="380" b="0" dirty="0">
                <a:solidFill>
                  <a:srgbClr val="008000"/>
                </a:solidFill>
                <a:effectLst/>
                <a:latin typeface="Consolas" panose="020B0609020204030204" pitchFamily="49" charset="0"/>
              </a:rPr>
              <a:t>type: Date,</a:t>
            </a:r>
          </a:p>
          <a:p>
            <a:r>
              <a:rPr lang="en-US" sz="380" b="0" dirty="0">
                <a:solidFill>
                  <a:srgbClr val="008000"/>
                </a:solidFill>
                <a:effectLst/>
                <a:latin typeface="Consolas" panose="020B0609020204030204" pitchFamily="49" charset="0"/>
              </a:rPr>
              <a:t>default: </a:t>
            </a:r>
            <a:r>
              <a:rPr lang="en-US" sz="380" b="0" dirty="0" err="1">
                <a:solidFill>
                  <a:srgbClr val="008000"/>
                </a:solidFill>
                <a:effectLst/>
                <a:latin typeface="Consolas" panose="020B0609020204030204" pitchFamily="49" charset="0"/>
              </a:rPr>
              <a:t>Date.now</a:t>
            </a:r>
            <a:endParaRPr lang="en-US" sz="380" b="0" dirty="0">
              <a:solidFill>
                <a:srgbClr val="008000"/>
              </a:solidFill>
              <a:effectLst/>
              <a:latin typeface="Consolas" panose="020B0609020204030204" pitchFamily="49" charset="0"/>
            </a:endParaRPr>
          </a:p>
          <a:p>
            <a:r>
              <a:rPr lang="en-US" sz="380" b="0" dirty="0">
                <a:solidFill>
                  <a:srgbClr val="008000"/>
                </a:solidFill>
                <a:effectLst/>
                <a:latin typeface="Consolas" panose="020B0609020204030204" pitchFamily="49" charset="0"/>
              </a:rPr>
              <a:t>},</a:t>
            </a:r>
          </a:p>
          <a:p>
            <a:r>
              <a:rPr lang="en-US" sz="380" b="0" dirty="0" err="1">
                <a:solidFill>
                  <a:srgbClr val="008000"/>
                </a:solidFill>
                <a:effectLst/>
                <a:latin typeface="Consolas" panose="020B0609020204030204" pitchFamily="49" charset="0"/>
              </a:rPr>
              <a:t>hashed_password</a:t>
            </a:r>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type: String,</a:t>
            </a:r>
          </a:p>
          <a:p>
            <a:r>
              <a:rPr lang="en-US" sz="380" b="0" dirty="0">
                <a:solidFill>
                  <a:srgbClr val="008000"/>
                </a:solidFill>
                <a:effectLst/>
                <a:latin typeface="Consolas" panose="020B0609020204030204" pitchFamily="49" charset="0"/>
              </a:rPr>
              <a:t>required: 'Password is required'</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 salt: String</a:t>
            </a:r>
          </a:p>
          <a:p>
            <a:r>
              <a:rPr lang="en-US" sz="380" b="0" dirty="0">
                <a:solidFill>
                  <a:srgbClr val="008000"/>
                </a:solidFill>
                <a:effectLst/>
                <a:latin typeface="Consolas" panose="020B0609020204030204" pitchFamily="49" charset="0"/>
              </a:rPr>
              <a:t>});</a:t>
            </a:r>
          </a:p>
          <a:p>
            <a:r>
              <a:rPr lang="en-US" sz="380" b="0" dirty="0" err="1">
                <a:solidFill>
                  <a:srgbClr val="008000"/>
                </a:solidFill>
                <a:effectLst/>
                <a:latin typeface="Consolas" panose="020B0609020204030204" pitchFamily="49" charset="0"/>
              </a:rPr>
              <a:t>UserSchema.virtual</a:t>
            </a:r>
            <a:r>
              <a:rPr lang="en-US" sz="380" b="0" dirty="0">
                <a:solidFill>
                  <a:srgbClr val="008000"/>
                </a:solidFill>
                <a:effectLst/>
                <a:latin typeface="Consolas" panose="020B0609020204030204" pitchFamily="49" charset="0"/>
              </a:rPr>
              <a:t>('password')</a:t>
            </a:r>
          </a:p>
          <a:p>
            <a:r>
              <a:rPr lang="en-US" sz="380" b="0" dirty="0">
                <a:solidFill>
                  <a:srgbClr val="008000"/>
                </a:solidFill>
                <a:effectLst/>
                <a:latin typeface="Consolas" panose="020B0609020204030204" pitchFamily="49" charset="0"/>
              </a:rPr>
              <a:t> .set(function(password) {</a:t>
            </a:r>
          </a:p>
          <a:p>
            <a:r>
              <a:rPr lang="en-US" sz="380" b="0" dirty="0">
                <a:solidFill>
                  <a:srgbClr val="008000"/>
                </a:solidFill>
                <a:effectLst/>
                <a:latin typeface="Consolas" panose="020B0609020204030204" pitchFamily="49" charset="0"/>
              </a:rPr>
              <a:t> </a:t>
            </a:r>
            <a:r>
              <a:rPr lang="en-US" sz="380" b="0" dirty="0" err="1">
                <a:solidFill>
                  <a:srgbClr val="008000"/>
                </a:solidFill>
                <a:effectLst/>
                <a:latin typeface="Consolas" panose="020B0609020204030204" pitchFamily="49" charset="0"/>
              </a:rPr>
              <a:t>this._password</a:t>
            </a:r>
            <a:r>
              <a:rPr lang="en-US" sz="380" b="0" dirty="0">
                <a:solidFill>
                  <a:srgbClr val="008000"/>
                </a:solidFill>
                <a:effectLst/>
                <a:latin typeface="Consolas" panose="020B0609020204030204" pitchFamily="49" charset="0"/>
              </a:rPr>
              <a:t> = password;</a:t>
            </a:r>
          </a:p>
          <a:p>
            <a:r>
              <a:rPr lang="en-US" sz="380" b="0" dirty="0">
                <a:solidFill>
                  <a:srgbClr val="008000"/>
                </a:solidFill>
                <a:effectLst/>
                <a:latin typeface="Consolas" panose="020B0609020204030204" pitchFamily="49" charset="0"/>
              </a:rPr>
              <a:t>   </a:t>
            </a:r>
            <a:r>
              <a:rPr lang="en-US" sz="380" b="0" dirty="0" err="1">
                <a:solidFill>
                  <a:srgbClr val="008000"/>
                </a:solidFill>
                <a:effectLst/>
                <a:latin typeface="Consolas" panose="020B0609020204030204" pitchFamily="49" charset="0"/>
              </a:rPr>
              <a:t>this.salt</a:t>
            </a:r>
            <a:r>
              <a:rPr lang="en-US" sz="380" b="0" dirty="0">
                <a:solidFill>
                  <a:srgbClr val="008000"/>
                </a:solidFill>
                <a:effectLst/>
                <a:latin typeface="Consolas" panose="020B0609020204030204" pitchFamily="49" charset="0"/>
              </a:rPr>
              <a:t> = </a:t>
            </a:r>
            <a:r>
              <a:rPr lang="en-US" sz="380" b="0" dirty="0" err="1">
                <a:solidFill>
                  <a:srgbClr val="008000"/>
                </a:solidFill>
                <a:effectLst/>
                <a:latin typeface="Consolas" panose="020B0609020204030204" pitchFamily="49" charset="0"/>
              </a:rPr>
              <a:t>this.makeSalt</a:t>
            </a:r>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   </a:t>
            </a:r>
            <a:r>
              <a:rPr lang="en-US" sz="380" b="0" dirty="0" err="1">
                <a:solidFill>
                  <a:srgbClr val="008000"/>
                </a:solidFill>
                <a:effectLst/>
                <a:latin typeface="Consolas" panose="020B0609020204030204" pitchFamily="49" charset="0"/>
              </a:rPr>
              <a:t>this.hashed_password</a:t>
            </a:r>
            <a:r>
              <a:rPr lang="en-US" sz="380" b="0" dirty="0">
                <a:solidFill>
                  <a:srgbClr val="008000"/>
                </a:solidFill>
                <a:effectLst/>
                <a:latin typeface="Consolas" panose="020B0609020204030204" pitchFamily="49" charset="0"/>
              </a:rPr>
              <a:t> = </a:t>
            </a:r>
            <a:r>
              <a:rPr lang="en-US" sz="380" b="0" dirty="0" err="1">
                <a:solidFill>
                  <a:srgbClr val="008000"/>
                </a:solidFill>
                <a:effectLst/>
                <a:latin typeface="Consolas" panose="020B0609020204030204" pitchFamily="49" charset="0"/>
              </a:rPr>
              <a:t>this.encryptPassword</a:t>
            </a:r>
            <a:r>
              <a:rPr lang="en-US" sz="380" b="0" dirty="0">
                <a:solidFill>
                  <a:srgbClr val="008000"/>
                </a:solidFill>
                <a:effectLst/>
                <a:latin typeface="Consolas" panose="020B0609020204030204" pitchFamily="49" charset="0"/>
              </a:rPr>
              <a:t>(password)</a:t>
            </a:r>
          </a:p>
          <a:p>
            <a:r>
              <a:rPr lang="en-US" sz="380" b="0" dirty="0">
                <a:solidFill>
                  <a:srgbClr val="008000"/>
                </a:solidFill>
                <a:effectLst/>
                <a:latin typeface="Consolas" panose="020B0609020204030204" pitchFamily="49" charset="0"/>
              </a:rPr>
              <a:t>//</a:t>
            </a:r>
            <a:r>
              <a:rPr lang="en-US" sz="380" b="0" dirty="0" err="1">
                <a:solidFill>
                  <a:srgbClr val="008000"/>
                </a:solidFill>
                <a:effectLst/>
                <a:latin typeface="Consolas" panose="020B0609020204030204" pitchFamily="49" charset="0"/>
              </a:rPr>
              <a:t>this.hashed_password</a:t>
            </a:r>
            <a:r>
              <a:rPr lang="en-US" sz="380" b="0" dirty="0">
                <a:solidFill>
                  <a:srgbClr val="008000"/>
                </a:solidFill>
                <a:effectLst/>
                <a:latin typeface="Consolas" panose="020B0609020204030204" pitchFamily="49" charset="0"/>
              </a:rPr>
              <a:t> = password;</a:t>
            </a:r>
          </a:p>
          <a:p>
            <a:r>
              <a:rPr lang="en-US" sz="380" b="0" dirty="0">
                <a:solidFill>
                  <a:srgbClr val="008000"/>
                </a:solidFill>
                <a:effectLst/>
                <a:latin typeface="Consolas" panose="020B0609020204030204" pitchFamily="49" charset="0"/>
              </a:rPr>
              <a:t>   console.log(</a:t>
            </a:r>
            <a:r>
              <a:rPr lang="en-US" sz="380" b="0" dirty="0" err="1">
                <a:solidFill>
                  <a:srgbClr val="008000"/>
                </a:solidFill>
                <a:effectLst/>
                <a:latin typeface="Consolas" panose="020B0609020204030204" pitchFamily="49" charset="0"/>
              </a:rPr>
              <a:t>this.hashed_password</a:t>
            </a:r>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.get(function() {</a:t>
            </a:r>
          </a:p>
          <a:p>
            <a:r>
              <a:rPr lang="en-US" sz="380" b="0" dirty="0">
                <a:solidFill>
                  <a:srgbClr val="008000"/>
                </a:solidFill>
                <a:effectLst/>
                <a:latin typeface="Consolas" panose="020B0609020204030204" pitchFamily="49" charset="0"/>
              </a:rPr>
              <a:t>return </a:t>
            </a:r>
            <a:r>
              <a:rPr lang="en-US" sz="380" b="0" dirty="0" err="1">
                <a:solidFill>
                  <a:srgbClr val="008000"/>
                </a:solidFill>
                <a:effectLst/>
                <a:latin typeface="Consolas" panose="020B0609020204030204" pitchFamily="49" charset="0"/>
              </a:rPr>
              <a:t>this._password</a:t>
            </a:r>
            <a:endParaRPr lang="en-US" sz="380" b="0" dirty="0">
              <a:solidFill>
                <a:srgbClr val="008000"/>
              </a:solidFill>
              <a:effectLst/>
              <a:latin typeface="Consolas" panose="020B0609020204030204" pitchFamily="49" charset="0"/>
            </a:endParaRPr>
          </a:p>
          <a:p>
            <a:r>
              <a:rPr lang="en-US" sz="380" b="0" dirty="0">
                <a:solidFill>
                  <a:srgbClr val="008000"/>
                </a:solidFill>
                <a:effectLst/>
                <a:latin typeface="Consolas" panose="020B0609020204030204" pitchFamily="49" charset="0"/>
              </a:rPr>
              <a:t> })</a:t>
            </a:r>
          </a:p>
          <a:p>
            <a:r>
              <a:rPr lang="en-US" sz="380" b="0" dirty="0" err="1">
                <a:solidFill>
                  <a:srgbClr val="008000"/>
                </a:solidFill>
                <a:effectLst/>
                <a:latin typeface="Consolas" panose="020B0609020204030204" pitchFamily="49" charset="0"/>
              </a:rPr>
              <a:t>UserSchema.path</a:t>
            </a:r>
            <a:r>
              <a:rPr lang="en-US" sz="380" b="0" dirty="0">
                <a:solidFill>
                  <a:srgbClr val="008000"/>
                </a:solidFill>
                <a:effectLst/>
                <a:latin typeface="Consolas" panose="020B0609020204030204" pitchFamily="49" charset="0"/>
              </a:rPr>
              <a:t>('</a:t>
            </a:r>
            <a:r>
              <a:rPr lang="en-US" sz="380" b="0" dirty="0" err="1">
                <a:solidFill>
                  <a:srgbClr val="008000"/>
                </a:solidFill>
                <a:effectLst/>
                <a:latin typeface="Consolas" panose="020B0609020204030204" pitchFamily="49" charset="0"/>
              </a:rPr>
              <a:t>hashed_password</a:t>
            </a:r>
            <a:r>
              <a:rPr lang="en-US" sz="380" b="0" dirty="0">
                <a:solidFill>
                  <a:srgbClr val="008000"/>
                </a:solidFill>
                <a:effectLst/>
                <a:latin typeface="Consolas" panose="020B0609020204030204" pitchFamily="49" charset="0"/>
              </a:rPr>
              <a:t>').validate(function(v) {</a:t>
            </a:r>
          </a:p>
          <a:p>
            <a:r>
              <a:rPr lang="en-US" sz="380" b="0" dirty="0">
                <a:solidFill>
                  <a:srgbClr val="008000"/>
                </a:solidFill>
                <a:effectLst/>
                <a:latin typeface="Consolas" panose="020B0609020204030204" pitchFamily="49" charset="0"/>
              </a:rPr>
              <a:t> if (</a:t>
            </a:r>
            <a:r>
              <a:rPr lang="en-US" sz="380" b="0" dirty="0" err="1">
                <a:solidFill>
                  <a:srgbClr val="008000"/>
                </a:solidFill>
                <a:effectLst/>
                <a:latin typeface="Consolas" panose="020B0609020204030204" pitchFamily="49" charset="0"/>
              </a:rPr>
              <a:t>this._password</a:t>
            </a:r>
            <a:r>
              <a:rPr lang="en-US" sz="380" b="0" dirty="0">
                <a:solidFill>
                  <a:srgbClr val="008000"/>
                </a:solidFill>
                <a:effectLst/>
                <a:latin typeface="Consolas" panose="020B0609020204030204" pitchFamily="49" charset="0"/>
              </a:rPr>
              <a:t> &amp;&amp; this._</a:t>
            </a:r>
            <a:r>
              <a:rPr lang="en-US" sz="380" b="0" dirty="0" err="1">
                <a:solidFill>
                  <a:srgbClr val="008000"/>
                </a:solidFill>
                <a:effectLst/>
                <a:latin typeface="Consolas" panose="020B0609020204030204" pitchFamily="49" charset="0"/>
              </a:rPr>
              <a:t>password.length</a:t>
            </a:r>
            <a:r>
              <a:rPr lang="en-US" sz="380" b="0" dirty="0">
                <a:solidFill>
                  <a:srgbClr val="008000"/>
                </a:solidFill>
                <a:effectLst/>
                <a:latin typeface="Consolas" panose="020B0609020204030204" pitchFamily="49" charset="0"/>
              </a:rPr>
              <a:t> &lt; 6) {</a:t>
            </a:r>
          </a:p>
          <a:p>
            <a:r>
              <a:rPr lang="en-US" sz="380" b="0" dirty="0">
                <a:solidFill>
                  <a:srgbClr val="008000"/>
                </a:solidFill>
                <a:effectLst/>
                <a:latin typeface="Consolas" panose="020B0609020204030204" pitchFamily="49" charset="0"/>
              </a:rPr>
              <a:t> </a:t>
            </a:r>
            <a:r>
              <a:rPr lang="en-US" sz="380" b="0" dirty="0" err="1">
                <a:solidFill>
                  <a:srgbClr val="008000"/>
                </a:solidFill>
                <a:effectLst/>
                <a:latin typeface="Consolas" panose="020B0609020204030204" pitchFamily="49" charset="0"/>
              </a:rPr>
              <a:t>this.invalidate</a:t>
            </a:r>
            <a:r>
              <a:rPr lang="en-US" sz="380" b="0" dirty="0">
                <a:solidFill>
                  <a:srgbClr val="008000"/>
                </a:solidFill>
                <a:effectLst/>
                <a:latin typeface="Consolas" panose="020B0609020204030204" pitchFamily="49" charset="0"/>
              </a:rPr>
              <a:t>('password', 'Password must be at least 6 characters.');</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 if (</a:t>
            </a:r>
            <a:r>
              <a:rPr lang="en-US" sz="380" b="0" dirty="0" err="1">
                <a:solidFill>
                  <a:srgbClr val="008000"/>
                </a:solidFill>
                <a:effectLst/>
                <a:latin typeface="Consolas" panose="020B0609020204030204" pitchFamily="49" charset="0"/>
              </a:rPr>
              <a:t>this.isNew</a:t>
            </a:r>
            <a:r>
              <a:rPr lang="en-US" sz="380" b="0" dirty="0">
                <a:solidFill>
                  <a:srgbClr val="008000"/>
                </a:solidFill>
                <a:effectLst/>
                <a:latin typeface="Consolas" panose="020B0609020204030204" pitchFamily="49" charset="0"/>
              </a:rPr>
              <a:t> &amp;&amp; !</a:t>
            </a:r>
            <a:r>
              <a:rPr lang="en-US" sz="380" b="0" dirty="0" err="1">
                <a:solidFill>
                  <a:srgbClr val="008000"/>
                </a:solidFill>
                <a:effectLst/>
                <a:latin typeface="Consolas" panose="020B0609020204030204" pitchFamily="49" charset="0"/>
              </a:rPr>
              <a:t>this._password</a:t>
            </a:r>
            <a:r>
              <a:rPr lang="en-US" sz="380" b="0" dirty="0">
                <a:solidFill>
                  <a:srgbClr val="008000"/>
                </a:solidFill>
                <a:effectLst/>
                <a:latin typeface="Consolas" panose="020B0609020204030204" pitchFamily="49" charset="0"/>
              </a:rPr>
              <a:t>) {</a:t>
            </a:r>
          </a:p>
          <a:p>
            <a:r>
              <a:rPr lang="en-US" sz="380" b="0" dirty="0" err="1">
                <a:solidFill>
                  <a:srgbClr val="008000"/>
                </a:solidFill>
                <a:effectLst/>
                <a:latin typeface="Consolas" panose="020B0609020204030204" pitchFamily="49" charset="0"/>
              </a:rPr>
              <a:t>this.invalidate</a:t>
            </a:r>
            <a:r>
              <a:rPr lang="en-US" sz="380" b="0" dirty="0">
                <a:solidFill>
                  <a:srgbClr val="008000"/>
                </a:solidFill>
                <a:effectLst/>
                <a:latin typeface="Consolas" panose="020B0609020204030204" pitchFamily="49" charset="0"/>
              </a:rPr>
              <a:t>('password', 'Password is required');</a:t>
            </a:r>
          </a:p>
          <a:p>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 null);</a:t>
            </a:r>
          </a:p>
          <a:p>
            <a:r>
              <a:rPr lang="en-US" sz="380" b="0" dirty="0" err="1">
                <a:solidFill>
                  <a:srgbClr val="008000"/>
                </a:solidFill>
                <a:effectLst/>
                <a:latin typeface="Consolas" panose="020B0609020204030204" pitchFamily="49" charset="0"/>
              </a:rPr>
              <a:t>UserSchema.methods</a:t>
            </a:r>
            <a:r>
              <a:rPr lang="en-US" sz="380" b="0" dirty="0">
                <a:solidFill>
                  <a:srgbClr val="008000"/>
                </a:solidFill>
                <a:effectLst/>
                <a:latin typeface="Consolas" panose="020B0609020204030204" pitchFamily="49" charset="0"/>
              </a:rPr>
              <a:t> = {</a:t>
            </a:r>
          </a:p>
          <a:p>
            <a:r>
              <a:rPr lang="en-US" sz="380" b="0" dirty="0">
                <a:solidFill>
                  <a:srgbClr val="008000"/>
                </a:solidFill>
                <a:effectLst/>
                <a:latin typeface="Consolas" panose="020B0609020204030204" pitchFamily="49" charset="0"/>
              </a:rPr>
              <a:t>authenticate: function(</a:t>
            </a:r>
            <a:r>
              <a:rPr lang="en-US" sz="380" b="0" dirty="0" err="1">
                <a:solidFill>
                  <a:srgbClr val="008000"/>
                </a:solidFill>
                <a:effectLst/>
                <a:latin typeface="Consolas" panose="020B0609020204030204" pitchFamily="49" charset="0"/>
              </a:rPr>
              <a:t>plainText</a:t>
            </a:r>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return </a:t>
            </a:r>
            <a:r>
              <a:rPr lang="en-US" sz="380" b="0" dirty="0" err="1">
                <a:solidFill>
                  <a:srgbClr val="008000"/>
                </a:solidFill>
                <a:effectLst/>
                <a:latin typeface="Consolas" panose="020B0609020204030204" pitchFamily="49" charset="0"/>
              </a:rPr>
              <a:t>this.encryptPassword</a:t>
            </a:r>
            <a:r>
              <a:rPr lang="en-US" sz="380" b="0" dirty="0">
                <a:solidFill>
                  <a:srgbClr val="008000"/>
                </a:solidFill>
                <a:effectLst/>
                <a:latin typeface="Consolas" panose="020B0609020204030204" pitchFamily="49" charset="0"/>
              </a:rPr>
              <a:t>(</a:t>
            </a:r>
            <a:r>
              <a:rPr lang="en-US" sz="380" b="0" dirty="0" err="1">
                <a:solidFill>
                  <a:srgbClr val="008000"/>
                </a:solidFill>
                <a:effectLst/>
                <a:latin typeface="Consolas" panose="020B0609020204030204" pitchFamily="49" charset="0"/>
              </a:rPr>
              <a:t>plainText</a:t>
            </a:r>
            <a:r>
              <a:rPr lang="en-US" sz="380" b="0" dirty="0">
                <a:solidFill>
                  <a:srgbClr val="008000"/>
                </a:solidFill>
                <a:effectLst/>
                <a:latin typeface="Consolas" panose="020B0609020204030204" pitchFamily="49" charset="0"/>
              </a:rPr>
              <a:t>) === </a:t>
            </a:r>
            <a:r>
              <a:rPr lang="en-US" sz="380" b="0" dirty="0" err="1">
                <a:solidFill>
                  <a:srgbClr val="008000"/>
                </a:solidFill>
                <a:effectLst/>
                <a:latin typeface="Consolas" panose="020B0609020204030204" pitchFamily="49" charset="0"/>
              </a:rPr>
              <a:t>this.hashed_password</a:t>
            </a:r>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a:t>
            </a:r>
          </a:p>
          <a:p>
            <a:r>
              <a:rPr lang="en-US" sz="380" b="0" dirty="0" err="1">
                <a:solidFill>
                  <a:srgbClr val="008000"/>
                </a:solidFill>
                <a:effectLst/>
                <a:latin typeface="Consolas" panose="020B0609020204030204" pitchFamily="49" charset="0"/>
              </a:rPr>
              <a:t>encryptPassword</a:t>
            </a:r>
            <a:r>
              <a:rPr lang="en-US" sz="380" b="0" dirty="0">
                <a:solidFill>
                  <a:srgbClr val="008000"/>
                </a:solidFill>
                <a:effectLst/>
                <a:latin typeface="Consolas" panose="020B0609020204030204" pitchFamily="49" charset="0"/>
              </a:rPr>
              <a:t>: function(password) { </a:t>
            </a:r>
          </a:p>
          <a:p>
            <a:r>
              <a:rPr lang="en-US" sz="380" b="0" dirty="0">
                <a:solidFill>
                  <a:srgbClr val="008000"/>
                </a:solidFill>
                <a:effectLst/>
                <a:latin typeface="Consolas" panose="020B0609020204030204" pitchFamily="49" charset="0"/>
              </a:rPr>
              <a:t>if (!password) return ''</a:t>
            </a:r>
          </a:p>
          <a:p>
            <a:r>
              <a:rPr lang="en-US" sz="380" b="0" dirty="0">
                <a:solidFill>
                  <a:srgbClr val="008000"/>
                </a:solidFill>
                <a:effectLst/>
                <a:latin typeface="Consolas" panose="020B0609020204030204" pitchFamily="49" charset="0"/>
              </a:rPr>
              <a:t>try {</a:t>
            </a:r>
          </a:p>
          <a:p>
            <a:r>
              <a:rPr lang="en-US" sz="380" b="0" dirty="0">
                <a:solidFill>
                  <a:srgbClr val="008000"/>
                </a:solidFill>
                <a:effectLst/>
                <a:latin typeface="Consolas" panose="020B0609020204030204" pitchFamily="49" charset="0"/>
              </a:rPr>
              <a:t>return crypto</a:t>
            </a:r>
          </a:p>
          <a:p>
            <a:r>
              <a:rPr lang="en-US" sz="380" b="0" dirty="0">
                <a:solidFill>
                  <a:srgbClr val="008000"/>
                </a:solidFill>
                <a:effectLst/>
                <a:latin typeface="Consolas" panose="020B0609020204030204" pitchFamily="49" charset="0"/>
              </a:rPr>
              <a:t>.</a:t>
            </a:r>
            <a:r>
              <a:rPr lang="en-US" sz="380" b="0" dirty="0" err="1">
                <a:solidFill>
                  <a:srgbClr val="008000"/>
                </a:solidFill>
                <a:effectLst/>
                <a:latin typeface="Consolas" panose="020B0609020204030204" pitchFamily="49" charset="0"/>
              </a:rPr>
              <a:t>createHmac</a:t>
            </a:r>
            <a:r>
              <a:rPr lang="en-US" sz="380" b="0" dirty="0">
                <a:solidFill>
                  <a:srgbClr val="008000"/>
                </a:solidFill>
                <a:effectLst/>
                <a:latin typeface="Consolas" panose="020B0609020204030204" pitchFamily="49" charset="0"/>
              </a:rPr>
              <a:t>('sha1', </a:t>
            </a:r>
            <a:r>
              <a:rPr lang="en-US" sz="380" b="0" dirty="0" err="1">
                <a:solidFill>
                  <a:srgbClr val="008000"/>
                </a:solidFill>
                <a:effectLst/>
                <a:latin typeface="Consolas" panose="020B0609020204030204" pitchFamily="49" charset="0"/>
              </a:rPr>
              <a:t>this.salt</a:t>
            </a:r>
            <a:r>
              <a:rPr lang="en-US" sz="380" b="0" dirty="0">
                <a:solidFill>
                  <a:srgbClr val="008000"/>
                </a:solidFill>
                <a:effectLst/>
                <a:latin typeface="Consolas" panose="020B0609020204030204" pitchFamily="49" charset="0"/>
              </a:rPr>
              <a:t>) </a:t>
            </a:r>
          </a:p>
          <a:p>
            <a:r>
              <a:rPr lang="en-US" sz="380" b="0" dirty="0">
                <a:solidFill>
                  <a:srgbClr val="008000"/>
                </a:solidFill>
                <a:effectLst/>
                <a:latin typeface="Consolas" panose="020B0609020204030204" pitchFamily="49" charset="0"/>
              </a:rPr>
              <a:t>.update(password)</a:t>
            </a:r>
          </a:p>
          <a:p>
            <a:r>
              <a:rPr lang="en-US" sz="380" b="0" dirty="0">
                <a:solidFill>
                  <a:srgbClr val="008000"/>
                </a:solidFill>
                <a:effectLst/>
                <a:latin typeface="Consolas" panose="020B0609020204030204" pitchFamily="49" charset="0"/>
              </a:rPr>
              <a:t>.digest('hex') </a:t>
            </a:r>
          </a:p>
          <a:p>
            <a:r>
              <a:rPr lang="en-US" sz="380" b="0" dirty="0">
                <a:solidFill>
                  <a:srgbClr val="008000"/>
                </a:solidFill>
                <a:effectLst/>
                <a:latin typeface="Consolas" panose="020B0609020204030204" pitchFamily="49" charset="0"/>
              </a:rPr>
              <a:t>} catch (err) {</a:t>
            </a:r>
          </a:p>
          <a:p>
            <a:r>
              <a:rPr lang="en-US" sz="380" b="0" dirty="0">
                <a:solidFill>
                  <a:srgbClr val="008000"/>
                </a:solidFill>
                <a:effectLst/>
                <a:latin typeface="Consolas" panose="020B0609020204030204" pitchFamily="49" charset="0"/>
              </a:rPr>
              <a:t>   console.log(err);</a:t>
            </a:r>
          </a:p>
          <a:p>
            <a:r>
              <a:rPr lang="en-US" sz="380" b="0" dirty="0">
                <a:solidFill>
                  <a:srgbClr val="008000"/>
                </a:solidFill>
                <a:effectLst/>
                <a:latin typeface="Consolas" panose="020B0609020204030204" pitchFamily="49" charset="0"/>
              </a:rPr>
              <a:t>return '' </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a:t>
            </a:r>
          </a:p>
          <a:p>
            <a:r>
              <a:rPr lang="en-US" sz="380" b="0" dirty="0" err="1">
                <a:solidFill>
                  <a:srgbClr val="008000"/>
                </a:solidFill>
                <a:effectLst/>
                <a:latin typeface="Consolas" panose="020B0609020204030204" pitchFamily="49" charset="0"/>
              </a:rPr>
              <a:t>makeSalt</a:t>
            </a:r>
            <a:r>
              <a:rPr lang="en-US" sz="380" b="0" dirty="0">
                <a:solidFill>
                  <a:srgbClr val="008000"/>
                </a:solidFill>
                <a:effectLst/>
                <a:latin typeface="Consolas" panose="020B0609020204030204" pitchFamily="49" charset="0"/>
              </a:rPr>
              <a:t>: function() {</a:t>
            </a:r>
          </a:p>
          <a:p>
            <a:r>
              <a:rPr lang="en-US" sz="380" b="0" dirty="0">
                <a:solidFill>
                  <a:srgbClr val="008000"/>
                </a:solidFill>
                <a:effectLst/>
                <a:latin typeface="Consolas" panose="020B0609020204030204" pitchFamily="49" charset="0"/>
              </a:rPr>
              <a:t>return </a:t>
            </a:r>
            <a:r>
              <a:rPr lang="en-US" sz="380" b="0" dirty="0" err="1">
                <a:solidFill>
                  <a:srgbClr val="008000"/>
                </a:solidFill>
                <a:effectLst/>
                <a:latin typeface="Consolas" panose="020B0609020204030204" pitchFamily="49" charset="0"/>
              </a:rPr>
              <a:t>Math.round</a:t>
            </a:r>
            <a:r>
              <a:rPr lang="en-US" sz="380" b="0" dirty="0">
                <a:solidFill>
                  <a:srgbClr val="008000"/>
                </a:solidFill>
                <a:effectLst/>
                <a:latin typeface="Consolas" panose="020B0609020204030204" pitchFamily="49" charset="0"/>
              </a:rPr>
              <a:t>((new Date().</a:t>
            </a:r>
            <a:r>
              <a:rPr lang="en-US" sz="380" b="0" dirty="0" err="1">
                <a:solidFill>
                  <a:srgbClr val="008000"/>
                </a:solidFill>
                <a:effectLst/>
                <a:latin typeface="Consolas" panose="020B0609020204030204" pitchFamily="49" charset="0"/>
              </a:rPr>
              <a:t>valueOf</a:t>
            </a:r>
            <a:r>
              <a:rPr lang="en-US" sz="380" b="0" dirty="0">
                <a:solidFill>
                  <a:srgbClr val="008000"/>
                </a:solidFill>
                <a:effectLst/>
                <a:latin typeface="Consolas" panose="020B0609020204030204" pitchFamily="49" charset="0"/>
              </a:rPr>
              <a:t>() * </a:t>
            </a:r>
            <a:r>
              <a:rPr lang="en-US" sz="380" b="0" dirty="0" err="1">
                <a:solidFill>
                  <a:srgbClr val="008000"/>
                </a:solidFill>
                <a:effectLst/>
                <a:latin typeface="Consolas" panose="020B0609020204030204" pitchFamily="49" charset="0"/>
              </a:rPr>
              <a:t>Math.random</a:t>
            </a:r>
            <a:r>
              <a:rPr lang="en-US" sz="380" b="0" dirty="0">
                <a:solidFill>
                  <a:srgbClr val="008000"/>
                </a:solidFill>
                <a:effectLst/>
                <a:latin typeface="Consolas" panose="020B0609020204030204" pitchFamily="49" charset="0"/>
              </a:rPr>
              <a:t>())) + '' </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a:t>
            </a:r>
            <a:r>
              <a:rPr lang="en-US" sz="380" b="0" dirty="0" err="1">
                <a:solidFill>
                  <a:srgbClr val="008000"/>
                </a:solidFill>
                <a:effectLst/>
                <a:latin typeface="Consolas" panose="020B0609020204030204" pitchFamily="49" charset="0"/>
              </a:rPr>
              <a:t>module.exports</a:t>
            </a:r>
            <a:r>
              <a:rPr lang="en-US" sz="380" b="0" dirty="0">
                <a:solidFill>
                  <a:srgbClr val="008000"/>
                </a:solidFill>
                <a:effectLst/>
                <a:latin typeface="Consolas" panose="020B0609020204030204" pitchFamily="49" charset="0"/>
              </a:rPr>
              <a:t> = </a:t>
            </a:r>
            <a:r>
              <a:rPr lang="en-US" sz="380" b="0" dirty="0" err="1">
                <a:solidFill>
                  <a:srgbClr val="008000"/>
                </a:solidFill>
                <a:effectLst/>
                <a:latin typeface="Consolas" panose="020B0609020204030204" pitchFamily="49" charset="0"/>
              </a:rPr>
              <a:t>mongoose.model</a:t>
            </a:r>
            <a:r>
              <a:rPr lang="en-US" sz="380" b="0" dirty="0">
                <a:solidFill>
                  <a:srgbClr val="008000"/>
                </a:solidFill>
                <a:effectLst/>
                <a:latin typeface="Consolas" panose="020B0609020204030204" pitchFamily="49" charset="0"/>
              </a:rPr>
              <a:t>('User', </a:t>
            </a:r>
            <a:r>
              <a:rPr lang="en-US" sz="380" b="0" dirty="0" err="1">
                <a:solidFill>
                  <a:srgbClr val="008000"/>
                </a:solidFill>
                <a:effectLst/>
                <a:latin typeface="Consolas" panose="020B0609020204030204" pitchFamily="49" charset="0"/>
              </a:rPr>
              <a:t>UserSchema</a:t>
            </a:r>
            <a:r>
              <a:rPr lang="en-US" sz="380" b="0" dirty="0">
                <a:solidFill>
                  <a:srgbClr val="008000"/>
                </a:solidFill>
                <a:effectLst/>
                <a:latin typeface="Consolas" panose="020B0609020204030204" pitchFamily="49" charset="0"/>
              </a:rPr>
              <a:t>);</a:t>
            </a:r>
          </a:p>
          <a:p>
            <a:r>
              <a:rPr lang="en-US" sz="380" b="0" dirty="0">
                <a:solidFill>
                  <a:srgbClr val="008000"/>
                </a:solidFill>
                <a:effectLst/>
                <a:latin typeface="Consolas" panose="020B0609020204030204" pitchFamily="49" charset="0"/>
              </a:rPr>
              <a:t>export default </a:t>
            </a:r>
            <a:r>
              <a:rPr lang="en-US" sz="380" b="0" dirty="0" err="1">
                <a:solidFill>
                  <a:srgbClr val="008000"/>
                </a:solidFill>
                <a:effectLst/>
                <a:latin typeface="Consolas" panose="020B0609020204030204" pitchFamily="49" charset="0"/>
              </a:rPr>
              <a:t>mongoose.model</a:t>
            </a:r>
            <a:r>
              <a:rPr lang="en-US" sz="380" b="0" dirty="0">
                <a:solidFill>
                  <a:srgbClr val="008000"/>
                </a:solidFill>
                <a:effectLst/>
                <a:latin typeface="Consolas" panose="020B0609020204030204" pitchFamily="49" charset="0"/>
              </a:rPr>
              <a:t>('User', </a:t>
            </a:r>
            <a:r>
              <a:rPr lang="en-US" sz="380" b="0" dirty="0" err="1">
                <a:solidFill>
                  <a:srgbClr val="008000"/>
                </a:solidFill>
                <a:effectLst/>
                <a:latin typeface="Consolas" panose="020B0609020204030204" pitchFamily="49" charset="0"/>
              </a:rPr>
              <a:t>UserSchema</a:t>
            </a:r>
            <a:r>
              <a:rPr lang="en-US" sz="380" b="0" dirty="0">
                <a:solidFill>
                  <a:srgbClr val="008000"/>
                </a:solidFill>
                <a:effectLst/>
                <a:latin typeface="Consolas" panose="020B0609020204030204" pitchFamily="49" charset="0"/>
              </a:rPr>
              <a:t>);</a:t>
            </a:r>
          </a:p>
          <a:p>
            <a:br>
              <a:rPr lang="en-US" sz="380" b="0" dirty="0">
                <a:solidFill>
                  <a:srgbClr val="008000"/>
                </a:solidFill>
                <a:effectLst/>
                <a:latin typeface="Consolas" panose="020B0609020204030204" pitchFamily="49" charset="0"/>
              </a:rPr>
            </a:br>
            <a:br>
              <a:rPr lang="en-US" sz="380" b="0" dirty="0">
                <a:solidFill>
                  <a:srgbClr val="008000"/>
                </a:solidFill>
                <a:effectLst/>
                <a:latin typeface="Consolas" panose="020B0609020204030204" pitchFamily="49" charset="0"/>
              </a:rPr>
            </a:br>
            <a:endParaRPr lang="en-US" sz="38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FF702CCC-C4A2-A51E-BE5A-6C887586038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FE51550-229F-B52E-3BA9-DF8C8C03C760}"/>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FB6D8BF-78C9-4ECB-E8C5-CC0F928854A7}"/>
              </a:ext>
            </a:extLst>
          </p:cNvPr>
          <p:cNvSpPr>
            <a:spLocks noGrp="1"/>
          </p:cNvSpPr>
          <p:nvPr>
            <p:ph type="sldNum" sz="quarter" idx="12"/>
          </p:nvPr>
        </p:nvSpPr>
        <p:spPr/>
        <p:txBody>
          <a:bodyPr/>
          <a:lstStyle/>
          <a:p>
            <a:fld id="{7C5CF243-786F-4254-B068-4C9F0B6EA12F}" type="slidenum">
              <a:rPr lang="en-US" altLang="en-US" smtClean="0"/>
              <a:pPr/>
              <a:t>16</a:t>
            </a:fld>
            <a:endParaRPr lang="en-US" altLang="en-US"/>
          </a:p>
        </p:txBody>
      </p:sp>
    </p:spTree>
    <p:extLst>
      <p:ext uri="{BB962C8B-B14F-4D97-AF65-F5344CB8AC3E}">
        <p14:creationId xmlns:p14="http://schemas.microsoft.com/office/powerpoint/2010/main" val="3919806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012D-2126-CBBD-9A08-D7D829352C7D}"/>
              </a:ext>
            </a:extLst>
          </p:cNvPr>
          <p:cNvSpPr>
            <a:spLocks noGrp="1"/>
          </p:cNvSpPr>
          <p:nvPr>
            <p:ph type="title"/>
          </p:nvPr>
        </p:nvSpPr>
        <p:spPr/>
        <p:txBody>
          <a:bodyPr/>
          <a:lstStyle/>
          <a:p>
            <a:r>
              <a:rPr lang="en-US" dirty="0"/>
              <a:t>auth-helper.js</a:t>
            </a:r>
          </a:p>
        </p:txBody>
      </p:sp>
      <p:sp>
        <p:nvSpPr>
          <p:cNvPr id="3" name="Content Placeholder 2">
            <a:extLst>
              <a:ext uri="{FF2B5EF4-FFF2-40B4-BE49-F238E27FC236}">
                <a16:creationId xmlns:a16="http://schemas.microsoft.com/office/drawing/2014/main" id="{1F2F4DDA-B843-C36A-E532-C0C008A925C0}"/>
              </a:ext>
            </a:extLst>
          </p:cNvPr>
          <p:cNvSpPr>
            <a:spLocks noGrp="1"/>
          </p:cNvSpPr>
          <p:nvPr>
            <p:ph idx="1"/>
          </p:nvPr>
        </p:nvSpPr>
        <p:spPr/>
        <p:txBody>
          <a:bodyPr/>
          <a:lstStyle/>
          <a:p>
            <a:r>
              <a:rPr lang="en-US" dirty="0"/>
              <a:t>Then Add </a:t>
            </a:r>
            <a:r>
              <a:rPr lang="en-US" dirty="0" err="1"/>
              <a:t>updateUser</a:t>
            </a:r>
            <a:r>
              <a:rPr lang="en-US" dirty="0"/>
              <a:t> function in auth-helper.js in the client side as follows:</a:t>
            </a:r>
          </a:p>
          <a:p>
            <a:r>
              <a:rPr lang="en-US" sz="2200" dirty="0" err="1"/>
              <a:t>updateUser</a:t>
            </a:r>
            <a:r>
              <a:rPr lang="en-US" sz="2200" dirty="0"/>
              <a:t>(user, </a:t>
            </a:r>
            <a:r>
              <a:rPr lang="en-US" sz="2200" dirty="0" err="1"/>
              <a:t>cb</a:t>
            </a:r>
            <a:r>
              <a:rPr lang="en-US" sz="2200" dirty="0"/>
              <a:t>) {</a:t>
            </a:r>
          </a:p>
          <a:p>
            <a:r>
              <a:rPr lang="en-US" sz="2200" dirty="0"/>
              <a:t>if (</a:t>
            </a:r>
            <a:r>
              <a:rPr lang="en-US" sz="2200" dirty="0" err="1"/>
              <a:t>typeof</a:t>
            </a:r>
            <a:r>
              <a:rPr lang="en-US" sz="2200" dirty="0"/>
              <a:t> window !== “undefined”) {</a:t>
            </a:r>
          </a:p>
          <a:p>
            <a:r>
              <a:rPr lang="en-US" sz="2200" dirty="0"/>
              <a:t>if (</a:t>
            </a:r>
            <a:r>
              <a:rPr lang="en-US" sz="2200" dirty="0" err="1"/>
              <a:t>sessionStorage.getItem</a:t>
            </a:r>
            <a:r>
              <a:rPr lang="en-US" sz="2200" dirty="0"/>
              <a:t>(“</a:t>
            </a:r>
            <a:r>
              <a:rPr lang="en-US" sz="2200" dirty="0" err="1"/>
              <a:t>jwt</a:t>
            </a:r>
            <a:r>
              <a:rPr lang="en-US" sz="2200" dirty="0"/>
              <a:t>”)) {</a:t>
            </a:r>
          </a:p>
          <a:p>
            <a:r>
              <a:rPr lang="en-US" sz="2200" dirty="0"/>
              <a:t>let auth = </a:t>
            </a:r>
            <a:r>
              <a:rPr lang="en-US" sz="2200" dirty="0" err="1"/>
              <a:t>JSON.parse</a:t>
            </a:r>
            <a:r>
              <a:rPr lang="en-US" sz="2200" dirty="0"/>
              <a:t>(</a:t>
            </a:r>
            <a:r>
              <a:rPr lang="en-US" sz="2200" dirty="0" err="1"/>
              <a:t>sessionStorage.getItem</a:t>
            </a:r>
            <a:r>
              <a:rPr lang="en-US" sz="2200" dirty="0"/>
              <a:t>(“</a:t>
            </a:r>
            <a:r>
              <a:rPr lang="en-US" sz="2200" dirty="0" err="1"/>
              <a:t>jwt</a:t>
            </a:r>
            <a:r>
              <a:rPr lang="en-US" sz="2200" dirty="0"/>
              <a:t>”));</a:t>
            </a:r>
          </a:p>
          <a:p>
            <a:r>
              <a:rPr lang="en-US" sz="2200" dirty="0" err="1"/>
              <a:t>auth.user</a:t>
            </a:r>
            <a:r>
              <a:rPr lang="en-US" sz="2200" dirty="0"/>
              <a:t> = user;</a:t>
            </a:r>
          </a:p>
          <a:p>
            <a:r>
              <a:rPr lang="en-US" sz="2200" dirty="0" err="1"/>
              <a:t>sessionStorage.setItem</a:t>
            </a:r>
            <a:r>
              <a:rPr lang="en-US" sz="2200" dirty="0"/>
              <a:t>(“</a:t>
            </a:r>
            <a:r>
              <a:rPr lang="en-US" sz="2200" dirty="0" err="1"/>
              <a:t>jwt</a:t>
            </a:r>
            <a:r>
              <a:rPr lang="en-US" sz="2200" dirty="0"/>
              <a:t>”, </a:t>
            </a:r>
            <a:r>
              <a:rPr lang="en-US" sz="2200" dirty="0" err="1"/>
              <a:t>JSON.stringify</a:t>
            </a:r>
            <a:r>
              <a:rPr lang="en-US" sz="2200" dirty="0"/>
              <a:t>(auth));</a:t>
            </a:r>
          </a:p>
          <a:p>
            <a:r>
              <a:rPr lang="en-US" sz="2200" dirty="0" err="1"/>
              <a:t>cb</a:t>
            </a:r>
            <a:r>
              <a:rPr lang="en-US" sz="2200" dirty="0"/>
              <a:t>();</a:t>
            </a:r>
          </a:p>
          <a:p>
            <a:r>
              <a:rPr lang="en-US" sz="2200" dirty="0"/>
              <a:t>}</a:t>
            </a:r>
          </a:p>
          <a:p>
            <a:r>
              <a:rPr lang="en-US" sz="2200" dirty="0"/>
              <a:t>}</a:t>
            </a:r>
          </a:p>
          <a:p>
            <a:r>
              <a:rPr lang="en-US" sz="2200" dirty="0"/>
              <a:t>},</a:t>
            </a:r>
          </a:p>
          <a:p>
            <a:r>
              <a:rPr lang="en-US" sz="2200" dirty="0"/>
              <a:t>};</a:t>
            </a:r>
          </a:p>
        </p:txBody>
      </p:sp>
      <p:sp>
        <p:nvSpPr>
          <p:cNvPr id="4" name="Date Placeholder 3">
            <a:extLst>
              <a:ext uri="{FF2B5EF4-FFF2-40B4-BE49-F238E27FC236}">
                <a16:creationId xmlns:a16="http://schemas.microsoft.com/office/drawing/2014/main" id="{87690A98-2E3B-2948-2AD1-BC137BC712B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A94BD49-8958-C240-B494-5C52728D5DC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4BACAE6-A347-3822-EDAA-12147B8E8037}"/>
              </a:ext>
            </a:extLst>
          </p:cNvPr>
          <p:cNvSpPr>
            <a:spLocks noGrp="1"/>
          </p:cNvSpPr>
          <p:nvPr>
            <p:ph type="sldNum" sz="quarter" idx="12"/>
          </p:nvPr>
        </p:nvSpPr>
        <p:spPr/>
        <p:txBody>
          <a:bodyPr/>
          <a:lstStyle/>
          <a:p>
            <a:fld id="{7C5CF243-786F-4254-B068-4C9F0B6EA12F}" type="slidenum">
              <a:rPr lang="en-US" altLang="en-US" smtClean="0"/>
              <a:pPr/>
              <a:t>17</a:t>
            </a:fld>
            <a:endParaRPr lang="en-US" altLang="en-US"/>
          </a:p>
        </p:txBody>
      </p:sp>
    </p:spTree>
    <p:extLst>
      <p:ext uri="{BB962C8B-B14F-4D97-AF65-F5344CB8AC3E}">
        <p14:creationId xmlns:p14="http://schemas.microsoft.com/office/powerpoint/2010/main" val="2903651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4E5D-19B7-58A4-7907-F92E071F03AC}"/>
              </a:ext>
            </a:extLst>
          </p:cNvPr>
          <p:cNvSpPr>
            <a:spLocks noGrp="1"/>
          </p:cNvSpPr>
          <p:nvPr>
            <p:ph type="title"/>
          </p:nvPr>
        </p:nvSpPr>
        <p:spPr/>
        <p:txBody>
          <a:bodyPr/>
          <a:lstStyle/>
          <a:p>
            <a:r>
              <a:rPr lang="en-US" dirty="0"/>
              <a:t>Updated client/lib/auth-helper.js</a:t>
            </a:r>
          </a:p>
        </p:txBody>
      </p:sp>
      <p:sp>
        <p:nvSpPr>
          <p:cNvPr id="3" name="Content Placeholder 2">
            <a:extLst>
              <a:ext uri="{FF2B5EF4-FFF2-40B4-BE49-F238E27FC236}">
                <a16:creationId xmlns:a16="http://schemas.microsoft.com/office/drawing/2014/main" id="{561CC1F6-6FCE-E9BD-F394-946A7136B47A}"/>
              </a:ext>
            </a:extLst>
          </p:cNvPr>
          <p:cNvSpPr>
            <a:spLocks noGrp="1"/>
          </p:cNvSpPr>
          <p:nvPr>
            <p:ph idx="1"/>
          </p:nvPr>
        </p:nvSpPr>
        <p:spPr/>
        <p:txBody>
          <a:bodyPr/>
          <a:lstStyle/>
          <a:p>
            <a:r>
              <a:rPr lang="en-US" sz="750" b="0" dirty="0">
                <a:solidFill>
                  <a:srgbClr val="008000"/>
                </a:solidFill>
                <a:effectLst/>
                <a:latin typeface="Consolas" panose="020B0609020204030204" pitchFamily="49" charset="0"/>
              </a:rPr>
              <a:t>import { </a:t>
            </a:r>
            <a:r>
              <a:rPr lang="en-US" sz="750" b="0" dirty="0" err="1">
                <a:solidFill>
                  <a:srgbClr val="008000"/>
                </a:solidFill>
                <a:effectLst/>
                <a:latin typeface="Consolas" panose="020B0609020204030204" pitchFamily="49" charset="0"/>
              </a:rPr>
              <a:t>signout</a:t>
            </a:r>
            <a:r>
              <a:rPr lang="en-US" sz="750" b="0" dirty="0">
                <a:solidFill>
                  <a:srgbClr val="008000"/>
                </a:solidFill>
                <a:effectLst/>
                <a:latin typeface="Consolas" panose="020B0609020204030204" pitchFamily="49" charset="0"/>
              </a:rPr>
              <a:t> } from './api-auth.js'</a:t>
            </a:r>
          </a:p>
          <a:p>
            <a:r>
              <a:rPr lang="en-US" sz="750" b="0" dirty="0">
                <a:solidFill>
                  <a:srgbClr val="008000"/>
                </a:solidFill>
                <a:effectLst/>
                <a:latin typeface="Consolas" panose="020B0609020204030204" pitchFamily="49" charset="0"/>
              </a:rPr>
              <a:t>const auth = {</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isAuthenticated</a:t>
            </a:r>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if (</a:t>
            </a:r>
            <a:r>
              <a:rPr lang="en-US" sz="750" b="0" dirty="0" err="1">
                <a:solidFill>
                  <a:srgbClr val="008000"/>
                </a:solidFill>
                <a:effectLst/>
                <a:latin typeface="Consolas" panose="020B0609020204030204" pitchFamily="49" charset="0"/>
              </a:rPr>
              <a:t>typeof</a:t>
            </a:r>
            <a:r>
              <a:rPr lang="en-US" sz="750" b="0" dirty="0">
                <a:solidFill>
                  <a:srgbClr val="008000"/>
                </a:solidFill>
                <a:effectLst/>
                <a:latin typeface="Consolas" panose="020B0609020204030204" pitchFamily="49" charset="0"/>
              </a:rPr>
              <a:t> window == "undefined")</a:t>
            </a:r>
          </a:p>
          <a:p>
            <a:r>
              <a:rPr lang="en-US" sz="750" b="0" dirty="0">
                <a:solidFill>
                  <a:srgbClr val="008000"/>
                </a:solidFill>
                <a:effectLst/>
                <a:latin typeface="Consolas" panose="020B0609020204030204" pitchFamily="49" charset="0"/>
              </a:rPr>
              <a:t>return false</a:t>
            </a:r>
          </a:p>
          <a:p>
            <a:r>
              <a:rPr lang="en-US" sz="750" b="0" dirty="0">
                <a:solidFill>
                  <a:srgbClr val="008000"/>
                </a:solidFill>
                <a:effectLst/>
                <a:latin typeface="Consolas" panose="020B0609020204030204" pitchFamily="49" charset="0"/>
              </a:rPr>
              <a:t>if (</a:t>
            </a:r>
            <a:r>
              <a:rPr lang="en-US" sz="750" b="0" dirty="0" err="1">
                <a:solidFill>
                  <a:srgbClr val="008000"/>
                </a:solidFill>
                <a:effectLst/>
                <a:latin typeface="Consolas" panose="020B0609020204030204" pitchFamily="49" charset="0"/>
              </a:rPr>
              <a:t>sessionStorage.getItem</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return </a:t>
            </a:r>
            <a:r>
              <a:rPr lang="en-US" sz="750" b="0" dirty="0" err="1">
                <a:solidFill>
                  <a:srgbClr val="008000"/>
                </a:solidFill>
                <a:effectLst/>
                <a:latin typeface="Consolas" panose="020B0609020204030204" pitchFamily="49" charset="0"/>
              </a:rPr>
              <a:t>JSON.parse</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sessionStorage.getItem</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 else</a:t>
            </a:r>
          </a:p>
          <a:p>
            <a:r>
              <a:rPr lang="en-US" sz="750" b="0" dirty="0">
                <a:solidFill>
                  <a:srgbClr val="008000"/>
                </a:solidFill>
                <a:effectLst/>
                <a:latin typeface="Consolas" panose="020B0609020204030204" pitchFamily="49" charset="0"/>
              </a:rPr>
              <a:t>return false</a:t>
            </a:r>
          </a:p>
          <a:p>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 authenticate(</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cb</a:t>
            </a:r>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 if (</a:t>
            </a:r>
            <a:r>
              <a:rPr lang="en-US" sz="750" b="0" dirty="0" err="1">
                <a:solidFill>
                  <a:srgbClr val="008000"/>
                </a:solidFill>
                <a:effectLst/>
                <a:latin typeface="Consolas" panose="020B0609020204030204" pitchFamily="49" charset="0"/>
              </a:rPr>
              <a:t>typeof</a:t>
            </a:r>
            <a:r>
              <a:rPr lang="en-US" sz="750" b="0" dirty="0">
                <a:solidFill>
                  <a:srgbClr val="008000"/>
                </a:solidFill>
                <a:effectLst/>
                <a:latin typeface="Consolas" panose="020B0609020204030204" pitchFamily="49" charset="0"/>
              </a:rPr>
              <a:t> window !== "undefined")</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sessionStorage.setItem</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JSON.stringify</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cb</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clearJWT</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cb</a:t>
            </a:r>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 if (</a:t>
            </a:r>
            <a:r>
              <a:rPr lang="en-US" sz="750" b="0" dirty="0" err="1">
                <a:solidFill>
                  <a:srgbClr val="008000"/>
                </a:solidFill>
                <a:effectLst/>
                <a:latin typeface="Consolas" panose="020B0609020204030204" pitchFamily="49" charset="0"/>
              </a:rPr>
              <a:t>typeof</a:t>
            </a:r>
            <a:r>
              <a:rPr lang="en-US" sz="750" b="0" dirty="0">
                <a:solidFill>
                  <a:srgbClr val="008000"/>
                </a:solidFill>
                <a:effectLst/>
                <a:latin typeface="Consolas" panose="020B0609020204030204" pitchFamily="49" charset="0"/>
              </a:rPr>
              <a:t> window !== "undefined")</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sessionStorage.removeItem</a:t>
            </a:r>
            <a:r>
              <a:rPr lang="en-US" sz="750" b="0" dirty="0">
                <a:solidFill>
                  <a:srgbClr val="008000"/>
                </a:solidFill>
                <a:effectLst/>
                <a:latin typeface="Consolas" panose="020B0609020204030204" pitchFamily="49" charset="0"/>
              </a:rPr>
              <a:t>('</a:t>
            </a:r>
            <a:r>
              <a:rPr lang="en-US" sz="750" b="0" dirty="0" err="1">
                <a:solidFill>
                  <a:srgbClr val="008000"/>
                </a:solidFill>
                <a:effectLst/>
                <a:latin typeface="Consolas" panose="020B0609020204030204" pitchFamily="49" charset="0"/>
              </a:rPr>
              <a:t>jwt</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cb</a:t>
            </a:r>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 //optional</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signout</a:t>
            </a:r>
            <a:r>
              <a:rPr lang="en-US" sz="750" b="0" dirty="0">
                <a:solidFill>
                  <a:srgbClr val="008000"/>
                </a:solidFill>
                <a:effectLst/>
                <a:latin typeface="Consolas" panose="020B0609020204030204" pitchFamily="49" charset="0"/>
              </a:rPr>
              <a:t>().then((data) =&gt; {</a:t>
            </a:r>
          </a:p>
          <a:p>
            <a:r>
              <a:rPr lang="en-US" sz="750" b="0" dirty="0">
                <a:solidFill>
                  <a:srgbClr val="008000"/>
                </a:solidFill>
                <a:effectLst/>
                <a:latin typeface="Consolas" panose="020B0609020204030204" pitchFamily="49" charset="0"/>
              </a:rPr>
              <a:t> </a:t>
            </a:r>
            <a:r>
              <a:rPr lang="en-US" sz="750" b="0" dirty="0" err="1">
                <a:solidFill>
                  <a:srgbClr val="008000"/>
                </a:solidFill>
                <a:effectLst/>
                <a:latin typeface="Consolas" panose="020B0609020204030204" pitchFamily="49" charset="0"/>
              </a:rPr>
              <a:t>document.cookie</a:t>
            </a:r>
            <a:r>
              <a:rPr lang="en-US" sz="750" b="0" dirty="0">
                <a:solidFill>
                  <a:srgbClr val="008000"/>
                </a:solidFill>
                <a:effectLst/>
                <a:latin typeface="Consolas" panose="020B0609020204030204" pitchFamily="49" charset="0"/>
              </a:rPr>
              <a:t> = "t=; expires=Thu, 01 Jan 1970 00:00:00 UTC; path=/;"</a:t>
            </a:r>
          </a:p>
          <a:p>
            <a:r>
              <a:rPr lang="en-US" sz="750" b="0" dirty="0">
                <a:solidFill>
                  <a:srgbClr val="008000"/>
                </a:solidFill>
                <a:effectLst/>
                <a:latin typeface="Consolas" panose="020B0609020204030204" pitchFamily="49" charset="0"/>
              </a:rPr>
              <a:t> });</a:t>
            </a:r>
          </a:p>
          <a:p>
            <a:r>
              <a:rPr lang="en-US" sz="750" b="0" dirty="0">
                <a:solidFill>
                  <a:srgbClr val="008000"/>
                </a:solidFill>
                <a:effectLst/>
                <a:latin typeface="Consolas" panose="020B0609020204030204" pitchFamily="49" charset="0"/>
              </a:rPr>
              <a:t> }</a:t>
            </a:r>
            <a:r>
              <a:rPr lang="en-US" sz="750" b="0" dirty="0">
                <a:solidFill>
                  <a:srgbClr val="008000"/>
                </a:solidFill>
                <a:effectLst/>
                <a:highlight>
                  <a:srgbClr val="FFFF00"/>
                </a:highlight>
                <a:latin typeface="Consolas" panose="020B0609020204030204" pitchFamily="49" charset="0"/>
              </a:rPr>
              <a:t>,</a:t>
            </a:r>
          </a:p>
          <a:p>
            <a:br>
              <a:rPr lang="en-US" sz="750" b="0" dirty="0">
                <a:solidFill>
                  <a:srgbClr val="008000"/>
                </a:solidFill>
                <a:effectLst/>
                <a:highlight>
                  <a:srgbClr val="FFFF00"/>
                </a:highlight>
                <a:latin typeface="Consolas" panose="020B0609020204030204" pitchFamily="49" charset="0"/>
              </a:rPr>
            </a:br>
            <a:r>
              <a:rPr lang="en-US" sz="750" b="0" dirty="0">
                <a:solidFill>
                  <a:srgbClr val="008000"/>
                </a:solidFill>
                <a:effectLst/>
                <a:highlight>
                  <a:srgbClr val="FFFF00"/>
                </a:highlight>
                <a:latin typeface="Consolas" panose="020B0609020204030204" pitchFamily="49" charset="0"/>
              </a:rPr>
              <a:t> </a:t>
            </a:r>
            <a:r>
              <a:rPr lang="en-US" sz="750" b="0" dirty="0" err="1">
                <a:solidFill>
                  <a:srgbClr val="008000"/>
                </a:solidFill>
                <a:effectLst/>
                <a:highlight>
                  <a:srgbClr val="FFFF00"/>
                </a:highlight>
                <a:latin typeface="Consolas" panose="020B0609020204030204" pitchFamily="49" charset="0"/>
              </a:rPr>
              <a:t>updateUser</a:t>
            </a:r>
            <a:r>
              <a:rPr lang="en-US" sz="750" b="0" dirty="0">
                <a:solidFill>
                  <a:srgbClr val="008000"/>
                </a:solidFill>
                <a:effectLst/>
                <a:highlight>
                  <a:srgbClr val="FFFF00"/>
                </a:highlight>
                <a:latin typeface="Consolas" panose="020B0609020204030204" pitchFamily="49" charset="0"/>
              </a:rPr>
              <a:t>(user, </a:t>
            </a:r>
            <a:r>
              <a:rPr lang="en-US" sz="750" b="0" dirty="0" err="1">
                <a:solidFill>
                  <a:srgbClr val="008000"/>
                </a:solidFill>
                <a:effectLst/>
                <a:highlight>
                  <a:srgbClr val="FFFF00"/>
                </a:highlight>
                <a:latin typeface="Consolas" panose="020B0609020204030204" pitchFamily="49" charset="0"/>
              </a:rPr>
              <a:t>cb</a:t>
            </a:r>
            <a:r>
              <a:rPr lang="en-US" sz="750" b="0" dirty="0">
                <a:solidFill>
                  <a:srgbClr val="008000"/>
                </a:solidFill>
                <a:effectLst/>
                <a:highlight>
                  <a:srgbClr val="FFFF00"/>
                </a:highlight>
                <a:latin typeface="Consolas" panose="020B0609020204030204" pitchFamily="49" charset="0"/>
              </a:rPr>
              <a:t>) {</a:t>
            </a:r>
          </a:p>
          <a:p>
            <a:r>
              <a:rPr lang="en-US" sz="750" b="0" dirty="0">
                <a:solidFill>
                  <a:srgbClr val="008000"/>
                </a:solidFill>
                <a:effectLst/>
                <a:highlight>
                  <a:srgbClr val="FFFF00"/>
                </a:highlight>
                <a:latin typeface="Consolas" panose="020B0609020204030204" pitchFamily="49" charset="0"/>
              </a:rPr>
              <a:t>    if (</a:t>
            </a:r>
            <a:r>
              <a:rPr lang="en-US" sz="750" b="0" dirty="0" err="1">
                <a:solidFill>
                  <a:srgbClr val="008000"/>
                </a:solidFill>
                <a:effectLst/>
                <a:highlight>
                  <a:srgbClr val="FFFF00"/>
                </a:highlight>
                <a:latin typeface="Consolas" panose="020B0609020204030204" pitchFamily="49" charset="0"/>
              </a:rPr>
              <a:t>typeof</a:t>
            </a:r>
            <a:r>
              <a:rPr lang="en-US" sz="750" b="0" dirty="0">
                <a:solidFill>
                  <a:srgbClr val="008000"/>
                </a:solidFill>
                <a:effectLst/>
                <a:highlight>
                  <a:srgbClr val="FFFF00"/>
                </a:highlight>
                <a:latin typeface="Consolas" panose="020B0609020204030204" pitchFamily="49" charset="0"/>
              </a:rPr>
              <a:t> window !== "undefined") {</a:t>
            </a:r>
          </a:p>
          <a:p>
            <a:r>
              <a:rPr lang="en-US" sz="750" b="0" dirty="0">
                <a:solidFill>
                  <a:srgbClr val="008000"/>
                </a:solidFill>
                <a:effectLst/>
                <a:highlight>
                  <a:srgbClr val="FFFF00"/>
                </a:highlight>
                <a:latin typeface="Consolas" panose="020B0609020204030204" pitchFamily="49" charset="0"/>
              </a:rPr>
              <a:t>    if (</a:t>
            </a:r>
            <a:r>
              <a:rPr lang="en-US" sz="750" b="0" dirty="0" err="1">
                <a:solidFill>
                  <a:srgbClr val="008000"/>
                </a:solidFill>
                <a:effectLst/>
                <a:highlight>
                  <a:srgbClr val="FFFF00"/>
                </a:highlight>
                <a:latin typeface="Consolas" panose="020B0609020204030204" pitchFamily="49" charset="0"/>
              </a:rPr>
              <a:t>sessionStorage.getItem</a:t>
            </a:r>
            <a:r>
              <a:rPr lang="en-US" sz="750" b="0" dirty="0">
                <a:solidFill>
                  <a:srgbClr val="008000"/>
                </a:solidFill>
                <a:effectLst/>
                <a:highlight>
                  <a:srgbClr val="FFFF00"/>
                </a:highlight>
                <a:latin typeface="Consolas" panose="020B0609020204030204" pitchFamily="49" charset="0"/>
              </a:rPr>
              <a:t>("</a:t>
            </a:r>
            <a:r>
              <a:rPr lang="en-US" sz="750" b="0" dirty="0" err="1">
                <a:solidFill>
                  <a:srgbClr val="008000"/>
                </a:solidFill>
                <a:effectLst/>
                <a:highlight>
                  <a:srgbClr val="FFFF00"/>
                </a:highlight>
                <a:latin typeface="Consolas" panose="020B0609020204030204" pitchFamily="49" charset="0"/>
              </a:rPr>
              <a:t>jwt</a:t>
            </a:r>
            <a:r>
              <a:rPr lang="en-US" sz="750" b="0" dirty="0">
                <a:solidFill>
                  <a:srgbClr val="008000"/>
                </a:solidFill>
                <a:effectLst/>
                <a:highlight>
                  <a:srgbClr val="FFFF00"/>
                </a:highlight>
                <a:latin typeface="Consolas" panose="020B0609020204030204" pitchFamily="49" charset="0"/>
              </a:rPr>
              <a:t>")) {</a:t>
            </a:r>
          </a:p>
          <a:p>
            <a:r>
              <a:rPr lang="en-US" sz="750" b="0" dirty="0">
                <a:solidFill>
                  <a:srgbClr val="008000"/>
                </a:solidFill>
                <a:effectLst/>
                <a:highlight>
                  <a:srgbClr val="FFFF00"/>
                </a:highlight>
                <a:latin typeface="Consolas" panose="020B0609020204030204" pitchFamily="49" charset="0"/>
              </a:rPr>
              <a:t>    let auth = </a:t>
            </a:r>
            <a:r>
              <a:rPr lang="en-US" sz="750" b="0" dirty="0" err="1">
                <a:solidFill>
                  <a:srgbClr val="008000"/>
                </a:solidFill>
                <a:effectLst/>
                <a:highlight>
                  <a:srgbClr val="FFFF00"/>
                </a:highlight>
                <a:latin typeface="Consolas" panose="020B0609020204030204" pitchFamily="49" charset="0"/>
              </a:rPr>
              <a:t>JSON.parse</a:t>
            </a:r>
            <a:r>
              <a:rPr lang="en-US" sz="750" b="0" dirty="0">
                <a:solidFill>
                  <a:srgbClr val="008000"/>
                </a:solidFill>
                <a:effectLst/>
                <a:highlight>
                  <a:srgbClr val="FFFF00"/>
                </a:highlight>
                <a:latin typeface="Consolas" panose="020B0609020204030204" pitchFamily="49" charset="0"/>
              </a:rPr>
              <a:t>(</a:t>
            </a:r>
            <a:r>
              <a:rPr lang="en-US" sz="750" b="0" dirty="0" err="1">
                <a:solidFill>
                  <a:srgbClr val="008000"/>
                </a:solidFill>
                <a:effectLst/>
                <a:highlight>
                  <a:srgbClr val="FFFF00"/>
                </a:highlight>
                <a:latin typeface="Consolas" panose="020B0609020204030204" pitchFamily="49" charset="0"/>
              </a:rPr>
              <a:t>sessionStorage.getItem</a:t>
            </a:r>
            <a:r>
              <a:rPr lang="en-US" sz="750" b="0" dirty="0">
                <a:solidFill>
                  <a:srgbClr val="008000"/>
                </a:solidFill>
                <a:effectLst/>
                <a:highlight>
                  <a:srgbClr val="FFFF00"/>
                </a:highlight>
                <a:latin typeface="Consolas" panose="020B0609020204030204" pitchFamily="49" charset="0"/>
              </a:rPr>
              <a:t>("</a:t>
            </a:r>
            <a:r>
              <a:rPr lang="en-US" sz="750" b="0" dirty="0" err="1">
                <a:solidFill>
                  <a:srgbClr val="008000"/>
                </a:solidFill>
                <a:effectLst/>
                <a:highlight>
                  <a:srgbClr val="FFFF00"/>
                </a:highlight>
                <a:latin typeface="Consolas" panose="020B0609020204030204" pitchFamily="49" charset="0"/>
              </a:rPr>
              <a:t>jwt</a:t>
            </a:r>
            <a:r>
              <a:rPr lang="en-US" sz="750" b="0" dirty="0">
                <a:solidFill>
                  <a:srgbClr val="008000"/>
                </a:solidFill>
                <a:effectLst/>
                <a:highlight>
                  <a:srgbClr val="FFFF00"/>
                </a:highlight>
                <a:latin typeface="Consolas" panose="020B0609020204030204" pitchFamily="49" charset="0"/>
              </a:rPr>
              <a:t>"));</a:t>
            </a:r>
          </a:p>
          <a:p>
            <a:r>
              <a:rPr lang="en-US" sz="750" b="0" dirty="0">
                <a:solidFill>
                  <a:srgbClr val="008000"/>
                </a:solidFill>
                <a:effectLst/>
                <a:highlight>
                  <a:srgbClr val="FFFF00"/>
                </a:highlight>
                <a:latin typeface="Consolas" panose="020B0609020204030204" pitchFamily="49" charset="0"/>
              </a:rPr>
              <a:t>    </a:t>
            </a:r>
            <a:r>
              <a:rPr lang="en-US" sz="750" b="0" dirty="0" err="1">
                <a:solidFill>
                  <a:srgbClr val="008000"/>
                </a:solidFill>
                <a:effectLst/>
                <a:highlight>
                  <a:srgbClr val="FFFF00"/>
                </a:highlight>
                <a:latin typeface="Consolas" panose="020B0609020204030204" pitchFamily="49" charset="0"/>
              </a:rPr>
              <a:t>auth.user</a:t>
            </a:r>
            <a:r>
              <a:rPr lang="en-US" sz="750" b="0" dirty="0">
                <a:solidFill>
                  <a:srgbClr val="008000"/>
                </a:solidFill>
                <a:effectLst/>
                <a:highlight>
                  <a:srgbClr val="FFFF00"/>
                </a:highlight>
                <a:latin typeface="Consolas" panose="020B0609020204030204" pitchFamily="49" charset="0"/>
              </a:rPr>
              <a:t> = user;</a:t>
            </a:r>
          </a:p>
          <a:p>
            <a:r>
              <a:rPr lang="en-US" sz="750" b="0" dirty="0">
                <a:solidFill>
                  <a:srgbClr val="008000"/>
                </a:solidFill>
                <a:effectLst/>
                <a:highlight>
                  <a:srgbClr val="FFFF00"/>
                </a:highlight>
                <a:latin typeface="Consolas" panose="020B0609020204030204" pitchFamily="49" charset="0"/>
              </a:rPr>
              <a:t>    </a:t>
            </a:r>
            <a:r>
              <a:rPr lang="en-US" sz="750" b="0" dirty="0" err="1">
                <a:solidFill>
                  <a:srgbClr val="008000"/>
                </a:solidFill>
                <a:effectLst/>
                <a:highlight>
                  <a:srgbClr val="FFFF00"/>
                </a:highlight>
                <a:latin typeface="Consolas" panose="020B0609020204030204" pitchFamily="49" charset="0"/>
              </a:rPr>
              <a:t>sessionStorage.setItem</a:t>
            </a:r>
            <a:r>
              <a:rPr lang="en-US" sz="750" b="0" dirty="0">
                <a:solidFill>
                  <a:srgbClr val="008000"/>
                </a:solidFill>
                <a:effectLst/>
                <a:highlight>
                  <a:srgbClr val="FFFF00"/>
                </a:highlight>
                <a:latin typeface="Consolas" panose="020B0609020204030204" pitchFamily="49" charset="0"/>
              </a:rPr>
              <a:t>("</a:t>
            </a:r>
            <a:r>
              <a:rPr lang="en-US" sz="750" b="0" dirty="0" err="1">
                <a:solidFill>
                  <a:srgbClr val="008000"/>
                </a:solidFill>
                <a:effectLst/>
                <a:highlight>
                  <a:srgbClr val="FFFF00"/>
                </a:highlight>
                <a:latin typeface="Consolas" panose="020B0609020204030204" pitchFamily="49" charset="0"/>
              </a:rPr>
              <a:t>jwt</a:t>
            </a:r>
            <a:r>
              <a:rPr lang="en-US" sz="750" b="0" dirty="0">
                <a:solidFill>
                  <a:srgbClr val="008000"/>
                </a:solidFill>
                <a:effectLst/>
                <a:highlight>
                  <a:srgbClr val="FFFF00"/>
                </a:highlight>
                <a:latin typeface="Consolas" panose="020B0609020204030204" pitchFamily="49" charset="0"/>
              </a:rPr>
              <a:t>", </a:t>
            </a:r>
            <a:r>
              <a:rPr lang="en-US" sz="750" b="0" dirty="0" err="1">
                <a:solidFill>
                  <a:srgbClr val="008000"/>
                </a:solidFill>
                <a:effectLst/>
                <a:highlight>
                  <a:srgbClr val="FFFF00"/>
                </a:highlight>
                <a:latin typeface="Consolas" panose="020B0609020204030204" pitchFamily="49" charset="0"/>
              </a:rPr>
              <a:t>JSON.stringify</a:t>
            </a:r>
            <a:r>
              <a:rPr lang="en-US" sz="750" b="0" dirty="0">
                <a:solidFill>
                  <a:srgbClr val="008000"/>
                </a:solidFill>
                <a:effectLst/>
                <a:highlight>
                  <a:srgbClr val="FFFF00"/>
                </a:highlight>
                <a:latin typeface="Consolas" panose="020B0609020204030204" pitchFamily="49" charset="0"/>
              </a:rPr>
              <a:t>(auth));</a:t>
            </a:r>
          </a:p>
          <a:p>
            <a:r>
              <a:rPr lang="en-US" sz="750" b="0" dirty="0">
                <a:solidFill>
                  <a:srgbClr val="008000"/>
                </a:solidFill>
                <a:effectLst/>
                <a:highlight>
                  <a:srgbClr val="FFFF00"/>
                </a:highlight>
                <a:latin typeface="Consolas" panose="020B0609020204030204" pitchFamily="49" charset="0"/>
              </a:rPr>
              <a:t>    </a:t>
            </a:r>
            <a:r>
              <a:rPr lang="en-US" sz="750" b="0" dirty="0" err="1">
                <a:solidFill>
                  <a:srgbClr val="008000"/>
                </a:solidFill>
                <a:effectLst/>
                <a:highlight>
                  <a:srgbClr val="FFFF00"/>
                </a:highlight>
                <a:latin typeface="Consolas" panose="020B0609020204030204" pitchFamily="49" charset="0"/>
              </a:rPr>
              <a:t>cb</a:t>
            </a:r>
            <a:r>
              <a:rPr lang="en-US" sz="750" b="0" dirty="0">
                <a:solidFill>
                  <a:srgbClr val="008000"/>
                </a:solidFill>
                <a:effectLst/>
                <a:highlight>
                  <a:srgbClr val="FFFF00"/>
                </a:highlight>
                <a:latin typeface="Consolas" panose="020B0609020204030204" pitchFamily="49" charset="0"/>
              </a:rPr>
              <a:t>();</a:t>
            </a:r>
          </a:p>
          <a:p>
            <a:r>
              <a:rPr lang="en-US" sz="750" b="0" dirty="0">
                <a:solidFill>
                  <a:srgbClr val="008000"/>
                </a:solidFill>
                <a:effectLst/>
                <a:highlight>
                  <a:srgbClr val="FFFF00"/>
                </a:highlight>
                <a:latin typeface="Consolas" panose="020B0609020204030204" pitchFamily="49" charset="0"/>
              </a:rPr>
              <a:t>    }</a:t>
            </a:r>
          </a:p>
          <a:p>
            <a:r>
              <a:rPr lang="en-US" sz="750" b="0" dirty="0">
                <a:solidFill>
                  <a:srgbClr val="008000"/>
                </a:solidFill>
                <a:effectLst/>
                <a:highlight>
                  <a:srgbClr val="FFFF00"/>
                </a:highlight>
                <a:latin typeface="Consolas" panose="020B0609020204030204" pitchFamily="49" charset="0"/>
              </a:rPr>
              <a:t>    }</a:t>
            </a:r>
          </a:p>
          <a:p>
            <a:r>
              <a:rPr lang="en-US" sz="750" b="0" dirty="0">
                <a:solidFill>
                  <a:srgbClr val="008000"/>
                </a:solidFill>
                <a:effectLst/>
                <a:highlight>
                  <a:srgbClr val="FFFF00"/>
                </a:highlight>
                <a:latin typeface="Consolas" panose="020B0609020204030204" pitchFamily="49" charset="0"/>
              </a:rPr>
              <a:t>    },</a:t>
            </a:r>
          </a:p>
          <a:p>
            <a:r>
              <a:rPr lang="en-US" sz="750" b="0" dirty="0">
                <a:solidFill>
                  <a:srgbClr val="008000"/>
                </a:solidFill>
                <a:effectLst/>
                <a:latin typeface="Consolas" panose="020B0609020204030204" pitchFamily="49" charset="0"/>
              </a:rPr>
              <a:t>};</a:t>
            </a:r>
          </a:p>
          <a:p>
            <a:r>
              <a:rPr lang="en-US" sz="750" b="0" dirty="0">
                <a:solidFill>
                  <a:srgbClr val="008000"/>
                </a:solidFill>
                <a:effectLst/>
                <a:latin typeface="Consolas" panose="020B0609020204030204" pitchFamily="49" charset="0"/>
              </a:rPr>
              <a:t>export default auth</a:t>
            </a:r>
          </a:p>
          <a:p>
            <a:br>
              <a:rPr lang="en-US" sz="750" b="0" dirty="0">
                <a:solidFill>
                  <a:srgbClr val="008000"/>
                </a:solidFill>
                <a:effectLst/>
                <a:latin typeface="Consolas" panose="020B0609020204030204" pitchFamily="49" charset="0"/>
              </a:rPr>
            </a:br>
            <a:br>
              <a:rPr lang="en-US" sz="750" b="0" dirty="0">
                <a:solidFill>
                  <a:srgbClr val="008000"/>
                </a:solidFill>
                <a:effectLst/>
                <a:latin typeface="Consolas" panose="020B0609020204030204" pitchFamily="49" charset="0"/>
              </a:rPr>
            </a:br>
            <a:br>
              <a:rPr lang="en-US" sz="750" b="0" dirty="0">
                <a:solidFill>
                  <a:srgbClr val="008000"/>
                </a:solidFill>
                <a:effectLst/>
                <a:latin typeface="Consolas" panose="020B0609020204030204" pitchFamily="49" charset="0"/>
              </a:rPr>
            </a:br>
            <a:endParaRPr lang="en-US" sz="75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BC30D5E9-7309-099A-F272-EF81CAC78A2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D8869064-D14B-294E-8B7B-F6886A39FDD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09ABECB2-E0E6-C2AD-CC94-CD4D33E9407B}"/>
              </a:ext>
            </a:extLst>
          </p:cNvPr>
          <p:cNvSpPr>
            <a:spLocks noGrp="1"/>
          </p:cNvSpPr>
          <p:nvPr>
            <p:ph type="sldNum" sz="quarter" idx="12"/>
          </p:nvPr>
        </p:nvSpPr>
        <p:spPr/>
        <p:txBody>
          <a:bodyPr/>
          <a:lstStyle/>
          <a:p>
            <a:fld id="{7C5CF243-786F-4254-B068-4C9F0B6EA12F}" type="slidenum">
              <a:rPr lang="en-US" altLang="en-US" smtClean="0"/>
              <a:pPr/>
              <a:t>18</a:t>
            </a:fld>
            <a:endParaRPr lang="en-US" altLang="en-US"/>
          </a:p>
        </p:txBody>
      </p:sp>
    </p:spTree>
    <p:extLst>
      <p:ext uri="{BB962C8B-B14F-4D97-AF65-F5344CB8AC3E}">
        <p14:creationId xmlns:p14="http://schemas.microsoft.com/office/powerpoint/2010/main" val="2398785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643C-76AC-89AD-10FD-30D4309E1F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93F9DC-0951-2241-1B57-F3703DB2F1A6}"/>
              </a:ext>
            </a:extLst>
          </p:cNvPr>
          <p:cNvSpPr>
            <a:spLocks noGrp="1"/>
          </p:cNvSpPr>
          <p:nvPr>
            <p:ph idx="1"/>
          </p:nvPr>
        </p:nvSpPr>
        <p:spPr/>
        <p:txBody>
          <a:bodyPr/>
          <a:lstStyle/>
          <a:p>
            <a:r>
              <a:rPr lang="en-US" dirty="0"/>
              <a:t>In the </a:t>
            </a:r>
            <a:r>
              <a:rPr lang="en-US" dirty="0" err="1"/>
              <a:t>EditProfile.jsx</a:t>
            </a:r>
            <a:r>
              <a:rPr lang="en-US" dirty="0"/>
              <a:t>, we have to import </a:t>
            </a:r>
            <a:r>
              <a:rPr lang="en-US" dirty="0" err="1"/>
              <a:t>FormControlLabel</a:t>
            </a:r>
            <a:r>
              <a:rPr lang="en-US" dirty="0"/>
              <a:t> and switch</a:t>
            </a:r>
            <a:endParaRPr lang="en-US" dirty="0">
              <a:highlight>
                <a:srgbClr val="FF0000"/>
              </a:highlight>
            </a:endParaRPr>
          </a:p>
        </p:txBody>
      </p:sp>
      <p:sp>
        <p:nvSpPr>
          <p:cNvPr id="4" name="Date Placeholder 3">
            <a:extLst>
              <a:ext uri="{FF2B5EF4-FFF2-40B4-BE49-F238E27FC236}">
                <a16:creationId xmlns:a16="http://schemas.microsoft.com/office/drawing/2014/main" id="{21BF3D30-D243-0EAB-4EB6-694F66BBFE9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52DFDD6-6C1A-5AA5-0C22-823605CFEA9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48DC119-06EC-D814-5C0A-66519C3BFD0D}"/>
              </a:ext>
            </a:extLst>
          </p:cNvPr>
          <p:cNvSpPr>
            <a:spLocks noGrp="1"/>
          </p:cNvSpPr>
          <p:nvPr>
            <p:ph type="sldNum" sz="quarter" idx="12"/>
          </p:nvPr>
        </p:nvSpPr>
        <p:spPr/>
        <p:txBody>
          <a:bodyPr/>
          <a:lstStyle/>
          <a:p>
            <a:fld id="{7C5CF243-786F-4254-B068-4C9F0B6EA12F}" type="slidenum">
              <a:rPr lang="en-US" altLang="en-US" smtClean="0"/>
              <a:pPr/>
              <a:t>19</a:t>
            </a:fld>
            <a:endParaRPr lang="en-US" altLang="en-US"/>
          </a:p>
        </p:txBody>
      </p:sp>
    </p:spTree>
    <p:extLst>
      <p:ext uri="{BB962C8B-B14F-4D97-AF65-F5344CB8AC3E}">
        <p14:creationId xmlns:p14="http://schemas.microsoft.com/office/powerpoint/2010/main" val="2788198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9C469-1808-EFD9-5BE2-53A2CFC4AAF9}"/>
              </a:ext>
            </a:extLst>
          </p:cNvPr>
          <p:cNvSpPr>
            <a:spLocks noGrp="1"/>
          </p:cNvSpPr>
          <p:nvPr>
            <p:ph type="title"/>
          </p:nvPr>
        </p:nvSpPr>
        <p:spPr/>
        <p:txBody>
          <a:bodyPr/>
          <a:lstStyle/>
          <a:p>
            <a:r>
              <a:rPr lang="en-US" dirty="0"/>
              <a:t>Updated client/user/</a:t>
            </a:r>
            <a:r>
              <a:rPr lang="en-US" dirty="0" err="1"/>
              <a:t>EditProfile.jsx</a:t>
            </a:r>
            <a:endParaRPr lang="en-US" dirty="0"/>
          </a:p>
        </p:txBody>
      </p:sp>
      <p:sp>
        <p:nvSpPr>
          <p:cNvPr id="3" name="Content Placeholder 2">
            <a:extLst>
              <a:ext uri="{FF2B5EF4-FFF2-40B4-BE49-F238E27FC236}">
                <a16:creationId xmlns:a16="http://schemas.microsoft.com/office/drawing/2014/main" id="{E77C5667-9A0C-9B64-022D-B3DF0A4A0542}"/>
              </a:ext>
            </a:extLst>
          </p:cNvPr>
          <p:cNvSpPr>
            <a:spLocks noGrp="1"/>
          </p:cNvSpPr>
          <p:nvPr>
            <p:ph idx="1"/>
          </p:nvPr>
        </p:nvSpPr>
        <p:spPr/>
        <p:txBody>
          <a:bodyPr/>
          <a:lstStyle/>
          <a:p>
            <a:r>
              <a:rPr lang="en-US" sz="200" dirty="0"/>
              <a:t>import React, { </a:t>
            </a:r>
            <a:r>
              <a:rPr lang="en-US" sz="200" dirty="0" err="1"/>
              <a:t>useState</a:t>
            </a:r>
            <a:r>
              <a:rPr lang="en-US" sz="200" dirty="0"/>
              <a:t>, </a:t>
            </a:r>
            <a:r>
              <a:rPr lang="en-US" sz="200" dirty="0" err="1"/>
              <a:t>useEffect</a:t>
            </a:r>
            <a:r>
              <a:rPr lang="en-US" sz="200" dirty="0"/>
              <a:t> } from "react";</a:t>
            </a:r>
          </a:p>
          <a:p>
            <a:r>
              <a:rPr lang="en-US" sz="200" dirty="0"/>
              <a:t>import {</a:t>
            </a:r>
          </a:p>
          <a:p>
            <a:r>
              <a:rPr lang="en-US" sz="200" dirty="0"/>
              <a:t>  Card,</a:t>
            </a:r>
          </a:p>
          <a:p>
            <a:r>
              <a:rPr lang="en-US" sz="200" dirty="0"/>
              <a:t>  </a:t>
            </a:r>
            <a:r>
              <a:rPr lang="en-US" sz="200" dirty="0" err="1"/>
              <a:t>CardActions</a:t>
            </a:r>
            <a:r>
              <a:rPr lang="en-US" sz="200" dirty="0"/>
              <a:t>,</a:t>
            </a:r>
          </a:p>
          <a:p>
            <a:r>
              <a:rPr lang="en-US" sz="200" dirty="0"/>
              <a:t>  </a:t>
            </a:r>
            <a:r>
              <a:rPr lang="en-US" sz="200" dirty="0" err="1"/>
              <a:t>CardContent</a:t>
            </a:r>
            <a:r>
              <a:rPr lang="en-US" sz="200" dirty="0"/>
              <a:t>,</a:t>
            </a:r>
          </a:p>
          <a:p>
            <a:r>
              <a:rPr lang="en-US" sz="200" dirty="0"/>
              <a:t>  Button,</a:t>
            </a:r>
          </a:p>
          <a:p>
            <a:r>
              <a:rPr lang="en-US" sz="200" dirty="0"/>
              <a:t>  </a:t>
            </a:r>
            <a:r>
              <a:rPr lang="en-US" sz="200" dirty="0" err="1"/>
              <a:t>TextField</a:t>
            </a:r>
            <a:r>
              <a:rPr lang="en-US" sz="200" dirty="0"/>
              <a:t>,</a:t>
            </a:r>
          </a:p>
          <a:p>
            <a:r>
              <a:rPr lang="en-US" sz="200" dirty="0"/>
              <a:t>  Typography,</a:t>
            </a:r>
          </a:p>
          <a:p>
            <a:r>
              <a:rPr lang="en-US" sz="200" dirty="0"/>
              <a:t>  Icon,</a:t>
            </a:r>
          </a:p>
          <a:p>
            <a:r>
              <a:rPr lang="en-US" sz="200" dirty="0"/>
              <a:t>} from "@</a:t>
            </a:r>
            <a:r>
              <a:rPr lang="en-US" sz="200" dirty="0" err="1"/>
              <a:t>mui</a:t>
            </a:r>
            <a:r>
              <a:rPr lang="en-US" sz="200" dirty="0"/>
              <a:t>/material";</a:t>
            </a:r>
          </a:p>
          <a:p>
            <a:r>
              <a:rPr lang="en-US" sz="190" dirty="0">
                <a:highlight>
                  <a:srgbClr val="FFFF00"/>
                </a:highlight>
              </a:rPr>
              <a:t>import </a:t>
            </a:r>
            <a:r>
              <a:rPr lang="en-US" sz="190" dirty="0" err="1">
                <a:highlight>
                  <a:srgbClr val="FFFF00"/>
                </a:highlight>
              </a:rPr>
              <a:t>FormControlLabel</a:t>
            </a:r>
            <a:r>
              <a:rPr lang="en-US" sz="190" dirty="0">
                <a:highlight>
                  <a:srgbClr val="FFFF00"/>
                </a:highlight>
              </a:rPr>
              <a:t> from "@</a:t>
            </a:r>
            <a:r>
              <a:rPr lang="en-US" sz="190" dirty="0" err="1">
                <a:highlight>
                  <a:srgbClr val="FFFF00"/>
                </a:highlight>
              </a:rPr>
              <a:t>mui</a:t>
            </a:r>
            <a:r>
              <a:rPr lang="en-US" sz="190" dirty="0">
                <a:highlight>
                  <a:srgbClr val="FFFF00"/>
                </a:highlight>
              </a:rPr>
              <a:t>/material/</a:t>
            </a:r>
            <a:r>
              <a:rPr lang="en-US" sz="190" dirty="0" err="1">
                <a:highlight>
                  <a:srgbClr val="FFFF00"/>
                </a:highlight>
              </a:rPr>
              <a:t>FormControlLabel</a:t>
            </a:r>
            <a:r>
              <a:rPr lang="en-US" sz="190" dirty="0">
                <a:highlight>
                  <a:srgbClr val="FFFF00"/>
                </a:highlight>
              </a:rPr>
              <a:t>";</a:t>
            </a:r>
          </a:p>
          <a:p>
            <a:r>
              <a:rPr lang="en-US" sz="190" dirty="0">
                <a:highlight>
                  <a:srgbClr val="FFFF00"/>
                </a:highlight>
              </a:rPr>
              <a:t>import Switch from "@</a:t>
            </a:r>
            <a:r>
              <a:rPr lang="en-US" sz="190" dirty="0" err="1">
                <a:highlight>
                  <a:srgbClr val="FFFF00"/>
                </a:highlight>
              </a:rPr>
              <a:t>mui</a:t>
            </a:r>
            <a:r>
              <a:rPr lang="en-US" sz="190" dirty="0">
                <a:highlight>
                  <a:srgbClr val="FFFF00"/>
                </a:highlight>
              </a:rPr>
              <a:t>/material/Switch";</a:t>
            </a:r>
          </a:p>
          <a:p>
            <a:r>
              <a:rPr lang="en-US" sz="200" dirty="0"/>
              <a:t>import auth from "../lib/auth-helper.js";</a:t>
            </a:r>
          </a:p>
          <a:p>
            <a:r>
              <a:rPr lang="en-US" sz="200" dirty="0"/>
              <a:t>import { read, update } from "./api-user.js";</a:t>
            </a:r>
          </a:p>
          <a:p>
            <a:r>
              <a:rPr lang="en-US" sz="200" dirty="0"/>
              <a:t>import { Navigate, </a:t>
            </a:r>
            <a:r>
              <a:rPr lang="en-US" sz="200" dirty="0" err="1"/>
              <a:t>useParams</a:t>
            </a:r>
            <a:r>
              <a:rPr lang="en-US" sz="200" dirty="0"/>
              <a:t> } from "react-router-</a:t>
            </a:r>
            <a:r>
              <a:rPr lang="en-US" sz="200" dirty="0" err="1"/>
              <a:t>dom</a:t>
            </a:r>
            <a:r>
              <a:rPr lang="en-US" sz="200" dirty="0"/>
              <a:t>";</a:t>
            </a:r>
          </a:p>
          <a:p>
            <a:br>
              <a:rPr lang="en-US" sz="200" dirty="0"/>
            </a:br>
            <a:r>
              <a:rPr lang="en-US" sz="200" dirty="0"/>
              <a:t>export default function </a:t>
            </a:r>
            <a:r>
              <a:rPr lang="en-US" sz="200" dirty="0" err="1"/>
              <a:t>EditProfile</a:t>
            </a:r>
            <a:r>
              <a:rPr lang="en-US" sz="200" dirty="0"/>
              <a:t>() {</a:t>
            </a:r>
          </a:p>
          <a:p>
            <a:r>
              <a:rPr lang="en-US" sz="200" dirty="0"/>
              <a:t>  const { </a:t>
            </a:r>
            <a:r>
              <a:rPr lang="en-US" sz="200" dirty="0" err="1"/>
              <a:t>userId</a:t>
            </a:r>
            <a:r>
              <a:rPr lang="en-US" sz="200" dirty="0"/>
              <a:t> } = </a:t>
            </a:r>
            <a:r>
              <a:rPr lang="en-US" sz="200" dirty="0" err="1"/>
              <a:t>useParams</a:t>
            </a:r>
            <a:r>
              <a:rPr lang="en-US" sz="200" dirty="0"/>
              <a:t>();</a:t>
            </a:r>
          </a:p>
          <a:p>
            <a:r>
              <a:rPr lang="en-US" sz="200" dirty="0"/>
              <a:t>  const [values, </a:t>
            </a:r>
            <a:r>
              <a:rPr lang="en-US" sz="200" dirty="0" err="1"/>
              <a:t>setValues</a:t>
            </a:r>
            <a:r>
              <a:rPr lang="en-US" sz="200" dirty="0"/>
              <a:t>] = </a:t>
            </a:r>
            <a:r>
              <a:rPr lang="en-US" sz="200" dirty="0" err="1"/>
              <a:t>useState</a:t>
            </a:r>
            <a:r>
              <a:rPr lang="en-US" sz="200" dirty="0"/>
              <a:t>({</a:t>
            </a:r>
          </a:p>
          <a:p>
            <a:r>
              <a:rPr lang="en-US" sz="200" dirty="0"/>
              <a:t>    name: "",</a:t>
            </a:r>
          </a:p>
          <a:p>
            <a:r>
              <a:rPr lang="en-US" sz="200" dirty="0"/>
              <a:t>    password: "",</a:t>
            </a:r>
          </a:p>
          <a:p>
            <a:r>
              <a:rPr lang="en-US" sz="200" dirty="0"/>
              <a:t>    email: "",</a:t>
            </a:r>
          </a:p>
          <a:p>
            <a:r>
              <a:rPr lang="en-US" sz="200" dirty="0"/>
              <a:t>    open: false,</a:t>
            </a:r>
          </a:p>
          <a:p>
            <a:r>
              <a:rPr lang="en-US" sz="200" dirty="0"/>
              <a:t>    error: "",</a:t>
            </a:r>
          </a:p>
          <a:p>
            <a:r>
              <a:rPr lang="en-US" sz="200" dirty="0"/>
              <a:t>    </a:t>
            </a:r>
            <a:r>
              <a:rPr lang="en-US" sz="200" dirty="0" err="1"/>
              <a:t>NavigateToProfile</a:t>
            </a:r>
            <a:r>
              <a:rPr lang="en-US" sz="200" dirty="0"/>
              <a:t>: false,</a:t>
            </a:r>
          </a:p>
          <a:p>
            <a:r>
              <a:rPr lang="en-US" sz="200" dirty="0"/>
              <a:t>  });</a:t>
            </a:r>
          </a:p>
          <a:p>
            <a:br>
              <a:rPr lang="en-US" sz="200" dirty="0"/>
            </a:br>
            <a:r>
              <a:rPr lang="en-US" sz="200" dirty="0"/>
              <a:t>  const </a:t>
            </a:r>
            <a:r>
              <a:rPr lang="en-US" sz="200" dirty="0" err="1"/>
              <a:t>jwt</a:t>
            </a:r>
            <a:r>
              <a:rPr lang="en-US" sz="200" dirty="0"/>
              <a:t> = </a:t>
            </a:r>
            <a:r>
              <a:rPr lang="en-US" sz="200" dirty="0" err="1"/>
              <a:t>auth.isAuthenticated</a:t>
            </a:r>
            <a:r>
              <a:rPr lang="en-US" sz="200" dirty="0"/>
              <a:t>();</a:t>
            </a:r>
          </a:p>
          <a:p>
            <a:br>
              <a:rPr lang="en-US" sz="200" dirty="0"/>
            </a:br>
            <a:r>
              <a:rPr lang="en-US" sz="200" dirty="0"/>
              <a:t>  </a:t>
            </a:r>
            <a:r>
              <a:rPr lang="en-US" sz="200" dirty="0" err="1"/>
              <a:t>useEffect</a:t>
            </a:r>
            <a:r>
              <a:rPr lang="en-US" sz="200" dirty="0"/>
              <a:t>(() =&gt; {</a:t>
            </a:r>
          </a:p>
          <a:p>
            <a:r>
              <a:rPr lang="en-US" sz="200" dirty="0"/>
              <a:t>    const </a:t>
            </a:r>
            <a:r>
              <a:rPr lang="en-US" sz="200" dirty="0" err="1"/>
              <a:t>abortController</a:t>
            </a:r>
            <a:r>
              <a:rPr lang="en-US" sz="200" dirty="0"/>
              <a:t> = new </a:t>
            </a:r>
            <a:r>
              <a:rPr lang="en-US" sz="200" dirty="0" err="1"/>
              <a:t>AbortController</a:t>
            </a:r>
            <a:r>
              <a:rPr lang="en-US" sz="200" dirty="0"/>
              <a:t>();</a:t>
            </a:r>
          </a:p>
          <a:p>
            <a:r>
              <a:rPr lang="en-US" sz="200" dirty="0"/>
              <a:t>    const signal = </a:t>
            </a:r>
            <a:r>
              <a:rPr lang="en-US" sz="200" dirty="0" err="1"/>
              <a:t>abortController.signal</a:t>
            </a:r>
            <a:r>
              <a:rPr lang="en-US" sz="200" dirty="0"/>
              <a:t>;</a:t>
            </a:r>
          </a:p>
          <a:p>
            <a:br>
              <a:rPr lang="en-US" sz="200" dirty="0"/>
            </a:br>
            <a:r>
              <a:rPr lang="en-US" sz="200" dirty="0"/>
              <a:t>    read({ </a:t>
            </a:r>
            <a:r>
              <a:rPr lang="en-US" sz="200" dirty="0" err="1"/>
              <a:t>userId</a:t>
            </a:r>
            <a:r>
              <a:rPr lang="en-US" sz="200" dirty="0"/>
              <a:t> }, { t: </a:t>
            </a:r>
            <a:r>
              <a:rPr lang="en-US" sz="200" dirty="0" err="1"/>
              <a:t>jwt.token</a:t>
            </a:r>
            <a:r>
              <a:rPr lang="en-US" sz="200" dirty="0"/>
              <a:t> }, signal).then((data) =&gt; {</a:t>
            </a:r>
          </a:p>
          <a:p>
            <a:r>
              <a:rPr lang="en-US" sz="200" dirty="0"/>
              <a:t>      if (</a:t>
            </a:r>
            <a:r>
              <a:rPr lang="en-US" sz="200" dirty="0" err="1"/>
              <a:t>data?.error</a:t>
            </a:r>
            <a:r>
              <a:rPr lang="en-US" sz="200" dirty="0"/>
              <a:t>) {</a:t>
            </a:r>
          </a:p>
          <a:p>
            <a:r>
              <a:rPr lang="en-US" sz="200" dirty="0"/>
              <a:t>        </a:t>
            </a:r>
            <a:r>
              <a:rPr lang="en-US" sz="200" dirty="0" err="1"/>
              <a:t>setValues</a:t>
            </a:r>
            <a:r>
              <a:rPr lang="en-US" sz="200" dirty="0"/>
              <a:t>((</a:t>
            </a:r>
            <a:r>
              <a:rPr lang="en-US" sz="200" dirty="0" err="1"/>
              <a:t>prev</a:t>
            </a:r>
            <a:r>
              <a:rPr lang="en-US" sz="200" dirty="0"/>
              <a:t>) =&gt; ({ ...</a:t>
            </a:r>
            <a:r>
              <a:rPr lang="en-US" sz="200" dirty="0" err="1"/>
              <a:t>prev</a:t>
            </a:r>
            <a:r>
              <a:rPr lang="en-US" sz="200" dirty="0"/>
              <a:t>, error: </a:t>
            </a:r>
            <a:r>
              <a:rPr lang="en-US" sz="200" dirty="0" err="1"/>
              <a:t>data.error</a:t>
            </a:r>
            <a:r>
              <a:rPr lang="en-US" sz="200" dirty="0"/>
              <a:t> }));</a:t>
            </a:r>
          </a:p>
          <a:p>
            <a:r>
              <a:rPr lang="en-US" sz="200" dirty="0"/>
              <a:t>      } else {</a:t>
            </a:r>
          </a:p>
          <a:p>
            <a:r>
              <a:rPr lang="en-US" sz="200" dirty="0"/>
              <a:t>        </a:t>
            </a:r>
            <a:r>
              <a:rPr lang="en-US" sz="200" dirty="0" err="1"/>
              <a:t>setValues</a:t>
            </a:r>
            <a:r>
              <a:rPr lang="en-US" sz="200" dirty="0"/>
              <a:t>((</a:t>
            </a:r>
            <a:r>
              <a:rPr lang="en-US" sz="200" dirty="0" err="1"/>
              <a:t>prev</a:t>
            </a:r>
            <a:r>
              <a:rPr lang="en-US" sz="200" dirty="0"/>
              <a:t>) =&gt; ({ ...</a:t>
            </a:r>
            <a:r>
              <a:rPr lang="en-US" sz="200" dirty="0" err="1"/>
              <a:t>prev</a:t>
            </a:r>
            <a:r>
              <a:rPr lang="en-US" sz="200" dirty="0"/>
              <a:t>, name: data.name, email: </a:t>
            </a:r>
            <a:r>
              <a:rPr lang="en-US" sz="200" dirty="0" err="1"/>
              <a:t>data.email</a:t>
            </a:r>
            <a:r>
              <a:rPr lang="en-US" sz="200" dirty="0"/>
              <a:t> }));</a:t>
            </a:r>
          </a:p>
          <a:p>
            <a:r>
              <a:rPr lang="en-US" sz="200" dirty="0"/>
              <a:t>      }</a:t>
            </a:r>
          </a:p>
          <a:p>
            <a:r>
              <a:rPr lang="en-US" sz="200" dirty="0"/>
              <a:t>    });</a:t>
            </a:r>
          </a:p>
          <a:p>
            <a:br>
              <a:rPr lang="en-US" sz="200" dirty="0"/>
            </a:br>
            <a:r>
              <a:rPr lang="en-US" sz="200" dirty="0"/>
              <a:t>    return () =&gt; </a:t>
            </a:r>
            <a:r>
              <a:rPr lang="en-US" sz="200" dirty="0" err="1"/>
              <a:t>abortController.abort</a:t>
            </a:r>
            <a:r>
              <a:rPr lang="en-US" sz="200" dirty="0"/>
              <a:t>();</a:t>
            </a:r>
          </a:p>
          <a:p>
            <a:r>
              <a:rPr lang="en-US" sz="200" dirty="0"/>
              <a:t>  }, [</a:t>
            </a:r>
            <a:r>
              <a:rPr lang="en-US" sz="200" dirty="0" err="1"/>
              <a:t>userId</a:t>
            </a:r>
            <a:r>
              <a:rPr lang="en-US" sz="200" dirty="0"/>
              <a:t>]);</a:t>
            </a:r>
          </a:p>
          <a:p>
            <a:br>
              <a:rPr lang="en-US" sz="200" dirty="0"/>
            </a:br>
            <a:r>
              <a:rPr lang="en-US" sz="200" dirty="0"/>
              <a:t>  const </a:t>
            </a:r>
            <a:r>
              <a:rPr lang="en-US" sz="200" dirty="0" err="1"/>
              <a:t>clickSubmit</a:t>
            </a:r>
            <a:r>
              <a:rPr lang="en-US" sz="200" dirty="0"/>
              <a:t> = () =&gt; {</a:t>
            </a:r>
          </a:p>
          <a:p>
            <a:r>
              <a:rPr lang="en-US" sz="200" dirty="0"/>
              <a:t>    const user = {</a:t>
            </a:r>
          </a:p>
          <a:p>
            <a:r>
              <a:rPr lang="en-US" sz="200" dirty="0"/>
              <a:t>      name: values.name || undefined,</a:t>
            </a:r>
          </a:p>
          <a:p>
            <a:r>
              <a:rPr lang="en-US" sz="200" dirty="0"/>
              <a:t>      email: </a:t>
            </a:r>
            <a:r>
              <a:rPr lang="en-US" sz="200" dirty="0" err="1"/>
              <a:t>values.email</a:t>
            </a:r>
            <a:r>
              <a:rPr lang="en-US" sz="200" dirty="0"/>
              <a:t> || undefined,</a:t>
            </a:r>
          </a:p>
          <a:p>
            <a:r>
              <a:rPr lang="en-US" sz="200" dirty="0"/>
              <a:t>      password: </a:t>
            </a:r>
            <a:r>
              <a:rPr lang="en-US" sz="200" dirty="0" err="1"/>
              <a:t>values.password</a:t>
            </a:r>
            <a:r>
              <a:rPr lang="en-US" sz="200" dirty="0"/>
              <a:t> || undefined,</a:t>
            </a:r>
          </a:p>
          <a:p>
            <a:r>
              <a:rPr lang="en-US" sz="200" dirty="0"/>
              <a:t>    };</a:t>
            </a:r>
          </a:p>
          <a:p>
            <a:br>
              <a:rPr lang="en-US" sz="200" dirty="0"/>
            </a:br>
            <a:r>
              <a:rPr lang="en-US" sz="200" dirty="0"/>
              <a:t>    update({ </a:t>
            </a:r>
            <a:r>
              <a:rPr lang="en-US" sz="200" dirty="0" err="1"/>
              <a:t>userId</a:t>
            </a:r>
            <a:r>
              <a:rPr lang="en-US" sz="200" dirty="0"/>
              <a:t> }, { t: </a:t>
            </a:r>
            <a:r>
              <a:rPr lang="en-US" sz="200" dirty="0" err="1"/>
              <a:t>jwt.token</a:t>
            </a:r>
            <a:r>
              <a:rPr lang="en-US" sz="200" dirty="0"/>
              <a:t> }, user).then((data) =&gt; {</a:t>
            </a:r>
          </a:p>
          <a:p>
            <a:r>
              <a:rPr lang="en-US" sz="200" dirty="0"/>
              <a:t>      if (</a:t>
            </a:r>
            <a:r>
              <a:rPr lang="en-US" sz="200" dirty="0" err="1"/>
              <a:t>data?.error</a:t>
            </a:r>
            <a:r>
              <a:rPr lang="en-US" sz="200" dirty="0"/>
              <a:t>) {</a:t>
            </a:r>
          </a:p>
          <a:p>
            <a:r>
              <a:rPr lang="en-US" sz="200" dirty="0"/>
              <a:t>        </a:t>
            </a:r>
            <a:r>
              <a:rPr lang="en-US" sz="200" dirty="0" err="1"/>
              <a:t>setValues</a:t>
            </a:r>
            <a:r>
              <a:rPr lang="en-US" sz="200" dirty="0"/>
              <a:t>((</a:t>
            </a:r>
            <a:r>
              <a:rPr lang="en-US" sz="200" dirty="0" err="1"/>
              <a:t>prev</a:t>
            </a:r>
            <a:r>
              <a:rPr lang="en-US" sz="200" dirty="0"/>
              <a:t>) =&gt; ({ ...</a:t>
            </a:r>
            <a:r>
              <a:rPr lang="en-US" sz="200" dirty="0" err="1"/>
              <a:t>prev</a:t>
            </a:r>
            <a:r>
              <a:rPr lang="en-US" sz="200" dirty="0"/>
              <a:t>, error: </a:t>
            </a:r>
            <a:r>
              <a:rPr lang="en-US" sz="200" dirty="0" err="1"/>
              <a:t>data.error</a:t>
            </a:r>
            <a:r>
              <a:rPr lang="en-US" sz="200" dirty="0"/>
              <a:t> }));</a:t>
            </a:r>
          </a:p>
          <a:p>
            <a:r>
              <a:rPr lang="en-US" sz="200" dirty="0"/>
              <a:t>      } else {</a:t>
            </a:r>
          </a:p>
          <a:p>
            <a:r>
              <a:rPr lang="en-US" sz="200" dirty="0"/>
              <a:t>        </a:t>
            </a:r>
            <a:r>
              <a:rPr lang="en-US" sz="200" dirty="0" err="1"/>
              <a:t>setValues</a:t>
            </a:r>
            <a:r>
              <a:rPr lang="en-US" sz="200" dirty="0"/>
              <a:t>((</a:t>
            </a:r>
            <a:r>
              <a:rPr lang="en-US" sz="200" dirty="0" err="1"/>
              <a:t>prev</a:t>
            </a:r>
            <a:r>
              <a:rPr lang="en-US" sz="200" dirty="0"/>
              <a:t>) =&gt; ({</a:t>
            </a:r>
          </a:p>
          <a:p>
            <a:r>
              <a:rPr lang="en-US" sz="200" dirty="0"/>
              <a:t>          ...</a:t>
            </a:r>
            <a:r>
              <a:rPr lang="en-US" sz="200" dirty="0" err="1"/>
              <a:t>prev</a:t>
            </a:r>
            <a:r>
              <a:rPr lang="en-US" sz="200" dirty="0"/>
              <a:t>,</a:t>
            </a:r>
          </a:p>
          <a:p>
            <a:r>
              <a:rPr lang="en-US" sz="200" dirty="0"/>
              <a:t>          </a:t>
            </a:r>
            <a:r>
              <a:rPr lang="en-US" sz="200" dirty="0" err="1"/>
              <a:t>userId</a:t>
            </a:r>
            <a:r>
              <a:rPr lang="en-US" sz="200" dirty="0"/>
              <a:t>: </a:t>
            </a:r>
            <a:r>
              <a:rPr lang="en-US" sz="200" dirty="0" err="1"/>
              <a:t>data._id</a:t>
            </a:r>
            <a:r>
              <a:rPr lang="en-US" sz="200" dirty="0"/>
              <a:t>,</a:t>
            </a:r>
          </a:p>
          <a:p>
            <a:r>
              <a:rPr lang="en-US" sz="200" dirty="0"/>
              <a:t>          </a:t>
            </a:r>
            <a:r>
              <a:rPr lang="en-US" sz="200" dirty="0" err="1"/>
              <a:t>NavigateToProfile</a:t>
            </a:r>
            <a:r>
              <a:rPr lang="en-US" sz="200" dirty="0"/>
              <a:t>: true,</a:t>
            </a:r>
          </a:p>
          <a:p>
            <a:r>
              <a:rPr lang="en-US" sz="200" dirty="0"/>
              <a:t>        }));</a:t>
            </a:r>
          </a:p>
          <a:p>
            <a:r>
              <a:rPr lang="en-US" sz="200" dirty="0"/>
              <a:t>      }</a:t>
            </a:r>
          </a:p>
          <a:p>
            <a:r>
              <a:rPr lang="en-US" sz="200" dirty="0"/>
              <a:t>    });</a:t>
            </a:r>
          </a:p>
          <a:p>
            <a:r>
              <a:rPr lang="en-US" sz="200" dirty="0"/>
              <a:t>  };</a:t>
            </a:r>
          </a:p>
          <a:p>
            <a:br>
              <a:rPr lang="en-US" sz="200" dirty="0"/>
            </a:br>
            <a:r>
              <a:rPr lang="en-US" sz="200" dirty="0"/>
              <a:t>  const </a:t>
            </a:r>
            <a:r>
              <a:rPr lang="en-US" sz="200" dirty="0" err="1"/>
              <a:t>handleChange</a:t>
            </a:r>
            <a:r>
              <a:rPr lang="en-US" sz="200" dirty="0"/>
              <a:t> = (name) =&gt; (event) =&gt; {</a:t>
            </a:r>
          </a:p>
          <a:p>
            <a:r>
              <a:rPr lang="en-US" sz="200" dirty="0"/>
              <a:t>    </a:t>
            </a:r>
            <a:r>
              <a:rPr lang="en-US" sz="200" dirty="0" err="1"/>
              <a:t>setValues</a:t>
            </a:r>
            <a:r>
              <a:rPr lang="en-US" sz="200" dirty="0"/>
              <a:t>({ ...values, [name]: </a:t>
            </a:r>
            <a:r>
              <a:rPr lang="en-US" sz="200" dirty="0" err="1"/>
              <a:t>event.target.value</a:t>
            </a:r>
            <a:r>
              <a:rPr lang="en-US" sz="200" dirty="0"/>
              <a:t> });</a:t>
            </a:r>
          </a:p>
          <a:p>
            <a:r>
              <a:rPr lang="en-US" sz="200" dirty="0"/>
              <a:t>  };</a:t>
            </a:r>
          </a:p>
          <a:p>
            <a:br>
              <a:rPr lang="en-US" sz="200" dirty="0"/>
            </a:br>
            <a:r>
              <a:rPr lang="en-US" sz="200" dirty="0"/>
              <a:t>  if (</a:t>
            </a:r>
            <a:r>
              <a:rPr lang="en-US" sz="200" dirty="0" err="1"/>
              <a:t>values.NavigateToProfile</a:t>
            </a:r>
            <a:r>
              <a:rPr lang="en-US" sz="200" dirty="0"/>
              <a:t>) {</a:t>
            </a:r>
          </a:p>
          <a:p>
            <a:r>
              <a:rPr lang="en-US" sz="200" dirty="0"/>
              <a:t>    return &lt;Navigate to={`/user/${</a:t>
            </a:r>
            <a:r>
              <a:rPr lang="en-US" sz="200" dirty="0" err="1"/>
              <a:t>values.userId</a:t>
            </a:r>
            <a:r>
              <a:rPr lang="en-US" sz="200" dirty="0"/>
              <a:t>}`} /&gt;;</a:t>
            </a:r>
          </a:p>
          <a:p>
            <a:r>
              <a:rPr lang="en-US" sz="200" dirty="0"/>
              <a:t>  }</a:t>
            </a:r>
          </a:p>
          <a:p>
            <a:br>
              <a:rPr lang="en-US" sz="200" dirty="0"/>
            </a:br>
            <a:r>
              <a:rPr lang="en-US" sz="200" dirty="0"/>
              <a:t>  return (</a:t>
            </a:r>
          </a:p>
          <a:p>
            <a:r>
              <a:rPr lang="en-US" sz="200" dirty="0"/>
              <a:t>    &lt;Card</a:t>
            </a:r>
          </a:p>
          <a:p>
            <a:r>
              <a:rPr lang="en-US" sz="200" dirty="0"/>
              <a:t>      </a:t>
            </a:r>
            <a:r>
              <a:rPr lang="en-US" sz="200" dirty="0" err="1"/>
              <a:t>sx</a:t>
            </a:r>
            <a:r>
              <a:rPr lang="en-US" sz="200" dirty="0"/>
              <a:t>={{</a:t>
            </a:r>
          </a:p>
          <a:p>
            <a:r>
              <a:rPr lang="en-US" sz="200" dirty="0"/>
              <a:t>        </a:t>
            </a:r>
            <a:r>
              <a:rPr lang="en-US" sz="200" dirty="0" err="1"/>
              <a:t>maxWidth</a:t>
            </a:r>
            <a:r>
              <a:rPr lang="en-US" sz="200" dirty="0"/>
              <a:t>: 600,</a:t>
            </a:r>
          </a:p>
          <a:p>
            <a:r>
              <a:rPr lang="en-US" sz="200" dirty="0"/>
              <a:t>        mx: "auto",</a:t>
            </a:r>
          </a:p>
          <a:p>
            <a:r>
              <a:rPr lang="en-US" sz="200" dirty="0"/>
              <a:t>        mt: 5,</a:t>
            </a:r>
          </a:p>
          <a:p>
            <a:r>
              <a:rPr lang="en-US" sz="200" dirty="0"/>
              <a:t>        </a:t>
            </a:r>
            <a:r>
              <a:rPr lang="en-US" sz="200" dirty="0" err="1"/>
              <a:t>textAlign</a:t>
            </a:r>
            <a:r>
              <a:rPr lang="en-US" sz="200" dirty="0"/>
              <a:t>: "center",</a:t>
            </a:r>
          </a:p>
          <a:p>
            <a:r>
              <a:rPr lang="en-US" sz="200" dirty="0"/>
              <a:t>        pb: 2,</a:t>
            </a:r>
          </a:p>
          <a:p>
            <a:r>
              <a:rPr lang="en-US" sz="200" dirty="0"/>
              <a:t>      }}</a:t>
            </a:r>
          </a:p>
          <a:p>
            <a:r>
              <a:rPr lang="en-US" sz="200" dirty="0"/>
              <a:t>    &gt;</a:t>
            </a:r>
          </a:p>
          <a:p>
            <a:r>
              <a:rPr lang="en-US" sz="200" dirty="0"/>
              <a:t>      &lt;</a:t>
            </a:r>
            <a:r>
              <a:rPr lang="en-US" sz="200" dirty="0" err="1"/>
              <a:t>CardContent</a:t>
            </a:r>
            <a:r>
              <a:rPr lang="en-US" sz="200" dirty="0"/>
              <a:t>&gt;</a:t>
            </a:r>
          </a:p>
          <a:p>
            <a:r>
              <a:rPr lang="en-US" sz="200" dirty="0"/>
              <a:t>        &lt;Typography variant="h6" </a:t>
            </a:r>
            <a:r>
              <a:rPr lang="en-US" sz="200" dirty="0" err="1"/>
              <a:t>sx</a:t>
            </a:r>
            <a:r>
              <a:rPr lang="en-US" sz="200" dirty="0"/>
              <a:t>={{ mt: 2, mb: 2, color: "</a:t>
            </a:r>
            <a:r>
              <a:rPr lang="en-US" sz="200" dirty="0" err="1"/>
              <a:t>text.primary</a:t>
            </a:r>
            <a:r>
              <a:rPr lang="en-US" sz="200" dirty="0"/>
              <a:t>" }}&gt;</a:t>
            </a:r>
          </a:p>
          <a:p>
            <a:r>
              <a:rPr lang="en-US" sz="200" dirty="0"/>
              <a:t>          Edit Profile</a:t>
            </a:r>
          </a:p>
          <a:p>
            <a:r>
              <a:rPr lang="en-US" sz="200" dirty="0"/>
              <a:t>        &lt;/Typography&gt;</a:t>
            </a:r>
          </a:p>
          <a:p>
            <a:br>
              <a:rPr lang="en-US" sz="200" dirty="0"/>
            </a:br>
            <a:r>
              <a:rPr lang="en-US" sz="200" dirty="0"/>
              <a:t>        &lt;</a:t>
            </a:r>
            <a:r>
              <a:rPr lang="en-US" sz="200" dirty="0" err="1"/>
              <a:t>TextField</a:t>
            </a:r>
            <a:endParaRPr lang="en-US" sz="200" dirty="0"/>
          </a:p>
          <a:p>
            <a:r>
              <a:rPr lang="en-US" sz="200" dirty="0"/>
              <a:t>          id="name"</a:t>
            </a:r>
          </a:p>
          <a:p>
            <a:r>
              <a:rPr lang="en-US" sz="200" dirty="0"/>
              <a:t>          label="Name"</a:t>
            </a:r>
          </a:p>
          <a:p>
            <a:r>
              <a:rPr lang="en-US" sz="200" dirty="0"/>
              <a:t>          value={values.name}</a:t>
            </a:r>
          </a:p>
          <a:p>
            <a:r>
              <a:rPr lang="en-US" sz="200" dirty="0"/>
              <a:t>          </a:t>
            </a:r>
            <a:r>
              <a:rPr lang="en-US" sz="200" dirty="0" err="1"/>
              <a:t>onChange</a:t>
            </a:r>
            <a:r>
              <a:rPr lang="en-US" sz="200" dirty="0"/>
              <a:t>={</a:t>
            </a:r>
            <a:r>
              <a:rPr lang="en-US" sz="200" dirty="0" err="1"/>
              <a:t>handleChange</a:t>
            </a:r>
            <a:r>
              <a:rPr lang="en-US" sz="200" dirty="0"/>
              <a:t>("name")}</a:t>
            </a:r>
          </a:p>
          <a:p>
            <a:r>
              <a:rPr lang="en-US" sz="200" dirty="0"/>
              <a:t>          margin="normal"</a:t>
            </a:r>
          </a:p>
          <a:p>
            <a:r>
              <a:rPr lang="en-US" sz="200" dirty="0"/>
              <a:t>          </a:t>
            </a:r>
            <a:r>
              <a:rPr lang="en-US" sz="200" dirty="0" err="1"/>
              <a:t>sx</a:t>
            </a:r>
            <a:r>
              <a:rPr lang="en-US" sz="200" dirty="0"/>
              <a:t>={{ mx: 1, width: 300 }}</a:t>
            </a:r>
          </a:p>
          <a:p>
            <a:r>
              <a:rPr lang="en-US" sz="200" dirty="0"/>
              <a:t>        /&gt;</a:t>
            </a:r>
          </a:p>
          <a:p>
            <a:r>
              <a:rPr lang="en-US" sz="200" dirty="0"/>
              <a:t>        &lt;</a:t>
            </a:r>
            <a:r>
              <a:rPr lang="en-US" sz="200" dirty="0" err="1"/>
              <a:t>br</a:t>
            </a:r>
            <a:r>
              <a:rPr lang="en-US" sz="200" dirty="0"/>
              <a:t> /&gt;</a:t>
            </a:r>
          </a:p>
          <a:p>
            <a:br>
              <a:rPr lang="en-US" sz="200" dirty="0"/>
            </a:br>
            <a:r>
              <a:rPr lang="en-US" sz="200" dirty="0"/>
              <a:t>        &lt;</a:t>
            </a:r>
            <a:r>
              <a:rPr lang="en-US" sz="200" dirty="0" err="1"/>
              <a:t>TextField</a:t>
            </a:r>
            <a:endParaRPr lang="en-US" sz="200" dirty="0"/>
          </a:p>
          <a:p>
            <a:r>
              <a:rPr lang="en-US" sz="200" dirty="0"/>
              <a:t>          id="email"</a:t>
            </a:r>
          </a:p>
          <a:p>
            <a:r>
              <a:rPr lang="en-US" sz="200" dirty="0"/>
              <a:t>          type="email"</a:t>
            </a:r>
          </a:p>
          <a:p>
            <a:r>
              <a:rPr lang="en-US" sz="200" dirty="0"/>
              <a:t>          label="Email"</a:t>
            </a:r>
          </a:p>
          <a:p>
            <a:r>
              <a:rPr lang="en-US" sz="200" dirty="0"/>
              <a:t>          value={</a:t>
            </a:r>
            <a:r>
              <a:rPr lang="en-US" sz="200" dirty="0" err="1"/>
              <a:t>values.email</a:t>
            </a:r>
            <a:r>
              <a:rPr lang="en-US" sz="200" dirty="0"/>
              <a:t>}</a:t>
            </a:r>
          </a:p>
          <a:p>
            <a:r>
              <a:rPr lang="en-US" sz="200" dirty="0"/>
              <a:t>          </a:t>
            </a:r>
            <a:r>
              <a:rPr lang="en-US" sz="200" dirty="0" err="1"/>
              <a:t>onChange</a:t>
            </a:r>
            <a:r>
              <a:rPr lang="en-US" sz="200" dirty="0"/>
              <a:t>={</a:t>
            </a:r>
            <a:r>
              <a:rPr lang="en-US" sz="200" dirty="0" err="1"/>
              <a:t>handleChange</a:t>
            </a:r>
            <a:r>
              <a:rPr lang="en-US" sz="200" dirty="0"/>
              <a:t>("email")}</a:t>
            </a:r>
          </a:p>
          <a:p>
            <a:r>
              <a:rPr lang="en-US" sz="200" dirty="0"/>
              <a:t>          margin="normal"</a:t>
            </a:r>
          </a:p>
          <a:p>
            <a:r>
              <a:rPr lang="en-US" sz="200" dirty="0"/>
              <a:t>          </a:t>
            </a:r>
            <a:r>
              <a:rPr lang="en-US" sz="200" dirty="0" err="1"/>
              <a:t>sx</a:t>
            </a:r>
            <a:r>
              <a:rPr lang="en-US" sz="200" dirty="0"/>
              <a:t>={{ mx: 1, width: 300 }}</a:t>
            </a:r>
          </a:p>
          <a:p>
            <a:r>
              <a:rPr lang="en-US" sz="200" dirty="0"/>
              <a:t>        /&gt;</a:t>
            </a:r>
          </a:p>
          <a:p>
            <a:r>
              <a:rPr lang="en-US" sz="200" dirty="0"/>
              <a:t>        &lt;</a:t>
            </a:r>
            <a:r>
              <a:rPr lang="en-US" sz="200" dirty="0" err="1"/>
              <a:t>br</a:t>
            </a:r>
            <a:r>
              <a:rPr lang="en-US" sz="200" dirty="0"/>
              <a:t> /&gt;</a:t>
            </a:r>
          </a:p>
          <a:p>
            <a:br>
              <a:rPr lang="en-US" sz="200" dirty="0"/>
            </a:br>
            <a:r>
              <a:rPr lang="en-US" sz="200" dirty="0"/>
              <a:t>        &lt;</a:t>
            </a:r>
            <a:r>
              <a:rPr lang="en-US" sz="200" dirty="0" err="1"/>
              <a:t>TextField</a:t>
            </a:r>
            <a:endParaRPr lang="en-US" sz="200" dirty="0"/>
          </a:p>
          <a:p>
            <a:r>
              <a:rPr lang="en-US" sz="200" dirty="0"/>
              <a:t>          id="password"</a:t>
            </a:r>
          </a:p>
          <a:p>
            <a:r>
              <a:rPr lang="en-US" sz="200" dirty="0"/>
              <a:t>          type="password"</a:t>
            </a:r>
          </a:p>
          <a:p>
            <a:r>
              <a:rPr lang="en-US" sz="200" dirty="0"/>
              <a:t>          label="Password"</a:t>
            </a:r>
          </a:p>
          <a:p>
            <a:r>
              <a:rPr lang="en-US" sz="200" dirty="0"/>
              <a:t>          value={</a:t>
            </a:r>
            <a:r>
              <a:rPr lang="en-US" sz="200" dirty="0" err="1"/>
              <a:t>values.password</a:t>
            </a:r>
            <a:r>
              <a:rPr lang="en-US" sz="200" dirty="0"/>
              <a:t>}</a:t>
            </a:r>
          </a:p>
          <a:p>
            <a:r>
              <a:rPr lang="en-US" sz="200" dirty="0"/>
              <a:t>          </a:t>
            </a:r>
            <a:r>
              <a:rPr lang="en-US" sz="200" dirty="0" err="1"/>
              <a:t>onChange</a:t>
            </a:r>
            <a:r>
              <a:rPr lang="en-US" sz="200" dirty="0"/>
              <a:t>={</a:t>
            </a:r>
            <a:r>
              <a:rPr lang="en-US" sz="200" dirty="0" err="1"/>
              <a:t>handleChange</a:t>
            </a:r>
            <a:r>
              <a:rPr lang="en-US" sz="200" dirty="0"/>
              <a:t>("password")}</a:t>
            </a:r>
          </a:p>
          <a:p>
            <a:r>
              <a:rPr lang="en-US" sz="200" dirty="0"/>
              <a:t>          margin="normal"</a:t>
            </a:r>
          </a:p>
          <a:p>
            <a:r>
              <a:rPr lang="en-US" sz="200" dirty="0"/>
              <a:t>          </a:t>
            </a:r>
            <a:r>
              <a:rPr lang="en-US" sz="200" dirty="0" err="1"/>
              <a:t>sx</a:t>
            </a:r>
            <a:r>
              <a:rPr lang="en-US" sz="200" dirty="0"/>
              <a:t>={{ mx: 1, width: 300 }}</a:t>
            </a:r>
          </a:p>
          <a:p>
            <a:r>
              <a:rPr lang="en-US" sz="200" dirty="0"/>
              <a:t>        /&gt;</a:t>
            </a:r>
          </a:p>
          <a:p>
            <a:r>
              <a:rPr lang="en-US" sz="200" dirty="0"/>
              <a:t>        &lt;</a:t>
            </a:r>
            <a:r>
              <a:rPr lang="en-US" sz="200" dirty="0" err="1"/>
              <a:t>br</a:t>
            </a:r>
            <a:r>
              <a:rPr lang="en-US" sz="200" dirty="0"/>
              <a:t> /&gt;</a:t>
            </a:r>
          </a:p>
          <a:p>
            <a:br>
              <a:rPr lang="en-US" sz="200" dirty="0"/>
            </a:br>
            <a:r>
              <a:rPr lang="en-US" sz="200" dirty="0"/>
              <a:t>        {</a:t>
            </a:r>
            <a:r>
              <a:rPr lang="en-US" sz="200" dirty="0" err="1"/>
              <a:t>values.error</a:t>
            </a:r>
            <a:r>
              <a:rPr lang="en-US" sz="200" dirty="0"/>
              <a:t> &amp;&amp; (</a:t>
            </a:r>
          </a:p>
          <a:p>
            <a:r>
              <a:rPr lang="en-US" sz="200" dirty="0"/>
              <a:t>          &lt;Typography component="p" color="error" </a:t>
            </a:r>
            <a:r>
              <a:rPr lang="en-US" sz="200" dirty="0" err="1"/>
              <a:t>sx</a:t>
            </a:r>
            <a:r>
              <a:rPr lang="en-US" sz="200" dirty="0"/>
              <a:t>={{ mt: 1 }}&gt;</a:t>
            </a:r>
          </a:p>
          <a:p>
            <a:r>
              <a:rPr lang="en-US" sz="200" dirty="0"/>
              <a:t>            &lt;Icon color="error" </a:t>
            </a:r>
            <a:r>
              <a:rPr lang="en-US" sz="200" dirty="0" err="1"/>
              <a:t>sx</a:t>
            </a:r>
            <a:r>
              <a:rPr lang="en-US" sz="200" dirty="0"/>
              <a:t>={{ </a:t>
            </a:r>
            <a:r>
              <a:rPr lang="en-US" sz="200" dirty="0" err="1"/>
              <a:t>verticalAlign</a:t>
            </a:r>
            <a:r>
              <a:rPr lang="en-US" sz="200" dirty="0"/>
              <a:t>: "middle", </a:t>
            </a:r>
            <a:r>
              <a:rPr lang="en-US" sz="200" dirty="0" err="1"/>
              <a:t>mr</a:t>
            </a:r>
            <a:r>
              <a:rPr lang="en-US" sz="200" dirty="0"/>
              <a:t>: 1 }}&gt;</a:t>
            </a:r>
          </a:p>
          <a:p>
            <a:r>
              <a:rPr lang="en-US" sz="200" dirty="0"/>
              <a:t>              error</a:t>
            </a:r>
          </a:p>
          <a:p>
            <a:r>
              <a:rPr lang="en-US" sz="200" dirty="0"/>
              <a:t>            &lt;/Icon&gt;</a:t>
            </a:r>
          </a:p>
          <a:p>
            <a:r>
              <a:rPr lang="en-US" sz="200" dirty="0"/>
              <a:t>            {</a:t>
            </a:r>
            <a:r>
              <a:rPr lang="en-US" sz="200" dirty="0" err="1"/>
              <a:t>values.error</a:t>
            </a:r>
            <a:r>
              <a:rPr lang="en-US" sz="200" dirty="0"/>
              <a:t>}</a:t>
            </a:r>
          </a:p>
          <a:p>
            <a:r>
              <a:rPr lang="en-US" sz="200" dirty="0"/>
              <a:t>          &lt;/Typography&gt;</a:t>
            </a:r>
          </a:p>
          <a:p>
            <a:r>
              <a:rPr lang="en-US" sz="200" dirty="0"/>
              <a:t>        )}</a:t>
            </a:r>
          </a:p>
          <a:p>
            <a:r>
              <a:rPr lang="en-US" sz="200" dirty="0"/>
              <a:t>      &lt;/</a:t>
            </a:r>
            <a:r>
              <a:rPr lang="en-US" sz="200" dirty="0" err="1"/>
              <a:t>CardContent</a:t>
            </a:r>
            <a:r>
              <a:rPr lang="en-US" sz="200" dirty="0"/>
              <a:t>&gt;</a:t>
            </a:r>
          </a:p>
          <a:p>
            <a:br>
              <a:rPr lang="en-US" sz="200" dirty="0"/>
            </a:br>
            <a:r>
              <a:rPr lang="en-US" sz="200" dirty="0"/>
              <a:t>      &lt;</a:t>
            </a:r>
            <a:r>
              <a:rPr lang="en-US" sz="200" dirty="0" err="1"/>
              <a:t>CardActions</a:t>
            </a:r>
            <a:r>
              <a:rPr lang="en-US" sz="200" dirty="0"/>
              <a:t> </a:t>
            </a:r>
            <a:r>
              <a:rPr lang="en-US" sz="200" dirty="0" err="1"/>
              <a:t>sx</a:t>
            </a:r>
            <a:r>
              <a:rPr lang="en-US" sz="200" dirty="0"/>
              <a:t>={{ </a:t>
            </a:r>
            <a:r>
              <a:rPr lang="en-US" sz="200" dirty="0" err="1"/>
              <a:t>justifyContent</a:t>
            </a:r>
            <a:r>
              <a:rPr lang="en-US" sz="200" dirty="0"/>
              <a:t>: "center" }}&gt;</a:t>
            </a:r>
          </a:p>
          <a:p>
            <a:r>
              <a:rPr lang="en-US" sz="200" dirty="0"/>
              <a:t>        &lt;Button</a:t>
            </a:r>
          </a:p>
          <a:p>
            <a:r>
              <a:rPr lang="en-US" sz="200" dirty="0"/>
              <a:t>          color="primary"</a:t>
            </a:r>
          </a:p>
          <a:p>
            <a:r>
              <a:rPr lang="en-US" sz="200" dirty="0"/>
              <a:t>          variant="contained"</a:t>
            </a:r>
          </a:p>
          <a:p>
            <a:r>
              <a:rPr lang="en-US" sz="200" dirty="0"/>
              <a:t>          </a:t>
            </a:r>
            <a:r>
              <a:rPr lang="en-US" sz="200" dirty="0" err="1"/>
              <a:t>onClick</a:t>
            </a:r>
            <a:r>
              <a:rPr lang="en-US" sz="200" dirty="0"/>
              <a:t>={</a:t>
            </a:r>
            <a:r>
              <a:rPr lang="en-US" sz="200" dirty="0" err="1"/>
              <a:t>clickSubmit</a:t>
            </a:r>
            <a:r>
              <a:rPr lang="en-US" sz="200" dirty="0"/>
              <a:t>}</a:t>
            </a:r>
          </a:p>
          <a:p>
            <a:r>
              <a:rPr lang="en-US" sz="200" dirty="0"/>
              <a:t>          </a:t>
            </a:r>
            <a:r>
              <a:rPr lang="en-US" sz="200" dirty="0" err="1"/>
              <a:t>sx</a:t>
            </a:r>
            <a:r>
              <a:rPr lang="en-US" sz="200" dirty="0"/>
              <a:t>={{ mb: 2 }}</a:t>
            </a:r>
          </a:p>
          <a:p>
            <a:r>
              <a:rPr lang="en-US" sz="200" dirty="0"/>
              <a:t>        &gt;</a:t>
            </a:r>
          </a:p>
          <a:p>
            <a:r>
              <a:rPr lang="en-US" sz="200" dirty="0"/>
              <a:t>          Submit</a:t>
            </a:r>
          </a:p>
          <a:p>
            <a:r>
              <a:rPr lang="en-US" sz="200" dirty="0"/>
              <a:t>        &lt;/Button&gt;</a:t>
            </a:r>
          </a:p>
          <a:p>
            <a:r>
              <a:rPr lang="en-US" sz="200" dirty="0"/>
              <a:t>      &lt;/</a:t>
            </a:r>
            <a:r>
              <a:rPr lang="en-US" sz="200" dirty="0" err="1"/>
              <a:t>CardActions</a:t>
            </a:r>
            <a:r>
              <a:rPr lang="en-US" sz="200" dirty="0"/>
              <a:t>&gt;</a:t>
            </a:r>
          </a:p>
          <a:p>
            <a:r>
              <a:rPr lang="en-US" sz="200" dirty="0"/>
              <a:t>    &lt;/Card&gt;</a:t>
            </a:r>
          </a:p>
          <a:p>
            <a:r>
              <a:rPr lang="en-US" sz="200" dirty="0"/>
              <a:t>  );</a:t>
            </a:r>
          </a:p>
          <a:p>
            <a:r>
              <a:rPr lang="en-US" sz="200" dirty="0"/>
              <a:t>}</a:t>
            </a:r>
          </a:p>
          <a:p>
            <a:br>
              <a:rPr lang="en-US" sz="200" dirty="0"/>
            </a:br>
            <a:endParaRPr lang="en-US" sz="200" dirty="0"/>
          </a:p>
          <a:p>
            <a:endParaRPr lang="en-US" dirty="0"/>
          </a:p>
        </p:txBody>
      </p:sp>
      <p:sp>
        <p:nvSpPr>
          <p:cNvPr id="4" name="Date Placeholder 3">
            <a:extLst>
              <a:ext uri="{FF2B5EF4-FFF2-40B4-BE49-F238E27FC236}">
                <a16:creationId xmlns:a16="http://schemas.microsoft.com/office/drawing/2014/main" id="{6FFCBE53-9308-5C5C-5AA7-43F436C861E4}"/>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8194B23-3CA3-1FFF-3FDD-FA6C3D3F6CE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554E6B8-EF50-F49E-B044-5BACD083A60C}"/>
              </a:ext>
            </a:extLst>
          </p:cNvPr>
          <p:cNvSpPr>
            <a:spLocks noGrp="1"/>
          </p:cNvSpPr>
          <p:nvPr>
            <p:ph type="sldNum" sz="quarter" idx="12"/>
          </p:nvPr>
        </p:nvSpPr>
        <p:spPr/>
        <p:txBody>
          <a:bodyPr/>
          <a:lstStyle/>
          <a:p>
            <a:fld id="{7C5CF243-786F-4254-B068-4C9F0B6EA12F}" type="slidenum">
              <a:rPr lang="en-US" altLang="en-US" smtClean="0"/>
              <a:pPr/>
              <a:t>20</a:t>
            </a:fld>
            <a:endParaRPr lang="en-US" altLang="en-US"/>
          </a:p>
        </p:txBody>
      </p:sp>
    </p:spTree>
    <p:extLst>
      <p:ext uri="{BB962C8B-B14F-4D97-AF65-F5344CB8AC3E}">
        <p14:creationId xmlns:p14="http://schemas.microsoft.com/office/powerpoint/2010/main" val="1201838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41C1-87B7-9CB2-2691-7EA34FCD04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902398-C4DB-6F92-6AB9-04B64DEE472A}"/>
              </a:ext>
            </a:extLst>
          </p:cNvPr>
          <p:cNvSpPr>
            <a:spLocks noGrp="1"/>
          </p:cNvSpPr>
          <p:nvPr>
            <p:ph idx="1"/>
          </p:nvPr>
        </p:nvSpPr>
        <p:spPr/>
        <p:txBody>
          <a:bodyPr/>
          <a:lstStyle/>
          <a:p>
            <a:r>
              <a:rPr lang="en-US" dirty="0"/>
              <a:t>Then add seller attribute to the </a:t>
            </a:r>
            <a:r>
              <a:rPr lang="en-US" dirty="0" err="1"/>
              <a:t>useState</a:t>
            </a:r>
            <a:r>
              <a:rPr lang="en-US" dirty="0"/>
              <a:t> and get the </a:t>
            </a:r>
            <a:r>
              <a:rPr lang="en-US" dirty="0" err="1"/>
              <a:t>userId</a:t>
            </a:r>
            <a:r>
              <a:rPr lang="en-US" dirty="0"/>
              <a:t> from </a:t>
            </a:r>
            <a:r>
              <a:rPr lang="en-US" dirty="0" err="1"/>
              <a:t>jwt</a:t>
            </a:r>
            <a:r>
              <a:rPr lang="en-US" dirty="0"/>
              <a:t> instead:</a:t>
            </a:r>
          </a:p>
        </p:txBody>
      </p:sp>
      <p:sp>
        <p:nvSpPr>
          <p:cNvPr id="4" name="Date Placeholder 3">
            <a:extLst>
              <a:ext uri="{FF2B5EF4-FFF2-40B4-BE49-F238E27FC236}">
                <a16:creationId xmlns:a16="http://schemas.microsoft.com/office/drawing/2014/main" id="{FDB02883-F72F-AD2F-96F4-6522273DEFA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C9965758-D932-84F9-EBC2-D0AF7660B07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6C41F8A-8B48-C5CD-5A97-C10A8DEB2235}"/>
              </a:ext>
            </a:extLst>
          </p:cNvPr>
          <p:cNvSpPr>
            <a:spLocks noGrp="1"/>
          </p:cNvSpPr>
          <p:nvPr>
            <p:ph type="sldNum" sz="quarter" idx="12"/>
          </p:nvPr>
        </p:nvSpPr>
        <p:spPr/>
        <p:txBody>
          <a:bodyPr/>
          <a:lstStyle/>
          <a:p>
            <a:fld id="{7C5CF243-786F-4254-B068-4C9F0B6EA12F}" type="slidenum">
              <a:rPr lang="en-US" altLang="en-US" smtClean="0"/>
              <a:pPr/>
              <a:t>21</a:t>
            </a:fld>
            <a:endParaRPr lang="en-US" altLang="en-US"/>
          </a:p>
        </p:txBody>
      </p:sp>
    </p:spTree>
    <p:extLst>
      <p:ext uri="{BB962C8B-B14F-4D97-AF65-F5344CB8AC3E}">
        <p14:creationId xmlns:p14="http://schemas.microsoft.com/office/powerpoint/2010/main" val="388913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E9C4-945E-BF6C-A2C6-2F61AF48FF88}"/>
              </a:ext>
            </a:extLst>
          </p:cNvPr>
          <p:cNvSpPr>
            <a:spLocks noGrp="1"/>
          </p:cNvSpPr>
          <p:nvPr>
            <p:ph type="title"/>
          </p:nvPr>
        </p:nvSpPr>
        <p:spPr/>
        <p:txBody>
          <a:bodyPr/>
          <a:lstStyle/>
          <a:p>
            <a:r>
              <a:rPr lang="en-US" dirty="0"/>
              <a:t>Updated client/user/</a:t>
            </a:r>
            <a:r>
              <a:rPr lang="en-US" dirty="0" err="1"/>
              <a:t>EditProfile.jsx</a:t>
            </a:r>
            <a:endParaRPr lang="en-US" dirty="0"/>
          </a:p>
        </p:txBody>
      </p:sp>
      <p:sp>
        <p:nvSpPr>
          <p:cNvPr id="3" name="Content Placeholder 2">
            <a:extLst>
              <a:ext uri="{FF2B5EF4-FFF2-40B4-BE49-F238E27FC236}">
                <a16:creationId xmlns:a16="http://schemas.microsoft.com/office/drawing/2014/main" id="{E9871641-4A6B-93ED-F9B3-B5E7E9FD5504}"/>
              </a:ext>
            </a:extLst>
          </p:cNvPr>
          <p:cNvSpPr>
            <a:spLocks noGrp="1"/>
          </p:cNvSpPr>
          <p:nvPr>
            <p:ph idx="1"/>
          </p:nvPr>
        </p:nvSpPr>
        <p:spPr/>
        <p:txBody>
          <a:bodyPr/>
          <a:lstStyle/>
          <a:p>
            <a:pPr marL="0" indent="0">
              <a:buNone/>
            </a:pPr>
            <a:r>
              <a:rPr lang="en-US" sz="180" dirty="0"/>
              <a:t>import React, { </a:t>
            </a:r>
            <a:r>
              <a:rPr lang="en-US" sz="180" dirty="0" err="1"/>
              <a:t>useState</a:t>
            </a:r>
            <a:r>
              <a:rPr lang="en-US" sz="180" dirty="0"/>
              <a:t>, </a:t>
            </a:r>
            <a:r>
              <a:rPr lang="en-US" sz="180" dirty="0" err="1"/>
              <a:t>useEffect</a:t>
            </a:r>
            <a:r>
              <a:rPr lang="en-US" sz="180" dirty="0"/>
              <a:t> } from "react";</a:t>
            </a:r>
          </a:p>
          <a:p>
            <a:pPr marL="0" indent="0">
              <a:buNone/>
            </a:pPr>
            <a:r>
              <a:rPr lang="en-US" sz="180" dirty="0"/>
              <a:t>import {</a:t>
            </a:r>
          </a:p>
          <a:p>
            <a:pPr marL="0" indent="0">
              <a:buNone/>
            </a:pPr>
            <a:r>
              <a:rPr lang="en-US" sz="180" dirty="0"/>
              <a:t>  Card,</a:t>
            </a:r>
          </a:p>
          <a:p>
            <a:pPr marL="0" indent="0">
              <a:buNone/>
            </a:pPr>
            <a:r>
              <a:rPr lang="en-US" sz="180" dirty="0"/>
              <a:t>  </a:t>
            </a:r>
            <a:r>
              <a:rPr lang="en-US" sz="180" dirty="0" err="1"/>
              <a:t>CardActions</a:t>
            </a:r>
            <a:r>
              <a:rPr lang="en-US" sz="180" dirty="0"/>
              <a:t>,</a:t>
            </a:r>
          </a:p>
          <a:p>
            <a:pPr marL="0" indent="0">
              <a:buNone/>
            </a:pPr>
            <a:r>
              <a:rPr lang="en-US" sz="180" dirty="0"/>
              <a:t>  </a:t>
            </a:r>
            <a:r>
              <a:rPr lang="en-US" sz="180" dirty="0" err="1"/>
              <a:t>CardContent</a:t>
            </a:r>
            <a:r>
              <a:rPr lang="en-US" sz="180" dirty="0"/>
              <a:t>,</a:t>
            </a:r>
          </a:p>
          <a:p>
            <a:pPr marL="0" indent="0">
              <a:buNone/>
            </a:pPr>
            <a:r>
              <a:rPr lang="en-US" sz="180" dirty="0"/>
              <a:t>  Button,</a:t>
            </a:r>
          </a:p>
          <a:p>
            <a:pPr marL="0" indent="0">
              <a:buNone/>
            </a:pPr>
            <a:r>
              <a:rPr lang="en-US" sz="180" dirty="0"/>
              <a:t>  </a:t>
            </a:r>
            <a:r>
              <a:rPr lang="en-US" sz="180" dirty="0" err="1"/>
              <a:t>TextField</a:t>
            </a:r>
            <a:r>
              <a:rPr lang="en-US" sz="180" dirty="0"/>
              <a:t>,</a:t>
            </a:r>
          </a:p>
          <a:p>
            <a:pPr marL="0" indent="0">
              <a:buNone/>
            </a:pPr>
            <a:r>
              <a:rPr lang="en-US" sz="180" dirty="0"/>
              <a:t>  Typography,</a:t>
            </a:r>
          </a:p>
          <a:p>
            <a:pPr marL="0" indent="0">
              <a:buNone/>
            </a:pPr>
            <a:r>
              <a:rPr lang="en-US" sz="180" dirty="0"/>
              <a:t>  Icon,</a:t>
            </a:r>
          </a:p>
          <a:p>
            <a:pPr marL="0" indent="0">
              <a:buNone/>
            </a:pPr>
            <a:r>
              <a:rPr lang="en-US" sz="180" dirty="0"/>
              <a:t>} from "@</a:t>
            </a:r>
            <a:r>
              <a:rPr lang="en-US" sz="180" dirty="0" err="1"/>
              <a:t>mui</a:t>
            </a:r>
            <a:r>
              <a:rPr lang="en-US" sz="180" dirty="0"/>
              <a:t>/material";</a:t>
            </a:r>
          </a:p>
          <a:p>
            <a:pPr marL="0" indent="0">
              <a:buNone/>
            </a:pPr>
            <a:r>
              <a:rPr lang="en-US" sz="180" dirty="0"/>
              <a:t>import </a:t>
            </a:r>
            <a:r>
              <a:rPr lang="en-US" sz="180" dirty="0" err="1"/>
              <a:t>FormControlLabel</a:t>
            </a:r>
            <a:r>
              <a:rPr lang="en-US" sz="180" dirty="0"/>
              <a:t> from "@</a:t>
            </a:r>
            <a:r>
              <a:rPr lang="en-US" sz="180" dirty="0" err="1"/>
              <a:t>mui</a:t>
            </a:r>
            <a:r>
              <a:rPr lang="en-US" sz="180" dirty="0"/>
              <a:t>/material/</a:t>
            </a:r>
            <a:r>
              <a:rPr lang="en-US" sz="180" dirty="0" err="1"/>
              <a:t>FormControlLabel</a:t>
            </a:r>
            <a:r>
              <a:rPr lang="en-US" sz="180" dirty="0"/>
              <a:t>";</a:t>
            </a:r>
          </a:p>
          <a:p>
            <a:pPr marL="0" indent="0">
              <a:buNone/>
            </a:pPr>
            <a:r>
              <a:rPr lang="en-US" sz="180" dirty="0"/>
              <a:t>import Switch from "@</a:t>
            </a:r>
            <a:r>
              <a:rPr lang="en-US" sz="180" dirty="0" err="1"/>
              <a:t>mui</a:t>
            </a:r>
            <a:r>
              <a:rPr lang="en-US" sz="180" dirty="0"/>
              <a:t>/material/Switch";</a:t>
            </a:r>
          </a:p>
          <a:p>
            <a:pPr marL="0" indent="0">
              <a:buNone/>
            </a:pPr>
            <a:r>
              <a:rPr lang="en-US" sz="180" dirty="0"/>
              <a:t>import auth from "../lib/auth-helper.js";</a:t>
            </a:r>
          </a:p>
          <a:p>
            <a:pPr marL="0" indent="0">
              <a:buNone/>
            </a:pPr>
            <a:r>
              <a:rPr lang="en-US" sz="180" dirty="0"/>
              <a:t>import { read, update } from "./api-user.js";</a:t>
            </a:r>
          </a:p>
          <a:p>
            <a:pPr marL="0" indent="0">
              <a:buNone/>
            </a:pPr>
            <a:r>
              <a:rPr lang="en-US" sz="180" dirty="0"/>
              <a:t>import { Navigate, </a:t>
            </a:r>
            <a:r>
              <a:rPr lang="en-US" sz="180" dirty="0" err="1"/>
              <a:t>useParams</a:t>
            </a:r>
            <a:r>
              <a:rPr lang="en-US" sz="180" dirty="0"/>
              <a:t> } from "react-router-</a:t>
            </a:r>
            <a:r>
              <a:rPr lang="en-US" sz="180" dirty="0" err="1"/>
              <a:t>dom</a:t>
            </a:r>
            <a:r>
              <a:rPr lang="en-US" sz="180" dirty="0"/>
              <a:t>";</a:t>
            </a:r>
          </a:p>
          <a:p>
            <a:pPr marL="0" indent="0">
              <a:buNone/>
            </a:pPr>
            <a:br>
              <a:rPr lang="en-US" sz="190" dirty="0"/>
            </a:br>
            <a:r>
              <a:rPr lang="en-US" sz="190" dirty="0"/>
              <a:t>export default function </a:t>
            </a:r>
            <a:r>
              <a:rPr lang="en-US" sz="190" dirty="0" err="1"/>
              <a:t>EditProfile</a:t>
            </a:r>
            <a:r>
              <a:rPr lang="en-US" sz="190" dirty="0"/>
              <a:t>() {</a:t>
            </a:r>
          </a:p>
          <a:p>
            <a:pPr marL="0" indent="0">
              <a:buNone/>
            </a:pPr>
            <a:r>
              <a:rPr lang="en-US" sz="190" dirty="0"/>
              <a:t>  const { </a:t>
            </a:r>
            <a:r>
              <a:rPr lang="en-US" sz="190" dirty="0" err="1"/>
              <a:t>userId</a:t>
            </a:r>
            <a:r>
              <a:rPr lang="en-US" sz="190" dirty="0"/>
              <a:t> } = </a:t>
            </a:r>
            <a:r>
              <a:rPr lang="en-US" sz="190" dirty="0" err="1"/>
              <a:t>useParams</a:t>
            </a:r>
            <a:r>
              <a:rPr lang="en-US" sz="190" dirty="0"/>
              <a:t>();</a:t>
            </a:r>
          </a:p>
          <a:p>
            <a:pPr marL="0" indent="0">
              <a:buNone/>
            </a:pPr>
            <a:r>
              <a:rPr lang="en-US" sz="190" dirty="0"/>
              <a:t>  const [values, </a:t>
            </a:r>
            <a:r>
              <a:rPr lang="en-US" sz="190" dirty="0" err="1"/>
              <a:t>setValues</a:t>
            </a:r>
            <a:r>
              <a:rPr lang="en-US" sz="190" dirty="0"/>
              <a:t>] = </a:t>
            </a:r>
            <a:r>
              <a:rPr lang="en-US" sz="190" dirty="0" err="1"/>
              <a:t>useState</a:t>
            </a:r>
            <a:r>
              <a:rPr lang="en-US" sz="190" dirty="0"/>
              <a:t>({</a:t>
            </a:r>
          </a:p>
          <a:p>
            <a:pPr marL="0" indent="0">
              <a:buNone/>
            </a:pPr>
            <a:r>
              <a:rPr lang="en-US" sz="190" dirty="0"/>
              <a:t>    name: "",</a:t>
            </a:r>
          </a:p>
          <a:p>
            <a:pPr marL="0" indent="0">
              <a:buNone/>
            </a:pPr>
            <a:r>
              <a:rPr lang="en-US" sz="190" dirty="0"/>
              <a:t>    password: "",</a:t>
            </a:r>
          </a:p>
          <a:p>
            <a:pPr marL="0" indent="0">
              <a:buNone/>
            </a:pPr>
            <a:r>
              <a:rPr lang="en-US" sz="190" dirty="0"/>
              <a:t>    email: "",</a:t>
            </a:r>
          </a:p>
          <a:p>
            <a:pPr marL="0" indent="0">
              <a:buNone/>
            </a:pPr>
            <a:r>
              <a:rPr lang="en-US" sz="190" dirty="0"/>
              <a:t>    </a:t>
            </a:r>
            <a:r>
              <a:rPr lang="en-US" sz="190" dirty="0">
                <a:highlight>
                  <a:srgbClr val="FFFF00"/>
                </a:highlight>
              </a:rPr>
              <a:t>//open: false,</a:t>
            </a:r>
          </a:p>
          <a:p>
            <a:pPr marL="0" indent="0">
              <a:buNone/>
            </a:pPr>
            <a:r>
              <a:rPr lang="en-US" sz="190" dirty="0">
                <a:highlight>
                  <a:srgbClr val="FFFF00"/>
                </a:highlight>
              </a:rPr>
              <a:t>    seller: false,</a:t>
            </a:r>
          </a:p>
          <a:p>
            <a:pPr marL="0" indent="0">
              <a:buNone/>
            </a:pPr>
            <a:r>
              <a:rPr lang="en-US" sz="190" dirty="0"/>
              <a:t>    error: "",</a:t>
            </a:r>
          </a:p>
          <a:p>
            <a:pPr marL="0" indent="0">
              <a:buNone/>
            </a:pPr>
            <a:r>
              <a:rPr lang="en-US" sz="190" dirty="0"/>
              <a:t>    </a:t>
            </a:r>
            <a:r>
              <a:rPr lang="en-US" sz="190" dirty="0" err="1"/>
              <a:t>NavigateToProfile</a:t>
            </a:r>
            <a:r>
              <a:rPr lang="en-US" sz="190" dirty="0"/>
              <a:t>: false,</a:t>
            </a:r>
          </a:p>
          <a:p>
            <a:pPr marL="0" indent="0">
              <a:buNone/>
            </a:pPr>
            <a:r>
              <a:rPr lang="en-US" sz="190" dirty="0"/>
              <a:t>  });</a:t>
            </a:r>
          </a:p>
          <a:p>
            <a:pPr marL="0" indent="0">
              <a:buNone/>
            </a:pPr>
            <a:br>
              <a:rPr lang="en-US" sz="190" dirty="0"/>
            </a:br>
            <a:r>
              <a:rPr lang="en-US" sz="190" dirty="0"/>
              <a:t>  const </a:t>
            </a:r>
            <a:r>
              <a:rPr lang="en-US" sz="190" dirty="0" err="1"/>
              <a:t>jwt</a:t>
            </a:r>
            <a:r>
              <a:rPr lang="en-US" sz="190" dirty="0"/>
              <a:t> = </a:t>
            </a:r>
            <a:r>
              <a:rPr lang="en-US" sz="190" dirty="0" err="1"/>
              <a:t>auth.isAuthenticated</a:t>
            </a:r>
            <a:r>
              <a:rPr lang="en-US" sz="190" dirty="0"/>
              <a:t>();</a:t>
            </a:r>
          </a:p>
          <a:p>
            <a:pPr marL="0" indent="0">
              <a:buNone/>
            </a:pPr>
            <a:br>
              <a:rPr lang="en-US" sz="190" dirty="0"/>
            </a:br>
            <a:r>
              <a:rPr lang="en-US" sz="190" dirty="0"/>
              <a:t>  </a:t>
            </a:r>
            <a:r>
              <a:rPr lang="en-US" sz="190" dirty="0" err="1"/>
              <a:t>useEffect</a:t>
            </a:r>
            <a:r>
              <a:rPr lang="en-US" sz="190" dirty="0"/>
              <a:t>(() =&gt; {</a:t>
            </a:r>
          </a:p>
          <a:p>
            <a:pPr marL="0" indent="0">
              <a:buNone/>
            </a:pPr>
            <a:r>
              <a:rPr lang="en-US" sz="190" dirty="0"/>
              <a:t>    const </a:t>
            </a:r>
            <a:r>
              <a:rPr lang="en-US" sz="190" dirty="0" err="1"/>
              <a:t>abortController</a:t>
            </a:r>
            <a:r>
              <a:rPr lang="en-US" sz="190" dirty="0"/>
              <a:t> = new </a:t>
            </a:r>
            <a:r>
              <a:rPr lang="en-US" sz="190" dirty="0" err="1"/>
              <a:t>AbortController</a:t>
            </a:r>
            <a:r>
              <a:rPr lang="en-US" sz="190" dirty="0"/>
              <a:t>();</a:t>
            </a:r>
          </a:p>
          <a:p>
            <a:pPr marL="0" indent="0">
              <a:buNone/>
            </a:pPr>
            <a:r>
              <a:rPr lang="en-US" sz="190" dirty="0"/>
              <a:t>    const signal = </a:t>
            </a:r>
            <a:r>
              <a:rPr lang="en-US" sz="190" dirty="0" err="1"/>
              <a:t>abortController.signal</a:t>
            </a:r>
            <a:r>
              <a:rPr lang="en-US" sz="190" dirty="0"/>
              <a:t>;</a:t>
            </a:r>
          </a:p>
          <a:p>
            <a:pPr marL="0" indent="0">
              <a:buNone/>
            </a:pPr>
            <a:br>
              <a:rPr lang="en-US" sz="190" dirty="0"/>
            </a:br>
            <a:r>
              <a:rPr lang="en-US" sz="190" dirty="0"/>
              <a:t>    read(</a:t>
            </a:r>
          </a:p>
          <a:p>
            <a:pPr marL="0" indent="0">
              <a:buNone/>
            </a:pPr>
            <a:r>
              <a:rPr lang="en-US" sz="190" dirty="0"/>
              <a:t>      {</a:t>
            </a:r>
          </a:p>
          <a:p>
            <a:pPr marL="0" indent="0">
              <a:buNone/>
            </a:pPr>
            <a:r>
              <a:rPr lang="en-US" sz="190" dirty="0"/>
              <a:t>        </a:t>
            </a:r>
            <a:r>
              <a:rPr lang="en-US" sz="190" dirty="0">
                <a:highlight>
                  <a:srgbClr val="FFFF00"/>
                </a:highlight>
              </a:rPr>
              <a:t>//</a:t>
            </a:r>
            <a:r>
              <a:rPr lang="en-US" sz="190" dirty="0" err="1">
                <a:highlight>
                  <a:srgbClr val="FFFF00"/>
                </a:highlight>
              </a:rPr>
              <a:t>userId</a:t>
            </a:r>
            <a:endParaRPr lang="en-US" sz="190" dirty="0">
              <a:highlight>
                <a:srgbClr val="FFFF00"/>
              </a:highlight>
            </a:endParaRPr>
          </a:p>
          <a:p>
            <a:pPr marL="0" indent="0">
              <a:buNone/>
            </a:pPr>
            <a:r>
              <a:rPr lang="en-US" sz="190" dirty="0">
                <a:highlight>
                  <a:srgbClr val="FFFF00"/>
                </a:highlight>
              </a:rPr>
              <a:t>        </a:t>
            </a:r>
            <a:r>
              <a:rPr lang="en-US" sz="190" dirty="0" err="1">
                <a:highlight>
                  <a:srgbClr val="FFFF00"/>
                </a:highlight>
              </a:rPr>
              <a:t>userId</a:t>
            </a:r>
            <a:r>
              <a:rPr lang="en-US" sz="190" dirty="0">
                <a:highlight>
                  <a:srgbClr val="FFFF00"/>
                </a:highlight>
              </a:rPr>
              <a:t>: </a:t>
            </a:r>
            <a:r>
              <a:rPr lang="en-US" sz="190" dirty="0" err="1">
                <a:highlight>
                  <a:srgbClr val="FFFF00"/>
                </a:highlight>
              </a:rPr>
              <a:t>jwt.user._id</a:t>
            </a:r>
            <a:r>
              <a:rPr lang="en-US" sz="190" dirty="0">
                <a:highlight>
                  <a:srgbClr val="FFFF00"/>
                </a:highlight>
              </a:rPr>
              <a:t>,</a:t>
            </a:r>
          </a:p>
          <a:p>
            <a:pPr marL="0" indent="0">
              <a:buNone/>
            </a:pPr>
            <a:r>
              <a:rPr lang="en-US" sz="190" dirty="0"/>
              <a:t>      },</a:t>
            </a:r>
          </a:p>
          <a:p>
            <a:pPr marL="0" indent="0">
              <a:buNone/>
            </a:pPr>
            <a:r>
              <a:rPr lang="en-US" sz="190" dirty="0"/>
              <a:t>      { t: </a:t>
            </a:r>
            <a:r>
              <a:rPr lang="en-US" sz="190" dirty="0" err="1"/>
              <a:t>jwt.token</a:t>
            </a:r>
            <a:r>
              <a:rPr lang="en-US" sz="190" dirty="0"/>
              <a:t> },</a:t>
            </a:r>
          </a:p>
          <a:p>
            <a:pPr marL="0" indent="0">
              <a:buNone/>
            </a:pPr>
            <a:r>
              <a:rPr lang="en-US" sz="190" dirty="0"/>
              <a:t>      signal</a:t>
            </a:r>
          </a:p>
          <a:p>
            <a:pPr marL="0" indent="0">
              <a:buNone/>
            </a:pPr>
            <a:r>
              <a:rPr lang="en-US" sz="190" dirty="0"/>
              <a:t>    ).then((data) =&gt; {</a:t>
            </a:r>
          </a:p>
          <a:p>
            <a:pPr marL="0" indent="0">
              <a:buNone/>
            </a:pPr>
            <a:r>
              <a:rPr lang="en-US" sz="190" dirty="0"/>
              <a:t>      if (</a:t>
            </a:r>
            <a:r>
              <a:rPr lang="en-US" sz="190" dirty="0" err="1"/>
              <a:t>data?.error</a:t>
            </a:r>
            <a:r>
              <a:rPr lang="en-US" sz="190" dirty="0"/>
              <a:t>) {</a:t>
            </a:r>
          </a:p>
          <a:p>
            <a:pPr marL="0" indent="0">
              <a:buNone/>
            </a:pPr>
            <a:r>
              <a:rPr lang="en-US" sz="190" dirty="0"/>
              <a:t>        </a:t>
            </a:r>
            <a:r>
              <a:rPr lang="en-US" sz="190" dirty="0" err="1"/>
              <a:t>setValues</a:t>
            </a:r>
            <a:r>
              <a:rPr lang="en-US" sz="190" dirty="0"/>
              <a:t>((</a:t>
            </a:r>
            <a:r>
              <a:rPr lang="en-US" sz="190" dirty="0" err="1"/>
              <a:t>prev</a:t>
            </a:r>
            <a:r>
              <a:rPr lang="en-US" sz="190" dirty="0"/>
              <a:t>) =&gt; ({ ...</a:t>
            </a:r>
            <a:r>
              <a:rPr lang="en-US" sz="190" dirty="0" err="1"/>
              <a:t>prev</a:t>
            </a:r>
            <a:r>
              <a:rPr lang="en-US" sz="190" dirty="0"/>
              <a:t>, error: </a:t>
            </a:r>
            <a:r>
              <a:rPr lang="en-US" sz="190" dirty="0" err="1"/>
              <a:t>data.error</a:t>
            </a:r>
            <a:r>
              <a:rPr lang="en-US" sz="190" dirty="0"/>
              <a:t> }));</a:t>
            </a:r>
          </a:p>
          <a:p>
            <a:pPr marL="0" indent="0">
              <a:buNone/>
            </a:pPr>
            <a:r>
              <a:rPr lang="en-US" sz="190" dirty="0"/>
              <a:t>      } else {</a:t>
            </a:r>
          </a:p>
          <a:p>
            <a:pPr marL="0" indent="0">
              <a:buNone/>
            </a:pPr>
            <a:r>
              <a:rPr lang="en-US" sz="190" dirty="0"/>
              <a:t>        </a:t>
            </a:r>
            <a:r>
              <a:rPr lang="en-US" sz="190" dirty="0" err="1"/>
              <a:t>setValues</a:t>
            </a:r>
            <a:r>
              <a:rPr lang="en-US" sz="190" dirty="0"/>
              <a:t>((</a:t>
            </a:r>
            <a:r>
              <a:rPr lang="en-US" sz="190" dirty="0" err="1"/>
              <a:t>prev</a:t>
            </a:r>
            <a:r>
              <a:rPr lang="en-US" sz="190" dirty="0"/>
              <a:t>) =&gt; ({ ...</a:t>
            </a:r>
            <a:r>
              <a:rPr lang="en-US" sz="190" dirty="0" err="1"/>
              <a:t>prev</a:t>
            </a:r>
            <a:r>
              <a:rPr lang="en-US" sz="190" dirty="0"/>
              <a:t>, name: data.name, email: </a:t>
            </a:r>
            <a:r>
              <a:rPr lang="en-US" sz="190" dirty="0" err="1"/>
              <a:t>data.email</a:t>
            </a:r>
            <a:r>
              <a:rPr lang="en-US" sz="190" dirty="0"/>
              <a:t>, </a:t>
            </a:r>
            <a:r>
              <a:rPr lang="en-US" sz="190" dirty="0">
                <a:highlight>
                  <a:srgbClr val="FFFF00"/>
                </a:highlight>
              </a:rPr>
              <a:t>seller: </a:t>
            </a:r>
            <a:r>
              <a:rPr lang="en-US" sz="190" dirty="0" err="1">
                <a:highlight>
                  <a:srgbClr val="FFFF00"/>
                </a:highlight>
              </a:rPr>
              <a:t>data.seller</a:t>
            </a:r>
            <a:r>
              <a:rPr lang="en-US" sz="190" dirty="0">
                <a:highlight>
                  <a:srgbClr val="FFFF00"/>
                </a:highlight>
              </a:rPr>
              <a:t> </a:t>
            </a:r>
            <a:r>
              <a:rPr lang="en-US" sz="190" dirty="0"/>
              <a:t>}));</a:t>
            </a:r>
          </a:p>
          <a:p>
            <a:pPr marL="0" indent="0">
              <a:buNone/>
            </a:pPr>
            <a:r>
              <a:rPr lang="en-US" sz="190" dirty="0"/>
              <a:t>      }</a:t>
            </a:r>
          </a:p>
          <a:p>
            <a:pPr marL="0" indent="0">
              <a:buNone/>
            </a:pPr>
            <a:r>
              <a:rPr lang="en-US" sz="190" dirty="0"/>
              <a:t>    });</a:t>
            </a:r>
          </a:p>
          <a:p>
            <a:pPr marL="0" indent="0">
              <a:buNone/>
            </a:pPr>
            <a:br>
              <a:rPr lang="en-US" sz="190" dirty="0"/>
            </a:br>
            <a:r>
              <a:rPr lang="en-US" sz="190" dirty="0"/>
              <a:t>    return () =&gt; </a:t>
            </a:r>
            <a:r>
              <a:rPr lang="en-US" sz="190" dirty="0" err="1"/>
              <a:t>abortController.abort</a:t>
            </a:r>
            <a:r>
              <a:rPr lang="en-US" sz="190" dirty="0"/>
              <a:t>();</a:t>
            </a:r>
          </a:p>
          <a:p>
            <a:pPr marL="0" indent="0">
              <a:buNone/>
            </a:pPr>
            <a:r>
              <a:rPr lang="en-US" sz="190" dirty="0"/>
              <a:t>  </a:t>
            </a:r>
            <a:r>
              <a:rPr lang="en-US" sz="190" dirty="0">
                <a:highlight>
                  <a:srgbClr val="FFFF00"/>
                </a:highlight>
              </a:rPr>
              <a:t>//}, [</a:t>
            </a:r>
            <a:r>
              <a:rPr lang="en-US" sz="190" dirty="0" err="1">
                <a:highlight>
                  <a:srgbClr val="FFFF00"/>
                </a:highlight>
              </a:rPr>
              <a:t>userId</a:t>
            </a:r>
            <a:r>
              <a:rPr lang="en-US" sz="190" dirty="0">
                <a:highlight>
                  <a:srgbClr val="FFFF00"/>
                </a:highlight>
              </a:rPr>
              <a:t>]);</a:t>
            </a:r>
          </a:p>
          <a:p>
            <a:pPr marL="0" indent="0">
              <a:buNone/>
            </a:pPr>
            <a:r>
              <a:rPr lang="en-US" sz="190" dirty="0">
                <a:highlight>
                  <a:srgbClr val="FFFF00"/>
                </a:highlight>
              </a:rPr>
              <a:t>}, [</a:t>
            </a:r>
            <a:r>
              <a:rPr lang="en-US" sz="190" dirty="0" err="1">
                <a:highlight>
                  <a:srgbClr val="FFFF00"/>
                </a:highlight>
              </a:rPr>
              <a:t>jwt.user._id</a:t>
            </a:r>
            <a:r>
              <a:rPr lang="en-US" sz="190" dirty="0">
                <a:highlight>
                  <a:srgbClr val="FFFF00"/>
                </a:highlight>
              </a:rPr>
              <a:t>]);</a:t>
            </a:r>
          </a:p>
          <a:p>
            <a:pPr marL="0" indent="0">
              <a:buNone/>
            </a:pPr>
            <a:br>
              <a:rPr lang="en-US" sz="190" dirty="0"/>
            </a:br>
            <a:br>
              <a:rPr lang="en-US" sz="190" dirty="0"/>
            </a:br>
            <a:r>
              <a:rPr lang="en-US" sz="190" dirty="0"/>
              <a:t>  const </a:t>
            </a:r>
            <a:r>
              <a:rPr lang="en-US" sz="190" dirty="0" err="1"/>
              <a:t>clickSubmit</a:t>
            </a:r>
            <a:r>
              <a:rPr lang="en-US" sz="190" dirty="0"/>
              <a:t> = () =&gt; {</a:t>
            </a:r>
          </a:p>
          <a:p>
            <a:pPr marL="0" indent="0">
              <a:buNone/>
            </a:pPr>
            <a:r>
              <a:rPr lang="en-US" sz="190" dirty="0"/>
              <a:t>    const user = {</a:t>
            </a:r>
          </a:p>
          <a:p>
            <a:pPr marL="0" indent="0">
              <a:buNone/>
            </a:pPr>
            <a:r>
              <a:rPr lang="en-US" sz="190" dirty="0"/>
              <a:t>      name: values.name || undefined,</a:t>
            </a:r>
          </a:p>
          <a:p>
            <a:pPr marL="0" indent="0">
              <a:buNone/>
            </a:pPr>
            <a:r>
              <a:rPr lang="en-US" sz="190" dirty="0"/>
              <a:t>      email: </a:t>
            </a:r>
            <a:r>
              <a:rPr lang="en-US" sz="190" dirty="0" err="1"/>
              <a:t>values.email</a:t>
            </a:r>
            <a:r>
              <a:rPr lang="en-US" sz="190" dirty="0"/>
              <a:t> || undefined,</a:t>
            </a:r>
          </a:p>
          <a:p>
            <a:pPr marL="0" indent="0">
              <a:buNone/>
            </a:pPr>
            <a:r>
              <a:rPr lang="en-US" sz="190" dirty="0"/>
              <a:t>      password: </a:t>
            </a:r>
            <a:r>
              <a:rPr lang="en-US" sz="190" dirty="0" err="1"/>
              <a:t>values.password</a:t>
            </a:r>
            <a:r>
              <a:rPr lang="en-US" sz="190" dirty="0"/>
              <a:t> || undefined,</a:t>
            </a:r>
          </a:p>
          <a:p>
            <a:pPr marL="0" indent="0">
              <a:buNone/>
            </a:pPr>
            <a:r>
              <a:rPr lang="en-US" sz="190" dirty="0"/>
              <a:t>    };</a:t>
            </a:r>
          </a:p>
          <a:p>
            <a:pPr marL="0" indent="0">
              <a:buNone/>
            </a:pPr>
            <a:br>
              <a:rPr lang="en-US" sz="190" dirty="0"/>
            </a:br>
            <a:r>
              <a:rPr lang="en-US" sz="190" dirty="0"/>
              <a:t>    update({ </a:t>
            </a:r>
            <a:r>
              <a:rPr lang="en-US" sz="190" dirty="0" err="1"/>
              <a:t>userId</a:t>
            </a:r>
            <a:r>
              <a:rPr lang="en-US" sz="190" dirty="0"/>
              <a:t> }, { t: </a:t>
            </a:r>
            <a:r>
              <a:rPr lang="en-US" sz="190" dirty="0" err="1"/>
              <a:t>jwt.token</a:t>
            </a:r>
            <a:r>
              <a:rPr lang="en-US" sz="190" dirty="0"/>
              <a:t> }, user).then((data) =&gt; {</a:t>
            </a:r>
          </a:p>
          <a:p>
            <a:pPr marL="0" indent="0">
              <a:buNone/>
            </a:pPr>
            <a:r>
              <a:rPr lang="en-US" sz="190" dirty="0"/>
              <a:t>      if (</a:t>
            </a:r>
            <a:r>
              <a:rPr lang="en-US" sz="190" dirty="0" err="1"/>
              <a:t>data?.error</a:t>
            </a:r>
            <a:r>
              <a:rPr lang="en-US" sz="190" dirty="0"/>
              <a:t>) {</a:t>
            </a:r>
          </a:p>
          <a:p>
            <a:pPr marL="0" indent="0">
              <a:buNone/>
            </a:pPr>
            <a:r>
              <a:rPr lang="en-US" sz="190" dirty="0"/>
              <a:t>        </a:t>
            </a:r>
            <a:r>
              <a:rPr lang="en-US" sz="190" dirty="0" err="1"/>
              <a:t>setValues</a:t>
            </a:r>
            <a:r>
              <a:rPr lang="en-US" sz="190" dirty="0"/>
              <a:t>((</a:t>
            </a:r>
            <a:r>
              <a:rPr lang="en-US" sz="190" dirty="0" err="1"/>
              <a:t>prev</a:t>
            </a:r>
            <a:r>
              <a:rPr lang="en-US" sz="190" dirty="0"/>
              <a:t>) =&gt; ({ ...</a:t>
            </a:r>
            <a:r>
              <a:rPr lang="en-US" sz="190" dirty="0" err="1"/>
              <a:t>prev</a:t>
            </a:r>
            <a:r>
              <a:rPr lang="en-US" sz="190" dirty="0"/>
              <a:t>, error: </a:t>
            </a:r>
            <a:r>
              <a:rPr lang="en-US" sz="190" dirty="0" err="1"/>
              <a:t>data.error</a:t>
            </a:r>
            <a:r>
              <a:rPr lang="en-US" sz="190" dirty="0"/>
              <a:t> }));</a:t>
            </a:r>
          </a:p>
          <a:p>
            <a:pPr marL="0" indent="0">
              <a:buNone/>
            </a:pPr>
            <a:r>
              <a:rPr lang="en-US" sz="190" dirty="0"/>
              <a:t>      } else {</a:t>
            </a:r>
          </a:p>
          <a:p>
            <a:pPr marL="0" indent="0">
              <a:buNone/>
            </a:pPr>
            <a:r>
              <a:rPr lang="en-US" sz="190" dirty="0"/>
              <a:t>        </a:t>
            </a:r>
            <a:r>
              <a:rPr lang="en-US" sz="190" dirty="0" err="1"/>
              <a:t>setValues</a:t>
            </a:r>
            <a:r>
              <a:rPr lang="en-US" sz="190" dirty="0"/>
              <a:t>((</a:t>
            </a:r>
            <a:r>
              <a:rPr lang="en-US" sz="190" dirty="0" err="1"/>
              <a:t>prev</a:t>
            </a:r>
            <a:r>
              <a:rPr lang="en-US" sz="190" dirty="0"/>
              <a:t>) =&gt; ({</a:t>
            </a:r>
          </a:p>
          <a:p>
            <a:pPr marL="0" indent="0">
              <a:buNone/>
            </a:pPr>
            <a:r>
              <a:rPr lang="en-US" sz="190" dirty="0"/>
              <a:t>          ...</a:t>
            </a:r>
            <a:r>
              <a:rPr lang="en-US" sz="190" dirty="0" err="1"/>
              <a:t>prev</a:t>
            </a:r>
            <a:r>
              <a:rPr lang="en-US" sz="190" dirty="0"/>
              <a:t>,</a:t>
            </a:r>
          </a:p>
          <a:p>
            <a:pPr marL="0" indent="0">
              <a:buNone/>
            </a:pPr>
            <a:r>
              <a:rPr lang="en-US" sz="190" dirty="0"/>
              <a:t>          </a:t>
            </a:r>
            <a:r>
              <a:rPr lang="en-US" sz="190" dirty="0" err="1"/>
              <a:t>userId</a:t>
            </a:r>
            <a:r>
              <a:rPr lang="en-US" sz="190" dirty="0"/>
              <a:t>: </a:t>
            </a:r>
            <a:r>
              <a:rPr lang="en-US" sz="190" dirty="0" err="1"/>
              <a:t>data._id</a:t>
            </a:r>
            <a:r>
              <a:rPr lang="en-US" sz="190" dirty="0"/>
              <a:t>,</a:t>
            </a:r>
          </a:p>
          <a:p>
            <a:pPr marL="0" indent="0">
              <a:buNone/>
            </a:pPr>
            <a:r>
              <a:rPr lang="en-US" sz="190" dirty="0"/>
              <a:t>          </a:t>
            </a:r>
            <a:r>
              <a:rPr lang="en-US" sz="190" dirty="0" err="1"/>
              <a:t>NavigateToProfile</a:t>
            </a:r>
            <a:r>
              <a:rPr lang="en-US" sz="190" dirty="0"/>
              <a:t>: true,</a:t>
            </a:r>
          </a:p>
          <a:p>
            <a:pPr marL="0" indent="0">
              <a:buNone/>
            </a:pPr>
            <a:r>
              <a:rPr lang="en-US" sz="190" dirty="0"/>
              <a:t>        }));</a:t>
            </a:r>
          </a:p>
          <a:p>
            <a:pPr marL="0" indent="0">
              <a:buNone/>
            </a:pPr>
            <a:r>
              <a:rPr lang="en-US" sz="190" dirty="0"/>
              <a:t>      }</a:t>
            </a:r>
          </a:p>
          <a:p>
            <a:pPr marL="0" indent="0">
              <a:buNone/>
            </a:pPr>
            <a:r>
              <a:rPr lang="en-US" sz="190" dirty="0"/>
              <a:t>    });</a:t>
            </a:r>
          </a:p>
          <a:p>
            <a:pPr marL="0" indent="0">
              <a:buNone/>
            </a:pPr>
            <a:r>
              <a:rPr lang="en-US" sz="190" dirty="0"/>
              <a:t>  };</a:t>
            </a:r>
          </a:p>
          <a:p>
            <a:pPr marL="0" indent="0">
              <a:buNone/>
            </a:pPr>
            <a:br>
              <a:rPr lang="en-US" sz="190" dirty="0"/>
            </a:br>
            <a:r>
              <a:rPr lang="en-US" sz="190" dirty="0"/>
              <a:t>  const </a:t>
            </a:r>
            <a:r>
              <a:rPr lang="en-US" sz="190" dirty="0" err="1"/>
              <a:t>handleChange</a:t>
            </a:r>
            <a:r>
              <a:rPr lang="en-US" sz="190" dirty="0"/>
              <a:t> = (name) =&gt; (event) =&gt; {</a:t>
            </a:r>
          </a:p>
          <a:p>
            <a:pPr marL="0" indent="0">
              <a:buNone/>
            </a:pPr>
            <a:r>
              <a:rPr lang="en-US" sz="190" dirty="0"/>
              <a:t>    </a:t>
            </a:r>
            <a:r>
              <a:rPr lang="en-US" sz="190" dirty="0" err="1"/>
              <a:t>setValues</a:t>
            </a:r>
            <a:r>
              <a:rPr lang="en-US" sz="190" dirty="0"/>
              <a:t>({ ...values, [name]: </a:t>
            </a:r>
            <a:r>
              <a:rPr lang="en-US" sz="190" dirty="0" err="1"/>
              <a:t>event.target.value</a:t>
            </a:r>
            <a:r>
              <a:rPr lang="en-US" sz="190" dirty="0"/>
              <a:t> });</a:t>
            </a:r>
          </a:p>
          <a:p>
            <a:pPr marL="0" indent="0">
              <a:buNone/>
            </a:pPr>
            <a:r>
              <a:rPr lang="en-US" sz="190" dirty="0"/>
              <a:t>  };</a:t>
            </a:r>
          </a:p>
          <a:p>
            <a:pPr marL="0" indent="0">
              <a:buNone/>
            </a:pPr>
            <a:br>
              <a:rPr lang="en-US" sz="190" dirty="0"/>
            </a:br>
            <a:r>
              <a:rPr lang="en-US" sz="190" dirty="0"/>
              <a:t>  if (</a:t>
            </a:r>
            <a:r>
              <a:rPr lang="en-US" sz="190" dirty="0" err="1"/>
              <a:t>values.NavigateToProfile</a:t>
            </a:r>
            <a:r>
              <a:rPr lang="en-US" sz="190" dirty="0"/>
              <a:t>) {</a:t>
            </a:r>
          </a:p>
          <a:p>
            <a:pPr marL="0" indent="0">
              <a:buNone/>
            </a:pPr>
            <a:r>
              <a:rPr lang="en-US" sz="190" dirty="0"/>
              <a:t>    return &lt;Navigate to={`/user/${</a:t>
            </a:r>
            <a:r>
              <a:rPr lang="en-US" sz="190" dirty="0" err="1"/>
              <a:t>values.userId</a:t>
            </a:r>
            <a:r>
              <a:rPr lang="en-US" sz="190" dirty="0"/>
              <a:t>}`} /&gt;;</a:t>
            </a:r>
          </a:p>
          <a:p>
            <a:pPr marL="0" indent="0">
              <a:buNone/>
            </a:pPr>
            <a:r>
              <a:rPr lang="en-US" sz="190" dirty="0"/>
              <a:t>  }</a:t>
            </a:r>
          </a:p>
          <a:p>
            <a:pPr marL="0" indent="0">
              <a:buNone/>
            </a:pPr>
            <a:br>
              <a:rPr lang="en-US" sz="190" dirty="0"/>
            </a:br>
            <a:r>
              <a:rPr lang="en-US" sz="190" dirty="0"/>
              <a:t>  return (</a:t>
            </a:r>
          </a:p>
          <a:p>
            <a:pPr marL="0" indent="0">
              <a:buNone/>
            </a:pPr>
            <a:r>
              <a:rPr lang="en-US" sz="190" dirty="0"/>
              <a:t>    &lt;Card</a:t>
            </a:r>
          </a:p>
          <a:p>
            <a:pPr marL="0" indent="0">
              <a:buNone/>
            </a:pPr>
            <a:r>
              <a:rPr lang="en-US" sz="190" dirty="0"/>
              <a:t>      </a:t>
            </a:r>
            <a:r>
              <a:rPr lang="en-US" sz="190" dirty="0" err="1"/>
              <a:t>sx</a:t>
            </a:r>
            <a:r>
              <a:rPr lang="en-US" sz="190" dirty="0"/>
              <a:t>={{</a:t>
            </a:r>
          </a:p>
          <a:p>
            <a:pPr marL="0" indent="0">
              <a:buNone/>
            </a:pPr>
            <a:r>
              <a:rPr lang="en-US" sz="190" dirty="0"/>
              <a:t>        </a:t>
            </a:r>
            <a:r>
              <a:rPr lang="en-US" sz="190" dirty="0" err="1"/>
              <a:t>maxWidth</a:t>
            </a:r>
            <a:r>
              <a:rPr lang="en-US" sz="190" dirty="0"/>
              <a:t>: 600,</a:t>
            </a:r>
          </a:p>
          <a:p>
            <a:pPr marL="0" indent="0">
              <a:buNone/>
            </a:pPr>
            <a:r>
              <a:rPr lang="en-US" sz="190" dirty="0"/>
              <a:t>        mx: "auto",</a:t>
            </a:r>
          </a:p>
          <a:p>
            <a:pPr marL="0" indent="0">
              <a:buNone/>
            </a:pPr>
            <a:r>
              <a:rPr lang="en-US" sz="190" dirty="0"/>
              <a:t>        mt: 5,</a:t>
            </a:r>
          </a:p>
          <a:p>
            <a:pPr marL="0" indent="0">
              <a:buNone/>
            </a:pPr>
            <a:r>
              <a:rPr lang="en-US" sz="190" dirty="0"/>
              <a:t>        </a:t>
            </a:r>
            <a:r>
              <a:rPr lang="en-US" sz="190" dirty="0" err="1"/>
              <a:t>textAlign</a:t>
            </a:r>
            <a:r>
              <a:rPr lang="en-US" sz="190" dirty="0"/>
              <a:t>: "center",</a:t>
            </a:r>
          </a:p>
          <a:p>
            <a:pPr marL="0" indent="0">
              <a:buNone/>
            </a:pPr>
            <a:r>
              <a:rPr lang="en-US" sz="190" dirty="0"/>
              <a:t>        pb: 2,</a:t>
            </a:r>
          </a:p>
          <a:p>
            <a:pPr marL="0" indent="0">
              <a:buNone/>
            </a:pPr>
            <a:r>
              <a:rPr lang="en-US" sz="190" dirty="0"/>
              <a:t>      }}</a:t>
            </a:r>
          </a:p>
          <a:p>
            <a:pPr marL="0" indent="0">
              <a:buNone/>
            </a:pPr>
            <a:r>
              <a:rPr lang="en-US" sz="190" dirty="0"/>
              <a:t>    &gt;</a:t>
            </a:r>
          </a:p>
          <a:p>
            <a:pPr marL="0" indent="0">
              <a:buNone/>
            </a:pPr>
            <a:r>
              <a:rPr lang="en-US" sz="190" dirty="0"/>
              <a:t>      &lt;</a:t>
            </a:r>
            <a:r>
              <a:rPr lang="en-US" sz="190" dirty="0" err="1"/>
              <a:t>CardContent</a:t>
            </a:r>
            <a:r>
              <a:rPr lang="en-US" sz="190" dirty="0"/>
              <a:t>&gt;</a:t>
            </a:r>
          </a:p>
          <a:p>
            <a:pPr marL="0" indent="0">
              <a:buNone/>
            </a:pPr>
            <a:r>
              <a:rPr lang="en-US" sz="190" dirty="0"/>
              <a:t>        &lt;Typography variant="h6" </a:t>
            </a:r>
            <a:r>
              <a:rPr lang="en-US" sz="190" dirty="0" err="1"/>
              <a:t>sx</a:t>
            </a:r>
            <a:r>
              <a:rPr lang="en-US" sz="190" dirty="0"/>
              <a:t>={{ mt: 2, mb: 2, color: "</a:t>
            </a:r>
            <a:r>
              <a:rPr lang="en-US" sz="190" dirty="0" err="1"/>
              <a:t>text.primary</a:t>
            </a:r>
            <a:r>
              <a:rPr lang="en-US" sz="190" dirty="0"/>
              <a:t>" }}&gt;</a:t>
            </a:r>
          </a:p>
          <a:p>
            <a:pPr marL="0" indent="0">
              <a:buNone/>
            </a:pPr>
            <a:r>
              <a:rPr lang="en-US" sz="190" dirty="0"/>
              <a:t>          Edit Profile</a:t>
            </a:r>
          </a:p>
          <a:p>
            <a:pPr marL="0" indent="0">
              <a:buNone/>
            </a:pPr>
            <a:r>
              <a:rPr lang="en-US" sz="190" dirty="0"/>
              <a:t>        &lt;/Typography&gt;</a:t>
            </a:r>
          </a:p>
          <a:p>
            <a:pPr marL="0" indent="0">
              <a:buNone/>
            </a:pPr>
            <a:br>
              <a:rPr lang="en-US" sz="190" dirty="0"/>
            </a:br>
            <a:r>
              <a:rPr lang="en-US" sz="190" dirty="0"/>
              <a:t>        &lt;</a:t>
            </a:r>
            <a:r>
              <a:rPr lang="en-US" sz="190" dirty="0" err="1"/>
              <a:t>TextField</a:t>
            </a:r>
            <a:endParaRPr lang="en-US" sz="190" dirty="0"/>
          </a:p>
          <a:p>
            <a:pPr marL="0" indent="0">
              <a:buNone/>
            </a:pPr>
            <a:r>
              <a:rPr lang="en-US" sz="190" dirty="0"/>
              <a:t>          id="name"</a:t>
            </a:r>
          </a:p>
          <a:p>
            <a:pPr marL="0" indent="0">
              <a:buNone/>
            </a:pPr>
            <a:r>
              <a:rPr lang="en-US" sz="190" dirty="0"/>
              <a:t>          label="Name"</a:t>
            </a:r>
          </a:p>
          <a:p>
            <a:pPr marL="0" indent="0">
              <a:buNone/>
            </a:pPr>
            <a:r>
              <a:rPr lang="en-US" sz="190" dirty="0"/>
              <a:t>          value={values.name}</a:t>
            </a:r>
          </a:p>
          <a:p>
            <a:pPr marL="0" indent="0">
              <a:buNone/>
            </a:pPr>
            <a:r>
              <a:rPr lang="en-US" sz="190" dirty="0"/>
              <a:t>          </a:t>
            </a:r>
            <a:r>
              <a:rPr lang="en-US" sz="190" dirty="0" err="1"/>
              <a:t>onChange</a:t>
            </a:r>
            <a:r>
              <a:rPr lang="en-US" sz="190" dirty="0"/>
              <a:t>={</a:t>
            </a:r>
            <a:r>
              <a:rPr lang="en-US" sz="190" dirty="0" err="1"/>
              <a:t>handleChange</a:t>
            </a:r>
            <a:r>
              <a:rPr lang="en-US" sz="190" dirty="0"/>
              <a:t>("name")}</a:t>
            </a:r>
          </a:p>
          <a:p>
            <a:pPr marL="0" indent="0">
              <a:buNone/>
            </a:pPr>
            <a:r>
              <a:rPr lang="en-US" sz="190" dirty="0"/>
              <a:t>          margin="normal"</a:t>
            </a:r>
          </a:p>
          <a:p>
            <a:pPr marL="0" indent="0">
              <a:buNone/>
            </a:pPr>
            <a:r>
              <a:rPr lang="en-US" sz="190" dirty="0"/>
              <a:t>          </a:t>
            </a:r>
            <a:r>
              <a:rPr lang="en-US" sz="190" dirty="0" err="1"/>
              <a:t>sx</a:t>
            </a:r>
            <a:r>
              <a:rPr lang="en-US" sz="190" dirty="0"/>
              <a:t>={{ mx: 1, width: 300 }}</a:t>
            </a:r>
          </a:p>
          <a:p>
            <a:pPr marL="0" indent="0">
              <a:buNone/>
            </a:pPr>
            <a:r>
              <a:rPr lang="en-US" sz="190" dirty="0"/>
              <a:t>        /&gt;</a:t>
            </a:r>
          </a:p>
          <a:p>
            <a:pPr marL="0" indent="0">
              <a:buNone/>
            </a:pPr>
            <a:r>
              <a:rPr lang="en-US" sz="190" dirty="0"/>
              <a:t>        &lt;</a:t>
            </a:r>
            <a:r>
              <a:rPr lang="en-US" sz="190" dirty="0" err="1"/>
              <a:t>br</a:t>
            </a:r>
            <a:r>
              <a:rPr lang="en-US" sz="190" dirty="0"/>
              <a:t> /&gt;</a:t>
            </a:r>
          </a:p>
          <a:p>
            <a:pPr marL="0" indent="0">
              <a:buNone/>
            </a:pPr>
            <a:br>
              <a:rPr lang="en-US" sz="190" dirty="0"/>
            </a:br>
            <a:r>
              <a:rPr lang="en-US" sz="190" dirty="0"/>
              <a:t>        &lt;</a:t>
            </a:r>
            <a:r>
              <a:rPr lang="en-US" sz="190" dirty="0" err="1"/>
              <a:t>TextField</a:t>
            </a:r>
            <a:endParaRPr lang="en-US" sz="190" dirty="0"/>
          </a:p>
          <a:p>
            <a:pPr marL="0" indent="0">
              <a:buNone/>
            </a:pPr>
            <a:r>
              <a:rPr lang="en-US" sz="190" dirty="0"/>
              <a:t>          id="email"</a:t>
            </a:r>
          </a:p>
          <a:p>
            <a:pPr marL="0" indent="0">
              <a:buNone/>
            </a:pPr>
            <a:r>
              <a:rPr lang="en-US" sz="190" dirty="0"/>
              <a:t>          type="email"</a:t>
            </a:r>
          </a:p>
          <a:p>
            <a:pPr marL="0" indent="0">
              <a:buNone/>
            </a:pPr>
            <a:r>
              <a:rPr lang="en-US" sz="190" dirty="0"/>
              <a:t>          label="Email"</a:t>
            </a:r>
          </a:p>
          <a:p>
            <a:pPr marL="0" indent="0">
              <a:buNone/>
            </a:pPr>
            <a:r>
              <a:rPr lang="en-US" sz="190" dirty="0"/>
              <a:t>          value={</a:t>
            </a:r>
            <a:r>
              <a:rPr lang="en-US" sz="190" dirty="0" err="1"/>
              <a:t>values.email</a:t>
            </a:r>
            <a:r>
              <a:rPr lang="en-US" sz="190" dirty="0"/>
              <a:t>}</a:t>
            </a:r>
          </a:p>
          <a:p>
            <a:pPr marL="0" indent="0">
              <a:buNone/>
            </a:pPr>
            <a:r>
              <a:rPr lang="en-US" sz="190" dirty="0"/>
              <a:t>          </a:t>
            </a:r>
            <a:r>
              <a:rPr lang="en-US" sz="190" dirty="0" err="1"/>
              <a:t>onChange</a:t>
            </a:r>
            <a:r>
              <a:rPr lang="en-US" sz="190" dirty="0"/>
              <a:t>={</a:t>
            </a:r>
            <a:r>
              <a:rPr lang="en-US" sz="190" dirty="0" err="1"/>
              <a:t>handleChange</a:t>
            </a:r>
            <a:r>
              <a:rPr lang="en-US" sz="190" dirty="0"/>
              <a:t>("email")}</a:t>
            </a:r>
          </a:p>
          <a:p>
            <a:pPr marL="0" indent="0">
              <a:buNone/>
            </a:pPr>
            <a:r>
              <a:rPr lang="en-US" sz="190" dirty="0"/>
              <a:t>          margin="normal"</a:t>
            </a:r>
          </a:p>
          <a:p>
            <a:pPr marL="0" indent="0">
              <a:buNone/>
            </a:pPr>
            <a:r>
              <a:rPr lang="en-US" sz="190" dirty="0"/>
              <a:t>          </a:t>
            </a:r>
            <a:r>
              <a:rPr lang="en-US" sz="190" dirty="0" err="1"/>
              <a:t>sx</a:t>
            </a:r>
            <a:r>
              <a:rPr lang="en-US" sz="190" dirty="0"/>
              <a:t>={{ mx: 1, width: 300 }}</a:t>
            </a:r>
          </a:p>
          <a:p>
            <a:pPr marL="0" indent="0">
              <a:buNone/>
            </a:pPr>
            <a:r>
              <a:rPr lang="en-US" sz="190" dirty="0"/>
              <a:t>        /&gt;</a:t>
            </a:r>
          </a:p>
          <a:p>
            <a:pPr marL="0" indent="0">
              <a:buNone/>
            </a:pPr>
            <a:r>
              <a:rPr lang="en-US" sz="190" dirty="0"/>
              <a:t>        &lt;</a:t>
            </a:r>
            <a:r>
              <a:rPr lang="en-US" sz="190" dirty="0" err="1"/>
              <a:t>br</a:t>
            </a:r>
            <a:r>
              <a:rPr lang="en-US" sz="190" dirty="0"/>
              <a:t> /&gt;</a:t>
            </a:r>
          </a:p>
          <a:p>
            <a:pPr marL="0" indent="0">
              <a:buNone/>
            </a:pPr>
            <a:br>
              <a:rPr lang="en-US" sz="190" dirty="0"/>
            </a:br>
            <a:r>
              <a:rPr lang="en-US" sz="190" dirty="0"/>
              <a:t>        &lt;</a:t>
            </a:r>
            <a:r>
              <a:rPr lang="en-US" sz="190" dirty="0" err="1"/>
              <a:t>TextField</a:t>
            </a:r>
            <a:endParaRPr lang="en-US" sz="190" dirty="0"/>
          </a:p>
          <a:p>
            <a:pPr marL="0" indent="0">
              <a:buNone/>
            </a:pPr>
            <a:r>
              <a:rPr lang="en-US" sz="190" dirty="0"/>
              <a:t>          id="password"</a:t>
            </a:r>
          </a:p>
          <a:p>
            <a:pPr marL="0" indent="0">
              <a:buNone/>
            </a:pPr>
            <a:r>
              <a:rPr lang="en-US" sz="190" dirty="0"/>
              <a:t>          type="password"</a:t>
            </a:r>
          </a:p>
          <a:p>
            <a:pPr marL="0" indent="0">
              <a:buNone/>
            </a:pPr>
            <a:r>
              <a:rPr lang="en-US" sz="190" dirty="0"/>
              <a:t>          label="Password"</a:t>
            </a:r>
          </a:p>
          <a:p>
            <a:pPr marL="0" indent="0">
              <a:buNone/>
            </a:pPr>
            <a:r>
              <a:rPr lang="en-US" sz="190" dirty="0"/>
              <a:t>          value={</a:t>
            </a:r>
            <a:r>
              <a:rPr lang="en-US" sz="190" dirty="0" err="1"/>
              <a:t>values.password</a:t>
            </a:r>
            <a:r>
              <a:rPr lang="en-US" sz="190" dirty="0"/>
              <a:t>}</a:t>
            </a:r>
          </a:p>
          <a:p>
            <a:pPr marL="0" indent="0">
              <a:buNone/>
            </a:pPr>
            <a:r>
              <a:rPr lang="en-US" sz="190" dirty="0"/>
              <a:t>          </a:t>
            </a:r>
            <a:r>
              <a:rPr lang="en-US" sz="190" dirty="0" err="1"/>
              <a:t>onChange</a:t>
            </a:r>
            <a:r>
              <a:rPr lang="en-US" sz="190" dirty="0"/>
              <a:t>={</a:t>
            </a:r>
            <a:r>
              <a:rPr lang="en-US" sz="190" dirty="0" err="1"/>
              <a:t>handleChange</a:t>
            </a:r>
            <a:r>
              <a:rPr lang="en-US" sz="190" dirty="0"/>
              <a:t>("password")}</a:t>
            </a:r>
          </a:p>
          <a:p>
            <a:pPr marL="0" indent="0">
              <a:buNone/>
            </a:pPr>
            <a:r>
              <a:rPr lang="en-US" sz="190" dirty="0"/>
              <a:t>          margin="normal"</a:t>
            </a:r>
          </a:p>
          <a:p>
            <a:pPr marL="0" indent="0">
              <a:buNone/>
            </a:pPr>
            <a:r>
              <a:rPr lang="en-US" sz="190" dirty="0"/>
              <a:t>          </a:t>
            </a:r>
            <a:r>
              <a:rPr lang="en-US" sz="190" dirty="0" err="1"/>
              <a:t>sx</a:t>
            </a:r>
            <a:r>
              <a:rPr lang="en-US" sz="190" dirty="0"/>
              <a:t>={{ mx: 1, width: 300 }}</a:t>
            </a:r>
          </a:p>
          <a:p>
            <a:pPr marL="0" indent="0">
              <a:buNone/>
            </a:pPr>
            <a:r>
              <a:rPr lang="en-US" sz="190" dirty="0"/>
              <a:t>        /&gt;</a:t>
            </a:r>
          </a:p>
          <a:p>
            <a:pPr marL="0" indent="0">
              <a:buNone/>
            </a:pPr>
            <a:r>
              <a:rPr lang="en-US" sz="190" dirty="0"/>
              <a:t>        &lt;</a:t>
            </a:r>
            <a:r>
              <a:rPr lang="en-US" sz="190" dirty="0" err="1"/>
              <a:t>br</a:t>
            </a:r>
            <a:r>
              <a:rPr lang="en-US" sz="190" dirty="0"/>
              <a:t> /&gt;</a:t>
            </a:r>
          </a:p>
          <a:p>
            <a:pPr marL="0" indent="0">
              <a:buNone/>
            </a:pPr>
            <a:br>
              <a:rPr lang="en-US" sz="190" dirty="0"/>
            </a:br>
            <a:r>
              <a:rPr lang="en-US" sz="190" dirty="0"/>
              <a:t>        {</a:t>
            </a:r>
            <a:r>
              <a:rPr lang="en-US" sz="190" dirty="0" err="1"/>
              <a:t>values.error</a:t>
            </a:r>
            <a:r>
              <a:rPr lang="en-US" sz="190" dirty="0"/>
              <a:t> &amp;&amp; (</a:t>
            </a:r>
          </a:p>
          <a:p>
            <a:pPr marL="0" indent="0">
              <a:buNone/>
            </a:pPr>
            <a:r>
              <a:rPr lang="en-US" sz="190" dirty="0"/>
              <a:t>          &lt;Typography component="p" color="error" </a:t>
            </a:r>
            <a:r>
              <a:rPr lang="en-US" sz="190" dirty="0" err="1"/>
              <a:t>sx</a:t>
            </a:r>
            <a:r>
              <a:rPr lang="en-US" sz="190" dirty="0"/>
              <a:t>={{ mt: 1 }}&gt;</a:t>
            </a:r>
          </a:p>
          <a:p>
            <a:pPr marL="0" indent="0">
              <a:buNone/>
            </a:pPr>
            <a:r>
              <a:rPr lang="en-US" sz="190" dirty="0"/>
              <a:t>            &lt;Icon color="error" </a:t>
            </a:r>
            <a:r>
              <a:rPr lang="en-US" sz="190" dirty="0" err="1"/>
              <a:t>sx</a:t>
            </a:r>
            <a:r>
              <a:rPr lang="en-US" sz="190" dirty="0"/>
              <a:t>={{ </a:t>
            </a:r>
            <a:r>
              <a:rPr lang="en-US" sz="190" dirty="0" err="1"/>
              <a:t>verticalAlign</a:t>
            </a:r>
            <a:r>
              <a:rPr lang="en-US" sz="190" dirty="0"/>
              <a:t>: "middle", </a:t>
            </a:r>
            <a:r>
              <a:rPr lang="en-US" sz="190" dirty="0" err="1"/>
              <a:t>mr</a:t>
            </a:r>
            <a:r>
              <a:rPr lang="en-US" sz="190" dirty="0"/>
              <a:t>: 1 }}&gt;</a:t>
            </a:r>
          </a:p>
          <a:p>
            <a:pPr marL="0" indent="0">
              <a:buNone/>
            </a:pPr>
            <a:r>
              <a:rPr lang="en-US" sz="190" dirty="0"/>
              <a:t>              error</a:t>
            </a:r>
          </a:p>
          <a:p>
            <a:pPr marL="0" indent="0">
              <a:buNone/>
            </a:pPr>
            <a:r>
              <a:rPr lang="en-US" sz="190" dirty="0"/>
              <a:t>            &lt;/Icon&gt;</a:t>
            </a:r>
          </a:p>
          <a:p>
            <a:pPr marL="0" indent="0">
              <a:buNone/>
            </a:pPr>
            <a:r>
              <a:rPr lang="en-US" sz="190" dirty="0"/>
              <a:t>            {</a:t>
            </a:r>
            <a:r>
              <a:rPr lang="en-US" sz="190" dirty="0" err="1"/>
              <a:t>values.error</a:t>
            </a:r>
            <a:r>
              <a:rPr lang="en-US" sz="190" dirty="0"/>
              <a:t>}</a:t>
            </a:r>
          </a:p>
          <a:p>
            <a:pPr marL="0" indent="0">
              <a:buNone/>
            </a:pPr>
            <a:r>
              <a:rPr lang="en-US" sz="190" dirty="0"/>
              <a:t>          &lt;/Typography&gt;</a:t>
            </a:r>
          </a:p>
          <a:p>
            <a:pPr marL="0" indent="0">
              <a:buNone/>
            </a:pPr>
            <a:r>
              <a:rPr lang="en-US" sz="190" dirty="0"/>
              <a:t>        )}</a:t>
            </a:r>
          </a:p>
          <a:p>
            <a:pPr marL="0" indent="0">
              <a:buNone/>
            </a:pPr>
            <a:r>
              <a:rPr lang="en-US" sz="190" dirty="0"/>
              <a:t>      &lt;/</a:t>
            </a:r>
            <a:r>
              <a:rPr lang="en-US" sz="190" dirty="0" err="1"/>
              <a:t>CardContent</a:t>
            </a:r>
            <a:r>
              <a:rPr lang="en-US" sz="190" dirty="0"/>
              <a:t>&gt;</a:t>
            </a:r>
          </a:p>
          <a:p>
            <a:pPr marL="0" indent="0">
              <a:buNone/>
            </a:pPr>
            <a:br>
              <a:rPr lang="en-US" sz="190" dirty="0"/>
            </a:br>
            <a:r>
              <a:rPr lang="en-US" sz="190" dirty="0"/>
              <a:t>      &lt;</a:t>
            </a:r>
            <a:r>
              <a:rPr lang="en-US" sz="190" dirty="0" err="1"/>
              <a:t>CardActions</a:t>
            </a:r>
            <a:r>
              <a:rPr lang="en-US" sz="190" dirty="0"/>
              <a:t> </a:t>
            </a:r>
            <a:r>
              <a:rPr lang="en-US" sz="190" dirty="0" err="1"/>
              <a:t>sx</a:t>
            </a:r>
            <a:r>
              <a:rPr lang="en-US" sz="190" dirty="0"/>
              <a:t>={{ </a:t>
            </a:r>
            <a:r>
              <a:rPr lang="en-US" sz="190" dirty="0" err="1"/>
              <a:t>justifyContent</a:t>
            </a:r>
            <a:r>
              <a:rPr lang="en-US" sz="190" dirty="0"/>
              <a:t>: "center" }}&gt;</a:t>
            </a:r>
          </a:p>
          <a:p>
            <a:pPr marL="0" indent="0">
              <a:buNone/>
            </a:pPr>
            <a:r>
              <a:rPr lang="en-US" sz="190" dirty="0"/>
              <a:t>        &lt;Button</a:t>
            </a:r>
          </a:p>
          <a:p>
            <a:pPr marL="0" indent="0">
              <a:buNone/>
            </a:pPr>
            <a:r>
              <a:rPr lang="en-US" sz="190" dirty="0"/>
              <a:t>          color="primary"</a:t>
            </a:r>
          </a:p>
          <a:p>
            <a:pPr marL="0" indent="0">
              <a:buNone/>
            </a:pPr>
            <a:r>
              <a:rPr lang="en-US" sz="190" dirty="0"/>
              <a:t>          variant="contained"</a:t>
            </a:r>
          </a:p>
          <a:p>
            <a:pPr marL="0" indent="0">
              <a:buNone/>
            </a:pPr>
            <a:r>
              <a:rPr lang="en-US" sz="190" dirty="0"/>
              <a:t>          </a:t>
            </a:r>
            <a:r>
              <a:rPr lang="en-US" sz="190" dirty="0" err="1"/>
              <a:t>onClick</a:t>
            </a:r>
            <a:r>
              <a:rPr lang="en-US" sz="190" dirty="0"/>
              <a:t>={</a:t>
            </a:r>
            <a:r>
              <a:rPr lang="en-US" sz="190" dirty="0" err="1"/>
              <a:t>clickSubmit</a:t>
            </a:r>
            <a:r>
              <a:rPr lang="en-US" sz="190" dirty="0"/>
              <a:t>}</a:t>
            </a:r>
          </a:p>
          <a:p>
            <a:pPr marL="0" indent="0">
              <a:buNone/>
            </a:pPr>
            <a:r>
              <a:rPr lang="en-US" sz="190" dirty="0"/>
              <a:t>          </a:t>
            </a:r>
            <a:r>
              <a:rPr lang="en-US" sz="190" dirty="0" err="1"/>
              <a:t>sx</a:t>
            </a:r>
            <a:r>
              <a:rPr lang="en-US" sz="190" dirty="0"/>
              <a:t>={{ mb: 2 }}</a:t>
            </a:r>
          </a:p>
          <a:p>
            <a:pPr marL="0" indent="0">
              <a:buNone/>
            </a:pPr>
            <a:r>
              <a:rPr lang="en-US" sz="190" dirty="0"/>
              <a:t>        &gt;</a:t>
            </a:r>
          </a:p>
          <a:p>
            <a:pPr marL="0" indent="0">
              <a:buNone/>
            </a:pPr>
            <a:r>
              <a:rPr lang="en-US" sz="190" dirty="0"/>
              <a:t>          Submit</a:t>
            </a:r>
          </a:p>
          <a:p>
            <a:pPr marL="0" indent="0">
              <a:buNone/>
            </a:pPr>
            <a:r>
              <a:rPr lang="en-US" sz="190" dirty="0"/>
              <a:t>        &lt;/Button&gt;</a:t>
            </a:r>
          </a:p>
          <a:p>
            <a:pPr marL="0" indent="0">
              <a:buNone/>
            </a:pPr>
            <a:r>
              <a:rPr lang="en-US" sz="190" dirty="0"/>
              <a:t>      &lt;/</a:t>
            </a:r>
            <a:r>
              <a:rPr lang="en-US" sz="190" dirty="0" err="1"/>
              <a:t>CardActions</a:t>
            </a:r>
            <a:r>
              <a:rPr lang="en-US" sz="190" dirty="0"/>
              <a:t>&gt;</a:t>
            </a:r>
          </a:p>
          <a:p>
            <a:pPr marL="0" indent="0">
              <a:buNone/>
            </a:pPr>
            <a:r>
              <a:rPr lang="en-US" sz="190" dirty="0"/>
              <a:t>    &lt;/Card&gt;</a:t>
            </a:r>
          </a:p>
          <a:p>
            <a:pPr marL="0" indent="0">
              <a:buNone/>
            </a:pPr>
            <a:r>
              <a:rPr lang="en-US" sz="190" dirty="0"/>
              <a:t>  );</a:t>
            </a:r>
          </a:p>
          <a:p>
            <a:pPr marL="0" indent="0">
              <a:buNone/>
            </a:pPr>
            <a:r>
              <a:rPr lang="en-US" sz="190" dirty="0"/>
              <a:t>}</a:t>
            </a:r>
          </a:p>
          <a:p>
            <a:pPr marL="0" indent="0">
              <a:buNone/>
            </a:pPr>
            <a:br>
              <a:rPr lang="en-US" sz="190" dirty="0"/>
            </a:br>
            <a:endParaRPr lang="en-US" sz="190" dirty="0"/>
          </a:p>
          <a:p>
            <a:pPr marL="0" indent="0">
              <a:buNone/>
            </a:pPr>
            <a:endParaRPr lang="en-US" sz="190" dirty="0"/>
          </a:p>
        </p:txBody>
      </p:sp>
      <p:sp>
        <p:nvSpPr>
          <p:cNvPr id="4" name="Date Placeholder 3">
            <a:extLst>
              <a:ext uri="{FF2B5EF4-FFF2-40B4-BE49-F238E27FC236}">
                <a16:creationId xmlns:a16="http://schemas.microsoft.com/office/drawing/2014/main" id="{19E5FF25-602A-4CC6-7EF8-0BA17D4E4104}"/>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6406A73-4728-E2B3-52EE-B5B56FDC436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C328A35-B03D-83CF-0193-DAEB0204B19E}"/>
              </a:ext>
            </a:extLst>
          </p:cNvPr>
          <p:cNvSpPr>
            <a:spLocks noGrp="1"/>
          </p:cNvSpPr>
          <p:nvPr>
            <p:ph type="sldNum" sz="quarter" idx="12"/>
          </p:nvPr>
        </p:nvSpPr>
        <p:spPr/>
        <p:txBody>
          <a:bodyPr/>
          <a:lstStyle/>
          <a:p>
            <a:fld id="{7C5CF243-786F-4254-B068-4C9F0B6EA12F}" type="slidenum">
              <a:rPr lang="en-US" altLang="en-US" smtClean="0"/>
              <a:pPr/>
              <a:t>22</a:t>
            </a:fld>
            <a:endParaRPr lang="en-US" altLang="en-US"/>
          </a:p>
        </p:txBody>
      </p:sp>
    </p:spTree>
    <p:extLst>
      <p:ext uri="{BB962C8B-B14F-4D97-AF65-F5344CB8AC3E}">
        <p14:creationId xmlns:p14="http://schemas.microsoft.com/office/powerpoint/2010/main" val="2922477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73B27-1EC0-062B-4315-74497E6EA6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6E9B7E-C3E8-E12A-31B3-35389BFBB8F9}"/>
              </a:ext>
            </a:extLst>
          </p:cNvPr>
          <p:cNvSpPr>
            <a:spLocks noGrp="1"/>
          </p:cNvSpPr>
          <p:nvPr>
            <p:ph idx="1"/>
          </p:nvPr>
        </p:nvSpPr>
        <p:spPr/>
        <p:txBody>
          <a:bodyPr/>
          <a:lstStyle/>
          <a:p>
            <a:r>
              <a:rPr lang="en-US" dirty="0"/>
              <a:t>Further modification is done in the same file </a:t>
            </a:r>
            <a:r>
              <a:rPr lang="en-US" dirty="0" err="1"/>
              <a:t>i.e</a:t>
            </a:r>
            <a:r>
              <a:rPr lang="en-US" dirty="0"/>
              <a:t> </a:t>
            </a:r>
            <a:r>
              <a:rPr lang="en-US" dirty="0" err="1"/>
              <a:t>EditProfile.jsx</a:t>
            </a:r>
            <a:r>
              <a:rPr lang="en-US" dirty="0"/>
              <a:t> because of the new attribute seller in the state</a:t>
            </a:r>
          </a:p>
        </p:txBody>
      </p:sp>
      <p:sp>
        <p:nvSpPr>
          <p:cNvPr id="4" name="Date Placeholder 3">
            <a:extLst>
              <a:ext uri="{FF2B5EF4-FFF2-40B4-BE49-F238E27FC236}">
                <a16:creationId xmlns:a16="http://schemas.microsoft.com/office/drawing/2014/main" id="{AF0467AB-D5D8-6725-D533-3E15F24592A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F672971-A9CB-7684-88EB-7009F5DFDCD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65FA28B-F776-6186-79BF-6951434D40E6}"/>
              </a:ext>
            </a:extLst>
          </p:cNvPr>
          <p:cNvSpPr>
            <a:spLocks noGrp="1"/>
          </p:cNvSpPr>
          <p:nvPr>
            <p:ph type="sldNum" sz="quarter" idx="12"/>
          </p:nvPr>
        </p:nvSpPr>
        <p:spPr/>
        <p:txBody>
          <a:bodyPr/>
          <a:lstStyle/>
          <a:p>
            <a:fld id="{7C5CF243-786F-4254-B068-4C9F0B6EA12F}" type="slidenum">
              <a:rPr lang="en-US" altLang="en-US" smtClean="0"/>
              <a:pPr/>
              <a:t>23</a:t>
            </a:fld>
            <a:endParaRPr lang="en-US" altLang="en-US"/>
          </a:p>
        </p:txBody>
      </p:sp>
    </p:spTree>
    <p:extLst>
      <p:ext uri="{BB962C8B-B14F-4D97-AF65-F5344CB8AC3E}">
        <p14:creationId xmlns:p14="http://schemas.microsoft.com/office/powerpoint/2010/main" val="1317286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7F49-F9E4-864C-A756-4B2FA67BA467}"/>
              </a:ext>
            </a:extLst>
          </p:cNvPr>
          <p:cNvSpPr>
            <a:spLocks noGrp="1"/>
          </p:cNvSpPr>
          <p:nvPr>
            <p:ph type="title"/>
          </p:nvPr>
        </p:nvSpPr>
        <p:spPr/>
        <p:txBody>
          <a:bodyPr/>
          <a:lstStyle/>
          <a:p>
            <a:r>
              <a:rPr lang="en-US" dirty="0"/>
              <a:t>Updated client/user/</a:t>
            </a:r>
            <a:r>
              <a:rPr lang="en-US" dirty="0" err="1"/>
              <a:t>EditProfile.jsx</a:t>
            </a:r>
            <a:endParaRPr lang="en-US" dirty="0"/>
          </a:p>
        </p:txBody>
      </p:sp>
      <p:sp>
        <p:nvSpPr>
          <p:cNvPr id="3" name="Content Placeholder 2">
            <a:extLst>
              <a:ext uri="{FF2B5EF4-FFF2-40B4-BE49-F238E27FC236}">
                <a16:creationId xmlns:a16="http://schemas.microsoft.com/office/drawing/2014/main" id="{CBBAE7DE-7445-722A-FC77-B5949E058B5C}"/>
              </a:ext>
            </a:extLst>
          </p:cNvPr>
          <p:cNvSpPr>
            <a:spLocks noGrp="1"/>
          </p:cNvSpPr>
          <p:nvPr>
            <p:ph idx="1"/>
          </p:nvPr>
        </p:nvSpPr>
        <p:spPr/>
        <p:txBody>
          <a:bodyPr/>
          <a:lstStyle/>
          <a:p>
            <a:pPr marL="0" indent="0">
              <a:buNone/>
            </a:pPr>
            <a:r>
              <a:rPr lang="en-US" sz="180" dirty="0"/>
              <a:t>import React, { </a:t>
            </a:r>
            <a:r>
              <a:rPr lang="en-US" sz="180" dirty="0" err="1"/>
              <a:t>useState</a:t>
            </a:r>
            <a:r>
              <a:rPr lang="en-US" sz="180" dirty="0"/>
              <a:t>, </a:t>
            </a:r>
            <a:r>
              <a:rPr lang="en-US" sz="180" dirty="0" err="1"/>
              <a:t>useEffect</a:t>
            </a:r>
            <a:r>
              <a:rPr lang="en-US" sz="180" dirty="0"/>
              <a:t> } from "react";</a:t>
            </a:r>
          </a:p>
          <a:p>
            <a:pPr marL="0" indent="0">
              <a:buNone/>
            </a:pPr>
            <a:r>
              <a:rPr lang="en-US" sz="180" dirty="0"/>
              <a:t>import {</a:t>
            </a:r>
          </a:p>
          <a:p>
            <a:pPr marL="0" indent="0">
              <a:buNone/>
            </a:pPr>
            <a:r>
              <a:rPr lang="en-US" sz="180" dirty="0"/>
              <a:t>  Card,</a:t>
            </a:r>
          </a:p>
          <a:p>
            <a:pPr marL="0" indent="0">
              <a:buNone/>
            </a:pPr>
            <a:r>
              <a:rPr lang="en-US" sz="180" dirty="0"/>
              <a:t>  </a:t>
            </a:r>
            <a:r>
              <a:rPr lang="en-US" sz="180" dirty="0" err="1"/>
              <a:t>CardActions</a:t>
            </a:r>
            <a:r>
              <a:rPr lang="en-US" sz="180" dirty="0"/>
              <a:t>,</a:t>
            </a:r>
          </a:p>
          <a:p>
            <a:pPr marL="0" indent="0">
              <a:buNone/>
            </a:pPr>
            <a:r>
              <a:rPr lang="en-US" sz="180" dirty="0"/>
              <a:t>  </a:t>
            </a:r>
            <a:r>
              <a:rPr lang="en-US" sz="180" dirty="0" err="1"/>
              <a:t>CardContent</a:t>
            </a:r>
            <a:r>
              <a:rPr lang="en-US" sz="180" dirty="0"/>
              <a:t>,</a:t>
            </a:r>
          </a:p>
          <a:p>
            <a:pPr marL="0" indent="0">
              <a:buNone/>
            </a:pPr>
            <a:r>
              <a:rPr lang="en-US" sz="180" dirty="0"/>
              <a:t>  Button,</a:t>
            </a:r>
          </a:p>
          <a:p>
            <a:pPr marL="0" indent="0">
              <a:buNone/>
            </a:pPr>
            <a:r>
              <a:rPr lang="en-US" sz="180" dirty="0"/>
              <a:t>  </a:t>
            </a:r>
            <a:r>
              <a:rPr lang="en-US" sz="180" dirty="0" err="1"/>
              <a:t>TextField</a:t>
            </a:r>
            <a:r>
              <a:rPr lang="en-US" sz="180" dirty="0"/>
              <a:t>,</a:t>
            </a:r>
          </a:p>
          <a:p>
            <a:pPr marL="0" indent="0">
              <a:buNone/>
            </a:pPr>
            <a:r>
              <a:rPr lang="en-US" sz="180" dirty="0"/>
              <a:t>  Typography,</a:t>
            </a:r>
          </a:p>
          <a:p>
            <a:pPr marL="0" indent="0">
              <a:buNone/>
            </a:pPr>
            <a:r>
              <a:rPr lang="en-US" sz="180" dirty="0"/>
              <a:t>  Icon,</a:t>
            </a:r>
          </a:p>
          <a:p>
            <a:pPr marL="0" indent="0">
              <a:buNone/>
            </a:pPr>
            <a:r>
              <a:rPr lang="en-US" sz="180" dirty="0"/>
              <a:t>} from "@</a:t>
            </a:r>
            <a:r>
              <a:rPr lang="en-US" sz="180" dirty="0" err="1"/>
              <a:t>mui</a:t>
            </a:r>
            <a:r>
              <a:rPr lang="en-US" sz="180" dirty="0"/>
              <a:t>/material";</a:t>
            </a:r>
          </a:p>
          <a:p>
            <a:pPr marL="0" indent="0">
              <a:buNone/>
            </a:pPr>
            <a:r>
              <a:rPr lang="en-US" sz="180" dirty="0"/>
              <a:t>import </a:t>
            </a:r>
            <a:r>
              <a:rPr lang="en-US" sz="180" dirty="0" err="1"/>
              <a:t>FormControlLabel</a:t>
            </a:r>
            <a:r>
              <a:rPr lang="en-US" sz="180" dirty="0"/>
              <a:t> from "@</a:t>
            </a:r>
            <a:r>
              <a:rPr lang="en-US" sz="180" dirty="0" err="1"/>
              <a:t>mui</a:t>
            </a:r>
            <a:r>
              <a:rPr lang="en-US" sz="180" dirty="0"/>
              <a:t>/material/</a:t>
            </a:r>
            <a:r>
              <a:rPr lang="en-US" sz="180" dirty="0" err="1"/>
              <a:t>FormControlLabel</a:t>
            </a:r>
            <a:r>
              <a:rPr lang="en-US" sz="180" dirty="0"/>
              <a:t>";</a:t>
            </a:r>
          </a:p>
          <a:p>
            <a:pPr marL="0" indent="0">
              <a:buNone/>
            </a:pPr>
            <a:r>
              <a:rPr lang="en-US" sz="180" dirty="0"/>
              <a:t>import Switch from "@</a:t>
            </a:r>
            <a:r>
              <a:rPr lang="en-US" sz="180" dirty="0" err="1"/>
              <a:t>mui</a:t>
            </a:r>
            <a:r>
              <a:rPr lang="en-US" sz="180" dirty="0"/>
              <a:t>/material/Switch";</a:t>
            </a:r>
          </a:p>
          <a:p>
            <a:pPr marL="0" indent="0">
              <a:buNone/>
            </a:pPr>
            <a:r>
              <a:rPr lang="en-US" sz="180" dirty="0"/>
              <a:t>import auth from "../lib/auth-helper.js";</a:t>
            </a:r>
          </a:p>
          <a:p>
            <a:pPr marL="0" indent="0">
              <a:buNone/>
            </a:pPr>
            <a:r>
              <a:rPr lang="en-US" sz="180" dirty="0"/>
              <a:t>import { read, update } from "./api-user.js";</a:t>
            </a:r>
          </a:p>
          <a:p>
            <a:pPr marL="0" indent="0">
              <a:buNone/>
            </a:pPr>
            <a:r>
              <a:rPr lang="en-US" sz="180" dirty="0"/>
              <a:t>import { Navigate, </a:t>
            </a:r>
            <a:r>
              <a:rPr lang="en-US" sz="180" dirty="0" err="1"/>
              <a:t>useParams</a:t>
            </a:r>
            <a:r>
              <a:rPr lang="en-US" sz="180" dirty="0"/>
              <a:t> } from "react-router-</a:t>
            </a:r>
            <a:r>
              <a:rPr lang="en-US" sz="180" dirty="0" err="1"/>
              <a:t>dom</a:t>
            </a:r>
            <a:r>
              <a:rPr lang="en-US" sz="180" dirty="0"/>
              <a:t>";</a:t>
            </a:r>
          </a:p>
          <a:p>
            <a:pPr marL="0" indent="0">
              <a:buNone/>
            </a:pPr>
            <a:br>
              <a:rPr lang="en-US" sz="180" dirty="0"/>
            </a:br>
            <a:r>
              <a:rPr lang="en-US" sz="180" dirty="0"/>
              <a:t>export default function </a:t>
            </a:r>
            <a:r>
              <a:rPr lang="en-US" sz="180" dirty="0" err="1"/>
              <a:t>EditProfile</a:t>
            </a:r>
            <a:r>
              <a:rPr lang="en-US" sz="180" dirty="0"/>
              <a:t>() {</a:t>
            </a:r>
          </a:p>
          <a:p>
            <a:pPr marL="0" indent="0">
              <a:buNone/>
            </a:pPr>
            <a:r>
              <a:rPr lang="en-US" sz="180" dirty="0"/>
              <a:t>  const { </a:t>
            </a:r>
            <a:r>
              <a:rPr lang="en-US" sz="180" dirty="0" err="1"/>
              <a:t>userId</a:t>
            </a:r>
            <a:r>
              <a:rPr lang="en-US" sz="180" dirty="0"/>
              <a:t> } = </a:t>
            </a:r>
            <a:r>
              <a:rPr lang="en-US" sz="180" dirty="0" err="1"/>
              <a:t>useParams</a:t>
            </a:r>
            <a:r>
              <a:rPr lang="en-US" sz="180" dirty="0"/>
              <a:t>();</a:t>
            </a:r>
          </a:p>
          <a:p>
            <a:pPr marL="0" indent="0">
              <a:buNone/>
            </a:pPr>
            <a:r>
              <a:rPr lang="en-US" sz="180" dirty="0"/>
              <a:t>  const [values, </a:t>
            </a:r>
            <a:r>
              <a:rPr lang="en-US" sz="180" dirty="0" err="1"/>
              <a:t>setValues</a:t>
            </a:r>
            <a:r>
              <a:rPr lang="en-US" sz="180" dirty="0"/>
              <a:t>] = </a:t>
            </a:r>
            <a:r>
              <a:rPr lang="en-US" sz="180" dirty="0" err="1"/>
              <a:t>useState</a:t>
            </a:r>
            <a:r>
              <a:rPr lang="en-US" sz="180" dirty="0"/>
              <a:t>({</a:t>
            </a:r>
          </a:p>
          <a:p>
            <a:pPr marL="0" indent="0">
              <a:buNone/>
            </a:pPr>
            <a:r>
              <a:rPr lang="en-US" sz="180" dirty="0"/>
              <a:t>    name: "",</a:t>
            </a:r>
          </a:p>
          <a:p>
            <a:pPr marL="0" indent="0">
              <a:buNone/>
            </a:pPr>
            <a:r>
              <a:rPr lang="en-US" sz="180" dirty="0"/>
              <a:t>    password: "",</a:t>
            </a:r>
          </a:p>
          <a:p>
            <a:pPr marL="0" indent="0">
              <a:buNone/>
            </a:pPr>
            <a:r>
              <a:rPr lang="en-US" sz="180" dirty="0"/>
              <a:t>    email: "",</a:t>
            </a:r>
          </a:p>
          <a:p>
            <a:pPr marL="0" indent="0">
              <a:buNone/>
            </a:pPr>
            <a:r>
              <a:rPr lang="en-US" sz="180" dirty="0"/>
              <a:t>    //open: false,</a:t>
            </a:r>
          </a:p>
          <a:p>
            <a:pPr marL="0" indent="0">
              <a:buNone/>
            </a:pPr>
            <a:r>
              <a:rPr lang="en-US" sz="180" dirty="0"/>
              <a:t>    seller: false,</a:t>
            </a:r>
          </a:p>
          <a:p>
            <a:pPr marL="0" indent="0">
              <a:buNone/>
            </a:pPr>
            <a:r>
              <a:rPr lang="en-US" sz="180" dirty="0"/>
              <a:t>    error: "",</a:t>
            </a:r>
          </a:p>
          <a:p>
            <a:pPr marL="0" indent="0">
              <a:buNone/>
            </a:pPr>
            <a:r>
              <a:rPr lang="en-US" sz="180" dirty="0"/>
              <a:t>    </a:t>
            </a:r>
            <a:r>
              <a:rPr lang="en-US" sz="180" dirty="0" err="1"/>
              <a:t>NavigateToProfile</a:t>
            </a:r>
            <a:r>
              <a:rPr lang="en-US" sz="180" dirty="0"/>
              <a:t>: false,</a:t>
            </a:r>
          </a:p>
          <a:p>
            <a:pPr marL="0" indent="0">
              <a:buNone/>
            </a:pPr>
            <a:r>
              <a:rPr lang="en-US" sz="180" dirty="0"/>
              <a:t>  });</a:t>
            </a:r>
          </a:p>
          <a:p>
            <a:pPr marL="0" indent="0">
              <a:buNone/>
            </a:pPr>
            <a:br>
              <a:rPr lang="en-US" sz="180" dirty="0"/>
            </a:br>
            <a:r>
              <a:rPr lang="en-US" sz="180" dirty="0"/>
              <a:t>  const </a:t>
            </a:r>
            <a:r>
              <a:rPr lang="en-US" sz="180" dirty="0" err="1"/>
              <a:t>jwt</a:t>
            </a:r>
            <a:r>
              <a:rPr lang="en-US" sz="180" dirty="0"/>
              <a:t> = </a:t>
            </a:r>
            <a:r>
              <a:rPr lang="en-US" sz="180" dirty="0" err="1"/>
              <a:t>auth.isAuthenticated</a:t>
            </a:r>
            <a:r>
              <a:rPr lang="en-US" sz="180" dirty="0"/>
              <a:t>();</a:t>
            </a:r>
          </a:p>
          <a:p>
            <a:pPr marL="0" indent="0">
              <a:buNone/>
            </a:pPr>
            <a:br>
              <a:rPr lang="en-US" sz="180" dirty="0"/>
            </a:br>
            <a:r>
              <a:rPr lang="en-US" sz="180" dirty="0"/>
              <a:t>  </a:t>
            </a:r>
            <a:r>
              <a:rPr lang="en-US" sz="180" dirty="0" err="1"/>
              <a:t>useEffect</a:t>
            </a:r>
            <a:r>
              <a:rPr lang="en-US" sz="180" dirty="0"/>
              <a:t>(() =&gt; {</a:t>
            </a:r>
          </a:p>
          <a:p>
            <a:pPr marL="0" indent="0">
              <a:buNone/>
            </a:pPr>
            <a:r>
              <a:rPr lang="en-US" sz="180" dirty="0"/>
              <a:t>    const </a:t>
            </a:r>
            <a:r>
              <a:rPr lang="en-US" sz="180" dirty="0" err="1"/>
              <a:t>abortController</a:t>
            </a:r>
            <a:r>
              <a:rPr lang="en-US" sz="180" dirty="0"/>
              <a:t> = new </a:t>
            </a:r>
            <a:r>
              <a:rPr lang="en-US" sz="180" dirty="0" err="1"/>
              <a:t>AbortController</a:t>
            </a:r>
            <a:r>
              <a:rPr lang="en-US" sz="180" dirty="0"/>
              <a:t>();</a:t>
            </a:r>
          </a:p>
          <a:p>
            <a:pPr marL="0" indent="0">
              <a:buNone/>
            </a:pPr>
            <a:r>
              <a:rPr lang="en-US" sz="180" dirty="0"/>
              <a:t>    const signal = </a:t>
            </a:r>
            <a:r>
              <a:rPr lang="en-US" sz="180" dirty="0" err="1"/>
              <a:t>abortController.signal</a:t>
            </a:r>
            <a:r>
              <a:rPr lang="en-US" sz="180" dirty="0"/>
              <a:t>;</a:t>
            </a:r>
          </a:p>
          <a:p>
            <a:pPr marL="0" indent="0">
              <a:buNone/>
            </a:pPr>
            <a:br>
              <a:rPr lang="en-US" sz="180" dirty="0"/>
            </a:br>
            <a:r>
              <a:rPr lang="en-US" sz="180" dirty="0"/>
              <a:t>    read(</a:t>
            </a:r>
          </a:p>
          <a:p>
            <a:pPr marL="0" indent="0">
              <a:buNone/>
            </a:pPr>
            <a:r>
              <a:rPr lang="en-US" sz="180" dirty="0"/>
              <a:t>      {</a:t>
            </a:r>
          </a:p>
          <a:p>
            <a:pPr marL="0" indent="0">
              <a:buNone/>
            </a:pPr>
            <a:r>
              <a:rPr lang="en-US" sz="180" dirty="0"/>
              <a:t>        //</a:t>
            </a:r>
            <a:r>
              <a:rPr lang="en-US" sz="180" dirty="0" err="1"/>
              <a:t>userId</a:t>
            </a:r>
            <a:endParaRPr lang="en-US" sz="180" dirty="0"/>
          </a:p>
          <a:p>
            <a:pPr marL="0" indent="0">
              <a:buNone/>
            </a:pPr>
            <a:r>
              <a:rPr lang="en-US" sz="180" dirty="0"/>
              <a:t>        </a:t>
            </a:r>
            <a:r>
              <a:rPr lang="en-US" sz="180" dirty="0" err="1"/>
              <a:t>userId</a:t>
            </a:r>
            <a:r>
              <a:rPr lang="en-US" sz="180" dirty="0"/>
              <a:t>: </a:t>
            </a:r>
            <a:r>
              <a:rPr lang="en-US" sz="180" dirty="0" err="1"/>
              <a:t>jwt.user._id</a:t>
            </a:r>
            <a:r>
              <a:rPr lang="en-US" sz="180" dirty="0"/>
              <a:t>,</a:t>
            </a:r>
          </a:p>
          <a:p>
            <a:pPr marL="0" indent="0">
              <a:buNone/>
            </a:pPr>
            <a:r>
              <a:rPr lang="en-US" sz="180" dirty="0"/>
              <a:t>      },</a:t>
            </a:r>
          </a:p>
          <a:p>
            <a:pPr marL="0" indent="0">
              <a:buNone/>
            </a:pPr>
            <a:r>
              <a:rPr lang="en-US" sz="180" dirty="0"/>
              <a:t>      { t: </a:t>
            </a:r>
            <a:r>
              <a:rPr lang="en-US" sz="180" dirty="0" err="1"/>
              <a:t>jwt.token</a:t>
            </a:r>
            <a:r>
              <a:rPr lang="en-US" sz="180" dirty="0"/>
              <a:t> },</a:t>
            </a:r>
          </a:p>
          <a:p>
            <a:pPr marL="0" indent="0">
              <a:buNone/>
            </a:pPr>
            <a:r>
              <a:rPr lang="en-US" sz="180" dirty="0"/>
              <a:t>      signal</a:t>
            </a:r>
          </a:p>
          <a:p>
            <a:pPr marL="0" indent="0">
              <a:buNone/>
            </a:pPr>
            <a:r>
              <a:rPr lang="en-US" sz="180" dirty="0"/>
              <a:t>    ).then((data) =&gt; {</a:t>
            </a:r>
          </a:p>
          <a:p>
            <a:pPr marL="0" indent="0">
              <a:buNone/>
            </a:pPr>
            <a:r>
              <a:rPr lang="en-US" sz="180" dirty="0"/>
              <a:t>      if (</a:t>
            </a:r>
            <a:r>
              <a:rPr lang="en-US" sz="180" dirty="0" err="1"/>
              <a:t>data?.error</a:t>
            </a:r>
            <a:r>
              <a:rPr lang="en-US" sz="180" dirty="0"/>
              <a:t>) {</a:t>
            </a:r>
          </a:p>
          <a:p>
            <a:pPr marL="0" indent="0">
              <a:buNone/>
            </a:pPr>
            <a:r>
              <a:rPr lang="en-US" sz="180" dirty="0"/>
              <a:t>        </a:t>
            </a:r>
            <a:r>
              <a:rPr lang="en-US" sz="180" dirty="0" err="1"/>
              <a:t>setValues</a:t>
            </a:r>
            <a:r>
              <a:rPr lang="en-US" sz="180" dirty="0"/>
              <a:t>((</a:t>
            </a:r>
            <a:r>
              <a:rPr lang="en-US" sz="180" dirty="0" err="1"/>
              <a:t>prev</a:t>
            </a:r>
            <a:r>
              <a:rPr lang="en-US" sz="180" dirty="0"/>
              <a:t>) =&gt; ({ ...</a:t>
            </a:r>
            <a:r>
              <a:rPr lang="en-US" sz="180" dirty="0" err="1"/>
              <a:t>prev</a:t>
            </a:r>
            <a:r>
              <a:rPr lang="en-US" sz="180" dirty="0"/>
              <a:t>, error: </a:t>
            </a:r>
            <a:r>
              <a:rPr lang="en-US" sz="180" dirty="0" err="1"/>
              <a:t>data.error</a:t>
            </a:r>
            <a:r>
              <a:rPr lang="en-US" sz="180" dirty="0"/>
              <a:t> }));</a:t>
            </a:r>
          </a:p>
          <a:p>
            <a:pPr marL="0" indent="0">
              <a:buNone/>
            </a:pPr>
            <a:r>
              <a:rPr lang="en-US" sz="180" dirty="0"/>
              <a:t>      } else {</a:t>
            </a:r>
          </a:p>
          <a:p>
            <a:pPr marL="0" indent="0">
              <a:buNone/>
            </a:pPr>
            <a:r>
              <a:rPr lang="en-US" sz="180" dirty="0"/>
              <a:t>        </a:t>
            </a:r>
            <a:r>
              <a:rPr lang="en-US" sz="180" dirty="0" err="1"/>
              <a:t>setValues</a:t>
            </a:r>
            <a:r>
              <a:rPr lang="en-US" sz="180" dirty="0"/>
              <a:t>((</a:t>
            </a:r>
            <a:r>
              <a:rPr lang="en-US" sz="180" dirty="0" err="1"/>
              <a:t>prev</a:t>
            </a:r>
            <a:r>
              <a:rPr lang="en-US" sz="180" dirty="0"/>
              <a:t>) =&gt; ({ ...</a:t>
            </a:r>
            <a:r>
              <a:rPr lang="en-US" sz="180" dirty="0" err="1"/>
              <a:t>prev</a:t>
            </a:r>
            <a:r>
              <a:rPr lang="en-US" sz="180" dirty="0"/>
              <a:t>, name: data.name, email: </a:t>
            </a:r>
            <a:r>
              <a:rPr lang="en-US" sz="180" dirty="0" err="1"/>
              <a:t>data.email</a:t>
            </a:r>
            <a:r>
              <a:rPr lang="en-US" sz="180" dirty="0"/>
              <a:t>, seller: </a:t>
            </a:r>
            <a:r>
              <a:rPr lang="en-US" sz="180" dirty="0" err="1"/>
              <a:t>data.seller</a:t>
            </a:r>
            <a:r>
              <a:rPr lang="en-US" sz="180" dirty="0"/>
              <a:t> }));</a:t>
            </a:r>
          </a:p>
          <a:p>
            <a:pPr marL="0" indent="0">
              <a:buNone/>
            </a:pPr>
            <a:r>
              <a:rPr lang="en-US" sz="180" dirty="0"/>
              <a:t>      }</a:t>
            </a:r>
          </a:p>
          <a:p>
            <a:pPr marL="0" indent="0">
              <a:buNone/>
            </a:pPr>
            <a:r>
              <a:rPr lang="en-US" sz="180" dirty="0"/>
              <a:t>    });</a:t>
            </a:r>
          </a:p>
          <a:p>
            <a:pPr marL="0" indent="0">
              <a:buNone/>
            </a:pPr>
            <a:br>
              <a:rPr lang="en-US" sz="180" dirty="0"/>
            </a:br>
            <a:r>
              <a:rPr lang="en-US" sz="180" dirty="0"/>
              <a:t>    return () =&gt; </a:t>
            </a:r>
            <a:r>
              <a:rPr lang="en-US" sz="180" dirty="0" err="1"/>
              <a:t>abortController.abort</a:t>
            </a:r>
            <a:r>
              <a:rPr lang="en-US" sz="180" dirty="0"/>
              <a:t>();</a:t>
            </a:r>
          </a:p>
          <a:p>
            <a:pPr marL="0" indent="0">
              <a:buNone/>
            </a:pPr>
            <a:r>
              <a:rPr lang="en-US" sz="180" dirty="0"/>
              <a:t>  //}, [</a:t>
            </a:r>
            <a:r>
              <a:rPr lang="en-US" sz="180" dirty="0" err="1"/>
              <a:t>userId</a:t>
            </a:r>
            <a:r>
              <a:rPr lang="en-US" sz="180" dirty="0"/>
              <a:t>]);</a:t>
            </a:r>
          </a:p>
          <a:p>
            <a:pPr marL="0" indent="0">
              <a:buNone/>
            </a:pPr>
            <a:r>
              <a:rPr lang="en-US" sz="180" dirty="0"/>
              <a:t>}, [</a:t>
            </a:r>
            <a:r>
              <a:rPr lang="en-US" sz="180" dirty="0" err="1"/>
              <a:t>jwt.user._id</a:t>
            </a:r>
            <a:r>
              <a:rPr lang="en-US" sz="180" dirty="0"/>
              <a:t>]);</a:t>
            </a:r>
          </a:p>
          <a:p>
            <a:pPr marL="0" indent="0">
              <a:buNone/>
            </a:pPr>
            <a:br>
              <a:rPr lang="en-US" sz="180" dirty="0"/>
            </a:br>
            <a:br>
              <a:rPr lang="en-US" sz="180" dirty="0"/>
            </a:br>
            <a:r>
              <a:rPr lang="en-US" sz="180" dirty="0"/>
              <a:t>  const </a:t>
            </a:r>
            <a:r>
              <a:rPr lang="en-US" sz="180" dirty="0" err="1"/>
              <a:t>clickSubmit</a:t>
            </a:r>
            <a:r>
              <a:rPr lang="en-US" sz="180" dirty="0"/>
              <a:t> = () =&gt; {</a:t>
            </a:r>
          </a:p>
          <a:p>
            <a:pPr marL="0" indent="0">
              <a:buNone/>
            </a:pPr>
            <a:r>
              <a:rPr lang="en-US" sz="180" dirty="0"/>
              <a:t>    const user = {</a:t>
            </a:r>
          </a:p>
          <a:p>
            <a:pPr marL="0" indent="0">
              <a:buNone/>
            </a:pPr>
            <a:r>
              <a:rPr lang="en-US" sz="180" dirty="0"/>
              <a:t>      name: values.name || undefined,</a:t>
            </a:r>
          </a:p>
          <a:p>
            <a:pPr marL="0" indent="0">
              <a:buNone/>
            </a:pPr>
            <a:r>
              <a:rPr lang="en-US" sz="180" dirty="0"/>
              <a:t>      email: </a:t>
            </a:r>
            <a:r>
              <a:rPr lang="en-US" sz="180" dirty="0" err="1"/>
              <a:t>values.email</a:t>
            </a:r>
            <a:r>
              <a:rPr lang="en-US" sz="180" dirty="0"/>
              <a:t> || undefined,</a:t>
            </a:r>
          </a:p>
          <a:p>
            <a:pPr marL="0" indent="0">
              <a:buNone/>
            </a:pPr>
            <a:r>
              <a:rPr lang="en-US" sz="180" dirty="0"/>
              <a:t>      password: </a:t>
            </a:r>
            <a:r>
              <a:rPr lang="en-US" sz="180" dirty="0" err="1"/>
              <a:t>values.password</a:t>
            </a:r>
            <a:r>
              <a:rPr lang="en-US" sz="180" dirty="0"/>
              <a:t> || undefined,</a:t>
            </a:r>
          </a:p>
          <a:p>
            <a:pPr marL="0" indent="0">
              <a:buNone/>
            </a:pPr>
            <a:r>
              <a:rPr lang="en-US" sz="180" dirty="0"/>
              <a:t>      </a:t>
            </a:r>
            <a:r>
              <a:rPr lang="en-US" sz="180" dirty="0">
                <a:solidFill>
                  <a:srgbClr val="008000"/>
                </a:solidFill>
                <a:highlight>
                  <a:srgbClr val="FFFF00"/>
                </a:highlight>
                <a:latin typeface="Consolas" panose="020B0609020204030204" pitchFamily="49" charset="0"/>
              </a:rPr>
              <a:t>seller: </a:t>
            </a:r>
            <a:r>
              <a:rPr lang="en-US" sz="180" dirty="0" err="1">
                <a:solidFill>
                  <a:srgbClr val="008000"/>
                </a:solidFill>
                <a:highlight>
                  <a:srgbClr val="FFFF00"/>
                </a:highlight>
                <a:latin typeface="Consolas" panose="020B0609020204030204" pitchFamily="49" charset="0"/>
              </a:rPr>
              <a:t>values.seller</a:t>
            </a:r>
            <a:r>
              <a:rPr lang="en-US" sz="180" dirty="0">
                <a:solidFill>
                  <a:srgbClr val="008000"/>
                </a:solidFill>
                <a:highlight>
                  <a:srgbClr val="FFFF00"/>
                </a:highlight>
                <a:latin typeface="Consolas" panose="020B0609020204030204" pitchFamily="49" charset="0"/>
              </a:rPr>
              <a:t> || false,</a:t>
            </a:r>
          </a:p>
          <a:p>
            <a:pPr marL="0" indent="0">
              <a:buNone/>
            </a:pPr>
            <a:endParaRPr lang="en-US" sz="180" dirty="0"/>
          </a:p>
          <a:p>
            <a:pPr marL="0" indent="0">
              <a:buNone/>
            </a:pPr>
            <a:r>
              <a:rPr lang="en-US" sz="180" dirty="0"/>
              <a:t>    };</a:t>
            </a:r>
          </a:p>
          <a:p>
            <a:pPr marL="0" indent="0">
              <a:buNone/>
            </a:pPr>
            <a:br>
              <a:rPr lang="en-US" sz="180" dirty="0"/>
            </a:br>
            <a:r>
              <a:rPr lang="en-US" sz="180" dirty="0"/>
              <a:t>    update({ </a:t>
            </a:r>
          </a:p>
          <a:p>
            <a:pPr marL="0" indent="0">
              <a:buNone/>
            </a:pPr>
            <a:r>
              <a:rPr lang="en-US" sz="180" dirty="0"/>
              <a:t>     </a:t>
            </a:r>
            <a:r>
              <a:rPr lang="en-US" sz="180" dirty="0">
                <a:highlight>
                  <a:srgbClr val="FFFF00"/>
                </a:highlight>
              </a:rPr>
              <a:t>//</a:t>
            </a:r>
            <a:r>
              <a:rPr lang="en-US" sz="180" dirty="0" err="1">
                <a:highlight>
                  <a:srgbClr val="FFFF00"/>
                </a:highlight>
              </a:rPr>
              <a:t>userId</a:t>
            </a:r>
            <a:endParaRPr lang="en-US" sz="180" dirty="0">
              <a:highlight>
                <a:srgbClr val="FFFF00"/>
              </a:highlight>
            </a:endParaRPr>
          </a:p>
          <a:p>
            <a:pPr marL="0" indent="0">
              <a:buNone/>
            </a:pPr>
            <a:r>
              <a:rPr lang="en-US" sz="180" dirty="0">
                <a:highlight>
                  <a:srgbClr val="FFFF00"/>
                </a:highlight>
              </a:rPr>
              <a:t>        </a:t>
            </a:r>
            <a:r>
              <a:rPr lang="en-US" sz="180" dirty="0" err="1">
                <a:highlight>
                  <a:srgbClr val="FFFF00"/>
                </a:highlight>
              </a:rPr>
              <a:t>userId</a:t>
            </a:r>
            <a:r>
              <a:rPr lang="en-US" sz="180" dirty="0">
                <a:highlight>
                  <a:srgbClr val="FFFF00"/>
                </a:highlight>
              </a:rPr>
              <a:t>: </a:t>
            </a:r>
            <a:r>
              <a:rPr lang="en-US" sz="180" dirty="0" err="1">
                <a:highlight>
                  <a:srgbClr val="FFFF00"/>
                </a:highlight>
              </a:rPr>
              <a:t>jwt.user._id</a:t>
            </a:r>
            <a:r>
              <a:rPr lang="en-US" sz="180" dirty="0">
                <a:highlight>
                  <a:srgbClr val="FFFF00"/>
                </a:highlight>
              </a:rPr>
              <a:t>,</a:t>
            </a:r>
          </a:p>
          <a:p>
            <a:pPr marL="0" indent="0">
              <a:buNone/>
            </a:pPr>
            <a:r>
              <a:rPr lang="en-US" sz="180" dirty="0"/>
              <a:t>     }, </a:t>
            </a:r>
          </a:p>
          <a:p>
            <a:pPr marL="0" indent="0">
              <a:buNone/>
            </a:pPr>
            <a:r>
              <a:rPr lang="en-US" sz="180" dirty="0"/>
              <a:t>   { t: </a:t>
            </a:r>
            <a:r>
              <a:rPr lang="en-US" sz="180" dirty="0" err="1"/>
              <a:t>jwt.token</a:t>
            </a:r>
            <a:r>
              <a:rPr lang="en-US" sz="180" dirty="0"/>
              <a:t> }, user).then((data) =&gt; {</a:t>
            </a:r>
          </a:p>
          <a:p>
            <a:pPr marL="0" indent="0">
              <a:buNone/>
            </a:pPr>
            <a:r>
              <a:rPr lang="en-US" sz="180" dirty="0"/>
              <a:t>      if (</a:t>
            </a:r>
            <a:r>
              <a:rPr lang="en-US" sz="180" dirty="0" err="1"/>
              <a:t>data?.error</a:t>
            </a:r>
            <a:r>
              <a:rPr lang="en-US" sz="180" dirty="0"/>
              <a:t>) {</a:t>
            </a:r>
          </a:p>
          <a:p>
            <a:pPr marL="0" indent="0">
              <a:buNone/>
            </a:pPr>
            <a:r>
              <a:rPr lang="en-US" sz="180" dirty="0"/>
              <a:t>        </a:t>
            </a:r>
            <a:r>
              <a:rPr lang="en-US" sz="180" dirty="0" err="1"/>
              <a:t>setValues</a:t>
            </a:r>
            <a:r>
              <a:rPr lang="en-US" sz="180" dirty="0"/>
              <a:t>((</a:t>
            </a:r>
            <a:r>
              <a:rPr lang="en-US" sz="180" dirty="0" err="1"/>
              <a:t>prev</a:t>
            </a:r>
            <a:r>
              <a:rPr lang="en-US" sz="180" dirty="0"/>
              <a:t>) =&gt; ({ ...</a:t>
            </a:r>
            <a:r>
              <a:rPr lang="en-US" sz="180" dirty="0" err="1"/>
              <a:t>prev</a:t>
            </a:r>
            <a:r>
              <a:rPr lang="en-US" sz="180" dirty="0"/>
              <a:t>, error: </a:t>
            </a:r>
            <a:r>
              <a:rPr lang="en-US" sz="180" dirty="0" err="1"/>
              <a:t>data.error</a:t>
            </a:r>
            <a:r>
              <a:rPr lang="en-US" sz="180" dirty="0"/>
              <a:t> }));</a:t>
            </a:r>
          </a:p>
          <a:p>
            <a:pPr marL="0" indent="0">
              <a:buNone/>
            </a:pPr>
            <a:r>
              <a:rPr lang="en-US" sz="180" dirty="0"/>
              <a:t>      } else {</a:t>
            </a:r>
          </a:p>
          <a:p>
            <a:pPr marL="0" indent="0">
              <a:buNone/>
            </a:pPr>
            <a:r>
              <a:rPr lang="en-US" sz="180" dirty="0"/>
              <a:t>         </a:t>
            </a:r>
            <a:r>
              <a:rPr lang="en-US" sz="180" dirty="0" err="1">
                <a:highlight>
                  <a:srgbClr val="FFFF00"/>
                </a:highlight>
              </a:rPr>
              <a:t>auth.updateUser</a:t>
            </a:r>
            <a:r>
              <a:rPr lang="en-US" sz="180" dirty="0">
                <a:highlight>
                  <a:srgbClr val="FFFF00"/>
                </a:highlight>
              </a:rPr>
              <a:t>(data, () =&gt; {</a:t>
            </a:r>
          </a:p>
          <a:p>
            <a:pPr marL="0" indent="0">
              <a:buNone/>
            </a:pPr>
            <a:r>
              <a:rPr lang="en-US" sz="180" dirty="0">
                <a:highlight>
                  <a:srgbClr val="FFFF00"/>
                </a:highlight>
              </a:rPr>
              <a:t>          </a:t>
            </a:r>
            <a:r>
              <a:rPr lang="en-US" sz="180" dirty="0" err="1">
                <a:highlight>
                  <a:srgbClr val="FFFF00"/>
                </a:highlight>
              </a:rPr>
              <a:t>setValues</a:t>
            </a:r>
            <a:r>
              <a:rPr lang="en-US" sz="180" dirty="0">
                <a:highlight>
                  <a:srgbClr val="FFFF00"/>
                </a:highlight>
              </a:rPr>
              <a:t>({</a:t>
            </a:r>
          </a:p>
          <a:p>
            <a:pPr marL="0" indent="0">
              <a:buNone/>
            </a:pPr>
            <a:r>
              <a:rPr lang="en-US" sz="180" dirty="0">
                <a:highlight>
                  <a:srgbClr val="FFFF00"/>
                </a:highlight>
              </a:rPr>
              <a:t>            ...values,</a:t>
            </a:r>
          </a:p>
          <a:p>
            <a:pPr marL="0" indent="0">
              <a:buNone/>
            </a:pPr>
            <a:r>
              <a:rPr lang="en-US" sz="180" dirty="0">
                <a:highlight>
                  <a:srgbClr val="FFFF00"/>
                </a:highlight>
              </a:rPr>
              <a:t>            </a:t>
            </a:r>
            <a:r>
              <a:rPr lang="en-US" sz="180" dirty="0" err="1">
                <a:highlight>
                  <a:srgbClr val="FFFF00"/>
                </a:highlight>
              </a:rPr>
              <a:t>userId</a:t>
            </a:r>
            <a:r>
              <a:rPr lang="en-US" sz="180" dirty="0">
                <a:highlight>
                  <a:srgbClr val="FFFF00"/>
                </a:highlight>
              </a:rPr>
              <a:t>: </a:t>
            </a:r>
            <a:r>
              <a:rPr lang="en-US" sz="180" dirty="0" err="1">
                <a:highlight>
                  <a:srgbClr val="FFFF00"/>
                </a:highlight>
              </a:rPr>
              <a:t>data._id</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NavigateToProfile</a:t>
            </a:r>
            <a:r>
              <a:rPr lang="en-US" sz="180" dirty="0">
                <a:highlight>
                  <a:srgbClr val="FFFF00"/>
                </a:highlight>
              </a:rPr>
              <a:t>: true,</a:t>
            </a:r>
          </a:p>
          <a:p>
            <a:pPr marL="0" indent="0">
              <a:buNone/>
            </a:pPr>
            <a:r>
              <a:rPr lang="en-US" sz="180" dirty="0">
                <a:highlight>
                  <a:srgbClr val="FFFF00"/>
                </a:highlight>
              </a:rPr>
              <a:t>          });</a:t>
            </a:r>
          </a:p>
          <a:p>
            <a:pPr marL="0" indent="0">
              <a:buNone/>
            </a:pPr>
            <a:r>
              <a:rPr lang="en-US" sz="180" dirty="0">
                <a:highlight>
                  <a:srgbClr val="FFFF00"/>
                </a:highlight>
              </a:rPr>
              <a:t>        });</a:t>
            </a:r>
          </a:p>
          <a:p>
            <a:pPr marL="0" indent="0">
              <a:buNone/>
            </a:pPr>
            <a:r>
              <a:rPr lang="en-US" sz="180" dirty="0">
                <a:highlight>
                  <a:srgbClr val="FFFF00"/>
                </a:highlight>
              </a:rPr>
              <a:t>      }</a:t>
            </a:r>
          </a:p>
          <a:p>
            <a:pPr marL="0" indent="0">
              <a:buNone/>
            </a:pPr>
            <a:r>
              <a:rPr lang="en-US" sz="180" dirty="0">
                <a:highlight>
                  <a:srgbClr val="FFFF00"/>
                </a:highlight>
              </a:rPr>
              <a:t>    });</a:t>
            </a:r>
          </a:p>
          <a:p>
            <a:pPr marL="0" indent="0">
              <a:buNone/>
            </a:pPr>
            <a:r>
              <a:rPr lang="en-US" sz="180" dirty="0">
                <a:highlight>
                  <a:srgbClr val="FFFF00"/>
                </a:highlight>
              </a:rPr>
              <a:t>  };</a:t>
            </a:r>
          </a:p>
          <a:p>
            <a:pPr marL="0" indent="0">
              <a:buNone/>
            </a:pPr>
            <a:br>
              <a:rPr lang="en-US" sz="180" dirty="0"/>
            </a:br>
            <a:r>
              <a:rPr lang="en-US" sz="180" dirty="0"/>
              <a:t>  const </a:t>
            </a:r>
            <a:r>
              <a:rPr lang="en-US" sz="180" dirty="0" err="1"/>
              <a:t>handleChange</a:t>
            </a:r>
            <a:r>
              <a:rPr lang="en-US" sz="180" dirty="0"/>
              <a:t> = (name) =&gt; (event) =&gt; {</a:t>
            </a:r>
          </a:p>
          <a:p>
            <a:pPr marL="0" indent="0">
              <a:buNone/>
            </a:pPr>
            <a:r>
              <a:rPr lang="en-US" sz="180" dirty="0"/>
              <a:t>    </a:t>
            </a:r>
            <a:r>
              <a:rPr lang="en-US" sz="180" dirty="0" err="1"/>
              <a:t>setValues</a:t>
            </a:r>
            <a:r>
              <a:rPr lang="en-US" sz="180" dirty="0"/>
              <a:t>({ ...values, [name]: </a:t>
            </a:r>
            <a:r>
              <a:rPr lang="en-US" sz="180" dirty="0" err="1"/>
              <a:t>event.target.value</a:t>
            </a:r>
            <a:r>
              <a:rPr lang="en-US" sz="180" dirty="0"/>
              <a:t> });</a:t>
            </a:r>
          </a:p>
          <a:p>
            <a:pPr marL="0" indent="0">
              <a:buNone/>
            </a:pPr>
            <a:r>
              <a:rPr lang="en-US" sz="180" dirty="0"/>
              <a:t>  };</a:t>
            </a:r>
          </a:p>
          <a:p>
            <a:pPr marL="0" indent="0">
              <a:buNone/>
            </a:pPr>
            <a:br>
              <a:rPr lang="en-US" sz="180" dirty="0"/>
            </a:br>
            <a:r>
              <a:rPr lang="en-US" sz="180" dirty="0"/>
              <a:t>  if (</a:t>
            </a:r>
            <a:r>
              <a:rPr lang="en-US" sz="180" dirty="0" err="1"/>
              <a:t>values.NavigateToProfile</a:t>
            </a:r>
            <a:r>
              <a:rPr lang="en-US" sz="180" dirty="0"/>
              <a:t>) {</a:t>
            </a:r>
          </a:p>
          <a:p>
            <a:pPr marL="0" indent="0">
              <a:buNone/>
            </a:pPr>
            <a:r>
              <a:rPr lang="en-US" sz="180" dirty="0"/>
              <a:t>    return &lt;Navigate to={`/user/${</a:t>
            </a:r>
            <a:r>
              <a:rPr lang="en-US" sz="180" dirty="0" err="1"/>
              <a:t>values.userId</a:t>
            </a:r>
            <a:r>
              <a:rPr lang="en-US" sz="180" dirty="0"/>
              <a:t>}`} /&gt;;</a:t>
            </a:r>
          </a:p>
          <a:p>
            <a:pPr marL="0" indent="0">
              <a:buNone/>
            </a:pPr>
            <a:r>
              <a:rPr lang="en-US" sz="180" dirty="0"/>
              <a:t>  }</a:t>
            </a:r>
          </a:p>
          <a:p>
            <a:pPr marL="0" indent="0">
              <a:buNone/>
            </a:pPr>
            <a:br>
              <a:rPr lang="en-US" sz="180" dirty="0"/>
            </a:br>
            <a:r>
              <a:rPr lang="en-US" sz="180" dirty="0"/>
              <a:t>  return (</a:t>
            </a:r>
          </a:p>
          <a:p>
            <a:pPr marL="0" indent="0">
              <a:buNone/>
            </a:pPr>
            <a:r>
              <a:rPr lang="en-US" sz="180" dirty="0"/>
              <a:t>    &lt;Card</a:t>
            </a:r>
          </a:p>
          <a:p>
            <a:pPr marL="0" indent="0">
              <a:buNone/>
            </a:pPr>
            <a:r>
              <a:rPr lang="en-US" sz="180" dirty="0"/>
              <a:t>      </a:t>
            </a:r>
            <a:r>
              <a:rPr lang="en-US" sz="180" dirty="0" err="1"/>
              <a:t>sx</a:t>
            </a:r>
            <a:r>
              <a:rPr lang="en-US" sz="180" dirty="0"/>
              <a:t>={{</a:t>
            </a:r>
          </a:p>
          <a:p>
            <a:pPr marL="0" indent="0">
              <a:buNone/>
            </a:pPr>
            <a:r>
              <a:rPr lang="en-US" sz="180" dirty="0"/>
              <a:t>        </a:t>
            </a:r>
            <a:r>
              <a:rPr lang="en-US" sz="180" dirty="0" err="1"/>
              <a:t>maxWidth</a:t>
            </a:r>
            <a:r>
              <a:rPr lang="en-US" sz="180" dirty="0"/>
              <a:t>: 600,</a:t>
            </a:r>
          </a:p>
          <a:p>
            <a:pPr marL="0" indent="0">
              <a:buNone/>
            </a:pPr>
            <a:r>
              <a:rPr lang="en-US" sz="180" dirty="0"/>
              <a:t>        mx: "auto",</a:t>
            </a:r>
          </a:p>
          <a:p>
            <a:pPr marL="0" indent="0">
              <a:buNone/>
            </a:pPr>
            <a:r>
              <a:rPr lang="en-US" sz="180" dirty="0"/>
              <a:t>        mt: 5,</a:t>
            </a:r>
          </a:p>
          <a:p>
            <a:pPr marL="0" indent="0">
              <a:buNone/>
            </a:pPr>
            <a:r>
              <a:rPr lang="en-US" sz="180" dirty="0"/>
              <a:t>        </a:t>
            </a:r>
            <a:r>
              <a:rPr lang="en-US" sz="180" dirty="0" err="1"/>
              <a:t>textAlign</a:t>
            </a:r>
            <a:r>
              <a:rPr lang="en-US" sz="180" dirty="0"/>
              <a:t>: "center",</a:t>
            </a:r>
          </a:p>
          <a:p>
            <a:pPr marL="0" indent="0">
              <a:buNone/>
            </a:pPr>
            <a:r>
              <a:rPr lang="en-US" sz="180" dirty="0"/>
              <a:t>        pb: 2,</a:t>
            </a:r>
          </a:p>
          <a:p>
            <a:pPr marL="0" indent="0">
              <a:buNone/>
            </a:pPr>
            <a:r>
              <a:rPr lang="en-US" sz="180" dirty="0"/>
              <a:t>      }}</a:t>
            </a:r>
          </a:p>
          <a:p>
            <a:pPr marL="0" indent="0">
              <a:buNone/>
            </a:pPr>
            <a:r>
              <a:rPr lang="en-US" sz="180" dirty="0"/>
              <a:t>    &gt;</a:t>
            </a:r>
          </a:p>
          <a:p>
            <a:pPr marL="0" indent="0">
              <a:buNone/>
            </a:pPr>
            <a:r>
              <a:rPr lang="en-US" sz="180" dirty="0"/>
              <a:t>      &lt;</a:t>
            </a:r>
            <a:r>
              <a:rPr lang="en-US" sz="180" dirty="0" err="1"/>
              <a:t>CardContent</a:t>
            </a:r>
            <a:r>
              <a:rPr lang="en-US" sz="180" dirty="0"/>
              <a:t>&gt;</a:t>
            </a:r>
          </a:p>
          <a:p>
            <a:pPr marL="0" indent="0">
              <a:buNone/>
            </a:pPr>
            <a:r>
              <a:rPr lang="en-US" sz="180" dirty="0"/>
              <a:t>        &lt;Typography variant="h6" </a:t>
            </a:r>
            <a:r>
              <a:rPr lang="en-US" sz="180" dirty="0" err="1"/>
              <a:t>sx</a:t>
            </a:r>
            <a:r>
              <a:rPr lang="en-US" sz="180" dirty="0"/>
              <a:t>={{ mt: 2, mb: 2, color: "</a:t>
            </a:r>
            <a:r>
              <a:rPr lang="en-US" sz="180" dirty="0" err="1"/>
              <a:t>text.primary</a:t>
            </a:r>
            <a:r>
              <a:rPr lang="en-US" sz="180" dirty="0"/>
              <a:t>" }}&gt;</a:t>
            </a:r>
          </a:p>
          <a:p>
            <a:pPr marL="0" indent="0">
              <a:buNone/>
            </a:pPr>
            <a:r>
              <a:rPr lang="en-US" sz="180" dirty="0"/>
              <a:t>          Edit Profile</a:t>
            </a:r>
          </a:p>
          <a:p>
            <a:pPr marL="0" indent="0">
              <a:buNone/>
            </a:pPr>
            <a:r>
              <a:rPr lang="en-US" sz="180" dirty="0"/>
              <a:t>        &lt;/Typography&gt;</a:t>
            </a:r>
          </a:p>
          <a:p>
            <a:pPr marL="0" indent="0">
              <a:buNone/>
            </a:pPr>
            <a:br>
              <a:rPr lang="en-US" sz="180" dirty="0"/>
            </a:br>
            <a:r>
              <a:rPr lang="en-US" sz="180" dirty="0"/>
              <a:t>        &lt;</a:t>
            </a:r>
            <a:r>
              <a:rPr lang="en-US" sz="180" dirty="0" err="1"/>
              <a:t>TextField</a:t>
            </a:r>
            <a:endParaRPr lang="en-US" sz="180" dirty="0"/>
          </a:p>
          <a:p>
            <a:pPr marL="0" indent="0">
              <a:buNone/>
            </a:pPr>
            <a:r>
              <a:rPr lang="en-US" sz="180" dirty="0"/>
              <a:t>          id="name"</a:t>
            </a:r>
          </a:p>
          <a:p>
            <a:pPr marL="0" indent="0">
              <a:buNone/>
            </a:pPr>
            <a:r>
              <a:rPr lang="en-US" sz="180" dirty="0"/>
              <a:t>          label="Name"</a:t>
            </a:r>
          </a:p>
          <a:p>
            <a:pPr marL="0" indent="0">
              <a:buNone/>
            </a:pPr>
            <a:r>
              <a:rPr lang="en-US" sz="180" dirty="0"/>
              <a:t>          value={values.name}</a:t>
            </a:r>
          </a:p>
          <a:p>
            <a:pPr marL="0" indent="0">
              <a:buNone/>
            </a:pPr>
            <a:r>
              <a:rPr lang="en-US" sz="180" dirty="0"/>
              <a:t>          </a:t>
            </a:r>
            <a:r>
              <a:rPr lang="en-US" sz="180" dirty="0" err="1"/>
              <a:t>onChange</a:t>
            </a:r>
            <a:r>
              <a:rPr lang="en-US" sz="180" dirty="0"/>
              <a:t>={</a:t>
            </a:r>
            <a:r>
              <a:rPr lang="en-US" sz="180" dirty="0" err="1"/>
              <a:t>handleChange</a:t>
            </a:r>
            <a:r>
              <a:rPr lang="en-US" sz="180" dirty="0"/>
              <a:t>("name")}</a:t>
            </a:r>
          </a:p>
          <a:p>
            <a:pPr marL="0" indent="0">
              <a:buNone/>
            </a:pPr>
            <a:r>
              <a:rPr lang="en-US" sz="180" dirty="0"/>
              <a:t>          margin="normal"</a:t>
            </a:r>
          </a:p>
          <a:p>
            <a:pPr marL="0" indent="0">
              <a:buNone/>
            </a:pPr>
            <a:r>
              <a:rPr lang="en-US" sz="180" dirty="0"/>
              <a:t>          </a:t>
            </a:r>
            <a:r>
              <a:rPr lang="en-US" sz="180" dirty="0" err="1"/>
              <a:t>sx</a:t>
            </a:r>
            <a:r>
              <a:rPr lang="en-US" sz="180" dirty="0"/>
              <a:t>={{ mx: 1, width: 300 }}</a:t>
            </a:r>
          </a:p>
          <a:p>
            <a:pPr marL="0" indent="0">
              <a:buNone/>
            </a:pPr>
            <a:r>
              <a:rPr lang="en-US" sz="180" dirty="0"/>
              <a:t>        /&gt;</a:t>
            </a:r>
          </a:p>
          <a:p>
            <a:pPr marL="0" indent="0">
              <a:buNone/>
            </a:pPr>
            <a:r>
              <a:rPr lang="en-US" sz="180" dirty="0"/>
              <a:t>        &lt;</a:t>
            </a:r>
            <a:r>
              <a:rPr lang="en-US" sz="180" dirty="0" err="1"/>
              <a:t>br</a:t>
            </a:r>
            <a:r>
              <a:rPr lang="en-US" sz="180" dirty="0"/>
              <a:t> /&gt;</a:t>
            </a:r>
          </a:p>
          <a:p>
            <a:pPr marL="0" indent="0">
              <a:buNone/>
            </a:pPr>
            <a:br>
              <a:rPr lang="en-US" sz="180" dirty="0"/>
            </a:br>
            <a:r>
              <a:rPr lang="en-US" sz="180" dirty="0"/>
              <a:t>        &lt;</a:t>
            </a:r>
            <a:r>
              <a:rPr lang="en-US" sz="180" dirty="0" err="1"/>
              <a:t>TextField</a:t>
            </a:r>
            <a:endParaRPr lang="en-US" sz="180" dirty="0"/>
          </a:p>
          <a:p>
            <a:pPr marL="0" indent="0">
              <a:buNone/>
            </a:pPr>
            <a:r>
              <a:rPr lang="en-US" sz="180" dirty="0"/>
              <a:t>          id="email"</a:t>
            </a:r>
          </a:p>
          <a:p>
            <a:pPr marL="0" indent="0">
              <a:buNone/>
            </a:pPr>
            <a:r>
              <a:rPr lang="en-US" sz="180" dirty="0"/>
              <a:t>          type="email"</a:t>
            </a:r>
          </a:p>
          <a:p>
            <a:pPr marL="0" indent="0">
              <a:buNone/>
            </a:pPr>
            <a:r>
              <a:rPr lang="en-US" sz="180" dirty="0"/>
              <a:t>          label="Email"</a:t>
            </a:r>
          </a:p>
          <a:p>
            <a:pPr marL="0" indent="0">
              <a:buNone/>
            </a:pPr>
            <a:r>
              <a:rPr lang="en-US" sz="180" dirty="0"/>
              <a:t>          value={</a:t>
            </a:r>
            <a:r>
              <a:rPr lang="en-US" sz="180" dirty="0" err="1"/>
              <a:t>values.email</a:t>
            </a:r>
            <a:r>
              <a:rPr lang="en-US" sz="180" dirty="0"/>
              <a:t>}</a:t>
            </a:r>
          </a:p>
          <a:p>
            <a:pPr marL="0" indent="0">
              <a:buNone/>
            </a:pPr>
            <a:r>
              <a:rPr lang="en-US" sz="180" dirty="0"/>
              <a:t>          </a:t>
            </a:r>
            <a:r>
              <a:rPr lang="en-US" sz="180" dirty="0" err="1"/>
              <a:t>onChange</a:t>
            </a:r>
            <a:r>
              <a:rPr lang="en-US" sz="180" dirty="0"/>
              <a:t>={</a:t>
            </a:r>
            <a:r>
              <a:rPr lang="en-US" sz="180" dirty="0" err="1"/>
              <a:t>handleChange</a:t>
            </a:r>
            <a:r>
              <a:rPr lang="en-US" sz="180" dirty="0"/>
              <a:t>("email")}</a:t>
            </a:r>
          </a:p>
          <a:p>
            <a:pPr marL="0" indent="0">
              <a:buNone/>
            </a:pPr>
            <a:r>
              <a:rPr lang="en-US" sz="180" dirty="0"/>
              <a:t>          margin="normal"</a:t>
            </a:r>
          </a:p>
          <a:p>
            <a:pPr marL="0" indent="0">
              <a:buNone/>
            </a:pPr>
            <a:r>
              <a:rPr lang="en-US" sz="180" dirty="0"/>
              <a:t>          </a:t>
            </a:r>
            <a:r>
              <a:rPr lang="en-US" sz="180" dirty="0" err="1"/>
              <a:t>sx</a:t>
            </a:r>
            <a:r>
              <a:rPr lang="en-US" sz="180" dirty="0"/>
              <a:t>={{ mx: 1, width: 300 }}</a:t>
            </a:r>
          </a:p>
          <a:p>
            <a:pPr marL="0" indent="0">
              <a:buNone/>
            </a:pPr>
            <a:r>
              <a:rPr lang="en-US" sz="180" dirty="0"/>
              <a:t>        /&gt;</a:t>
            </a:r>
          </a:p>
          <a:p>
            <a:pPr marL="0" indent="0">
              <a:buNone/>
            </a:pPr>
            <a:r>
              <a:rPr lang="en-US" sz="180" dirty="0"/>
              <a:t>        &lt;</a:t>
            </a:r>
            <a:r>
              <a:rPr lang="en-US" sz="180" dirty="0" err="1"/>
              <a:t>br</a:t>
            </a:r>
            <a:r>
              <a:rPr lang="en-US" sz="180" dirty="0"/>
              <a:t> /&gt;</a:t>
            </a:r>
          </a:p>
          <a:p>
            <a:pPr marL="0" indent="0">
              <a:buNone/>
            </a:pPr>
            <a:br>
              <a:rPr lang="en-US" sz="180" dirty="0"/>
            </a:br>
            <a:r>
              <a:rPr lang="en-US" sz="180" dirty="0"/>
              <a:t>        &lt;</a:t>
            </a:r>
            <a:r>
              <a:rPr lang="en-US" sz="180" dirty="0" err="1"/>
              <a:t>TextField</a:t>
            </a:r>
            <a:endParaRPr lang="en-US" sz="180" dirty="0"/>
          </a:p>
          <a:p>
            <a:pPr marL="0" indent="0">
              <a:buNone/>
            </a:pPr>
            <a:r>
              <a:rPr lang="en-US" sz="180" dirty="0"/>
              <a:t>          id="password"</a:t>
            </a:r>
          </a:p>
          <a:p>
            <a:pPr marL="0" indent="0">
              <a:buNone/>
            </a:pPr>
            <a:r>
              <a:rPr lang="en-US" sz="180" dirty="0"/>
              <a:t>          type="password"</a:t>
            </a:r>
          </a:p>
          <a:p>
            <a:pPr marL="0" indent="0">
              <a:buNone/>
            </a:pPr>
            <a:r>
              <a:rPr lang="en-US" sz="180" dirty="0"/>
              <a:t>          label="Password"</a:t>
            </a:r>
          </a:p>
          <a:p>
            <a:pPr marL="0" indent="0">
              <a:buNone/>
            </a:pPr>
            <a:r>
              <a:rPr lang="en-US" sz="180" dirty="0"/>
              <a:t>          value={</a:t>
            </a:r>
            <a:r>
              <a:rPr lang="en-US" sz="180" dirty="0" err="1"/>
              <a:t>values.password</a:t>
            </a:r>
            <a:r>
              <a:rPr lang="en-US" sz="180" dirty="0"/>
              <a:t>}</a:t>
            </a:r>
          </a:p>
          <a:p>
            <a:pPr marL="0" indent="0">
              <a:buNone/>
            </a:pPr>
            <a:r>
              <a:rPr lang="en-US" sz="180" dirty="0"/>
              <a:t>          </a:t>
            </a:r>
            <a:r>
              <a:rPr lang="en-US" sz="180" dirty="0" err="1"/>
              <a:t>onChange</a:t>
            </a:r>
            <a:r>
              <a:rPr lang="en-US" sz="180" dirty="0"/>
              <a:t>={</a:t>
            </a:r>
            <a:r>
              <a:rPr lang="en-US" sz="180" dirty="0" err="1"/>
              <a:t>handleChange</a:t>
            </a:r>
            <a:r>
              <a:rPr lang="en-US" sz="180" dirty="0"/>
              <a:t>("password")}</a:t>
            </a:r>
          </a:p>
          <a:p>
            <a:pPr marL="0" indent="0">
              <a:buNone/>
            </a:pPr>
            <a:r>
              <a:rPr lang="en-US" sz="180" dirty="0"/>
              <a:t>          margin="normal"</a:t>
            </a:r>
          </a:p>
          <a:p>
            <a:pPr marL="0" indent="0">
              <a:buNone/>
            </a:pPr>
            <a:r>
              <a:rPr lang="en-US" sz="180" dirty="0"/>
              <a:t>          </a:t>
            </a:r>
            <a:r>
              <a:rPr lang="en-US" sz="180" dirty="0" err="1"/>
              <a:t>sx</a:t>
            </a:r>
            <a:r>
              <a:rPr lang="en-US" sz="180" dirty="0"/>
              <a:t>={{ mx: 1, width: 300 }}</a:t>
            </a:r>
          </a:p>
          <a:p>
            <a:pPr marL="0" indent="0">
              <a:buNone/>
            </a:pPr>
            <a:r>
              <a:rPr lang="en-US" sz="180" dirty="0"/>
              <a:t>        /&gt;</a:t>
            </a:r>
          </a:p>
          <a:p>
            <a:pPr marL="0" indent="0">
              <a:buNone/>
            </a:pPr>
            <a:r>
              <a:rPr lang="en-US" sz="180" dirty="0"/>
              <a:t>        &lt;</a:t>
            </a:r>
            <a:r>
              <a:rPr lang="en-US" sz="180" dirty="0" err="1"/>
              <a:t>br</a:t>
            </a:r>
            <a:r>
              <a:rPr lang="en-US" sz="180" dirty="0"/>
              <a:t> /&gt;</a:t>
            </a:r>
          </a:p>
          <a:p>
            <a:pPr marL="0" indent="0">
              <a:buNone/>
            </a:pPr>
            <a:br>
              <a:rPr lang="en-US" sz="180" dirty="0"/>
            </a:br>
            <a:r>
              <a:rPr lang="en-US" sz="180" dirty="0"/>
              <a:t>        {</a:t>
            </a:r>
            <a:r>
              <a:rPr lang="en-US" sz="180" dirty="0" err="1"/>
              <a:t>values.error</a:t>
            </a:r>
            <a:r>
              <a:rPr lang="en-US" sz="180" dirty="0"/>
              <a:t> &amp;&amp; (</a:t>
            </a:r>
          </a:p>
          <a:p>
            <a:pPr marL="0" indent="0">
              <a:buNone/>
            </a:pPr>
            <a:r>
              <a:rPr lang="en-US" sz="180" dirty="0"/>
              <a:t>          &lt;Typography component="p" color="error" </a:t>
            </a:r>
            <a:r>
              <a:rPr lang="en-US" sz="180" dirty="0" err="1"/>
              <a:t>sx</a:t>
            </a:r>
            <a:r>
              <a:rPr lang="en-US" sz="180" dirty="0"/>
              <a:t>={{ mt: 1 }}&gt;</a:t>
            </a:r>
          </a:p>
          <a:p>
            <a:pPr marL="0" indent="0">
              <a:buNone/>
            </a:pPr>
            <a:r>
              <a:rPr lang="en-US" sz="180" dirty="0"/>
              <a:t>            &lt;Icon color="error" </a:t>
            </a:r>
            <a:r>
              <a:rPr lang="en-US" sz="180" dirty="0" err="1"/>
              <a:t>sx</a:t>
            </a:r>
            <a:r>
              <a:rPr lang="en-US" sz="180" dirty="0"/>
              <a:t>={{ </a:t>
            </a:r>
            <a:r>
              <a:rPr lang="en-US" sz="180" dirty="0" err="1"/>
              <a:t>verticalAlign</a:t>
            </a:r>
            <a:r>
              <a:rPr lang="en-US" sz="180" dirty="0"/>
              <a:t>: "middle", </a:t>
            </a:r>
            <a:r>
              <a:rPr lang="en-US" sz="180" dirty="0" err="1"/>
              <a:t>mr</a:t>
            </a:r>
            <a:r>
              <a:rPr lang="en-US" sz="180" dirty="0"/>
              <a:t>: 1 }}&gt;</a:t>
            </a:r>
          </a:p>
          <a:p>
            <a:pPr marL="0" indent="0">
              <a:buNone/>
            </a:pPr>
            <a:r>
              <a:rPr lang="en-US" sz="180" dirty="0"/>
              <a:t>              error</a:t>
            </a:r>
          </a:p>
          <a:p>
            <a:pPr marL="0" indent="0">
              <a:buNone/>
            </a:pPr>
            <a:r>
              <a:rPr lang="en-US" sz="180" dirty="0"/>
              <a:t>            &lt;/Icon&gt;</a:t>
            </a:r>
          </a:p>
          <a:p>
            <a:pPr marL="0" indent="0">
              <a:buNone/>
            </a:pPr>
            <a:r>
              <a:rPr lang="en-US" sz="180" dirty="0"/>
              <a:t>            {</a:t>
            </a:r>
            <a:r>
              <a:rPr lang="en-US" sz="180" dirty="0" err="1"/>
              <a:t>values.error</a:t>
            </a:r>
            <a:r>
              <a:rPr lang="en-US" sz="180" dirty="0"/>
              <a:t>}</a:t>
            </a:r>
          </a:p>
          <a:p>
            <a:pPr marL="0" indent="0">
              <a:buNone/>
            </a:pPr>
            <a:r>
              <a:rPr lang="en-US" sz="180" dirty="0"/>
              <a:t>          &lt;/Typography&gt;</a:t>
            </a:r>
          </a:p>
          <a:p>
            <a:pPr marL="0" indent="0">
              <a:buNone/>
            </a:pPr>
            <a:r>
              <a:rPr lang="en-US" sz="180" dirty="0"/>
              <a:t>        )}</a:t>
            </a:r>
          </a:p>
          <a:p>
            <a:pPr marL="0" indent="0">
              <a:buNone/>
            </a:pPr>
            <a:r>
              <a:rPr lang="en-US" sz="180" dirty="0"/>
              <a:t>      &lt;/</a:t>
            </a:r>
            <a:r>
              <a:rPr lang="en-US" sz="180" dirty="0" err="1"/>
              <a:t>CardContent</a:t>
            </a:r>
            <a:r>
              <a:rPr lang="en-US" sz="180" dirty="0"/>
              <a:t>&gt;</a:t>
            </a:r>
          </a:p>
          <a:p>
            <a:pPr marL="0" indent="0">
              <a:buNone/>
            </a:pPr>
            <a:br>
              <a:rPr lang="en-US" sz="180" dirty="0"/>
            </a:br>
            <a:r>
              <a:rPr lang="en-US" sz="180" dirty="0"/>
              <a:t>      &lt;</a:t>
            </a:r>
            <a:r>
              <a:rPr lang="en-US" sz="180" dirty="0" err="1"/>
              <a:t>CardActions</a:t>
            </a:r>
            <a:r>
              <a:rPr lang="en-US" sz="180" dirty="0"/>
              <a:t> </a:t>
            </a:r>
            <a:r>
              <a:rPr lang="en-US" sz="180" dirty="0" err="1"/>
              <a:t>sx</a:t>
            </a:r>
            <a:r>
              <a:rPr lang="en-US" sz="180" dirty="0"/>
              <a:t>={{ </a:t>
            </a:r>
            <a:r>
              <a:rPr lang="en-US" sz="180" dirty="0" err="1"/>
              <a:t>justifyContent</a:t>
            </a:r>
            <a:r>
              <a:rPr lang="en-US" sz="180" dirty="0"/>
              <a:t>: "center" }}&gt;</a:t>
            </a:r>
          </a:p>
          <a:p>
            <a:pPr marL="0" indent="0">
              <a:buNone/>
            </a:pPr>
            <a:r>
              <a:rPr lang="en-US" sz="180" dirty="0"/>
              <a:t>        &lt;Button</a:t>
            </a:r>
          </a:p>
          <a:p>
            <a:pPr marL="0" indent="0">
              <a:buNone/>
            </a:pPr>
            <a:r>
              <a:rPr lang="en-US" sz="180" dirty="0"/>
              <a:t>          color="primary"</a:t>
            </a:r>
          </a:p>
          <a:p>
            <a:pPr marL="0" indent="0">
              <a:buNone/>
            </a:pPr>
            <a:r>
              <a:rPr lang="en-US" sz="180" dirty="0"/>
              <a:t>          variant="contained"</a:t>
            </a:r>
          </a:p>
          <a:p>
            <a:pPr marL="0" indent="0">
              <a:buNone/>
            </a:pPr>
            <a:r>
              <a:rPr lang="en-US" sz="180" dirty="0"/>
              <a:t>          </a:t>
            </a:r>
            <a:r>
              <a:rPr lang="en-US" sz="180" dirty="0" err="1"/>
              <a:t>onClick</a:t>
            </a:r>
            <a:r>
              <a:rPr lang="en-US" sz="180" dirty="0"/>
              <a:t>={</a:t>
            </a:r>
            <a:r>
              <a:rPr lang="en-US" sz="180" dirty="0" err="1"/>
              <a:t>clickSubmit</a:t>
            </a:r>
            <a:r>
              <a:rPr lang="en-US" sz="180" dirty="0"/>
              <a:t>}</a:t>
            </a:r>
          </a:p>
          <a:p>
            <a:pPr marL="0" indent="0">
              <a:buNone/>
            </a:pPr>
            <a:r>
              <a:rPr lang="en-US" sz="180" dirty="0"/>
              <a:t>          </a:t>
            </a:r>
            <a:r>
              <a:rPr lang="en-US" sz="180" dirty="0" err="1"/>
              <a:t>sx</a:t>
            </a:r>
            <a:r>
              <a:rPr lang="en-US" sz="180" dirty="0"/>
              <a:t>={{ mb: 2 }}</a:t>
            </a:r>
          </a:p>
          <a:p>
            <a:pPr marL="0" indent="0">
              <a:buNone/>
            </a:pPr>
            <a:r>
              <a:rPr lang="en-US" sz="180" dirty="0"/>
              <a:t>        &gt;</a:t>
            </a:r>
          </a:p>
          <a:p>
            <a:pPr marL="0" indent="0">
              <a:buNone/>
            </a:pPr>
            <a:r>
              <a:rPr lang="en-US" sz="180" dirty="0"/>
              <a:t>          Submit</a:t>
            </a:r>
          </a:p>
          <a:p>
            <a:pPr marL="0" indent="0">
              <a:buNone/>
            </a:pPr>
            <a:r>
              <a:rPr lang="en-US" sz="180" dirty="0"/>
              <a:t>        &lt;/Button&gt;</a:t>
            </a:r>
          </a:p>
          <a:p>
            <a:pPr marL="0" indent="0">
              <a:buNone/>
            </a:pPr>
            <a:r>
              <a:rPr lang="en-US" sz="180" dirty="0"/>
              <a:t>      &lt;/</a:t>
            </a:r>
            <a:r>
              <a:rPr lang="en-US" sz="180" dirty="0" err="1"/>
              <a:t>CardActions</a:t>
            </a:r>
            <a:r>
              <a:rPr lang="en-US" sz="180" dirty="0"/>
              <a:t>&gt;</a:t>
            </a:r>
          </a:p>
          <a:p>
            <a:pPr marL="0" indent="0">
              <a:buNone/>
            </a:pPr>
            <a:r>
              <a:rPr lang="en-US" sz="180" dirty="0"/>
              <a:t>    &lt;/Card&gt;</a:t>
            </a:r>
          </a:p>
          <a:p>
            <a:pPr marL="0" indent="0">
              <a:buNone/>
            </a:pPr>
            <a:r>
              <a:rPr lang="en-US" sz="180" dirty="0"/>
              <a:t>  );</a:t>
            </a:r>
          </a:p>
          <a:p>
            <a:pPr marL="0" indent="0">
              <a:buNone/>
            </a:pPr>
            <a:r>
              <a:rPr lang="en-US" sz="180" dirty="0"/>
              <a:t>}</a:t>
            </a:r>
          </a:p>
          <a:p>
            <a:pPr marL="0" indent="0">
              <a:buNone/>
            </a:pPr>
            <a:br>
              <a:rPr lang="en-US" dirty="0"/>
            </a:br>
            <a:endParaRPr lang="en-US" dirty="0"/>
          </a:p>
          <a:p>
            <a:endParaRPr lang="en-US" dirty="0"/>
          </a:p>
        </p:txBody>
      </p:sp>
      <p:sp>
        <p:nvSpPr>
          <p:cNvPr id="4" name="Date Placeholder 3">
            <a:extLst>
              <a:ext uri="{FF2B5EF4-FFF2-40B4-BE49-F238E27FC236}">
                <a16:creationId xmlns:a16="http://schemas.microsoft.com/office/drawing/2014/main" id="{E6E37588-EDB8-5836-3DE8-EBB3EF627FD6}"/>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3A3C3CE7-B509-F683-4BE7-46BC6D0D2AF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6E6F73DB-5377-1991-719D-A8EE92C2C638}"/>
              </a:ext>
            </a:extLst>
          </p:cNvPr>
          <p:cNvSpPr>
            <a:spLocks noGrp="1"/>
          </p:cNvSpPr>
          <p:nvPr>
            <p:ph type="sldNum" sz="quarter" idx="12"/>
          </p:nvPr>
        </p:nvSpPr>
        <p:spPr/>
        <p:txBody>
          <a:bodyPr/>
          <a:lstStyle/>
          <a:p>
            <a:fld id="{7C5CF243-786F-4254-B068-4C9F0B6EA12F}" type="slidenum">
              <a:rPr lang="en-US" altLang="en-US" smtClean="0"/>
              <a:pPr/>
              <a:t>24</a:t>
            </a:fld>
            <a:endParaRPr lang="en-US" altLang="en-US"/>
          </a:p>
        </p:txBody>
      </p:sp>
    </p:spTree>
    <p:extLst>
      <p:ext uri="{BB962C8B-B14F-4D97-AF65-F5344CB8AC3E}">
        <p14:creationId xmlns:p14="http://schemas.microsoft.com/office/powerpoint/2010/main" val="3978048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95F6-BBA5-107D-03C5-65F5BE6CBE9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6A63DB1-982F-ACD3-B129-F21630B8E21E}"/>
              </a:ext>
            </a:extLst>
          </p:cNvPr>
          <p:cNvSpPr>
            <a:spLocks noGrp="1"/>
          </p:cNvSpPr>
          <p:nvPr>
            <p:ph idx="1"/>
          </p:nvPr>
        </p:nvSpPr>
        <p:spPr/>
        <p:txBody>
          <a:bodyPr/>
          <a:lstStyle/>
          <a:p>
            <a:r>
              <a:rPr lang="en-US" dirty="0"/>
              <a:t>This seller value for each user must be sent to the client with the user details received on successful sign-in, so the view can be rendered accordingly to show information relevant to the seller. </a:t>
            </a:r>
          </a:p>
          <a:p>
            <a:r>
              <a:rPr lang="en-US" dirty="0"/>
              <a:t>We will update the response sent back in the </a:t>
            </a:r>
            <a:r>
              <a:rPr lang="en-US" dirty="0" err="1"/>
              <a:t>signin</a:t>
            </a:r>
            <a:r>
              <a:rPr lang="en-US" dirty="0"/>
              <a:t> controller method to add this detail, as highlighted in the following code:</a:t>
            </a:r>
          </a:p>
        </p:txBody>
      </p:sp>
      <p:sp>
        <p:nvSpPr>
          <p:cNvPr id="4" name="Date Placeholder 3">
            <a:extLst>
              <a:ext uri="{FF2B5EF4-FFF2-40B4-BE49-F238E27FC236}">
                <a16:creationId xmlns:a16="http://schemas.microsoft.com/office/drawing/2014/main" id="{A74EA993-A77E-2F73-AC2C-8143439DBC5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BF1F3AB-35FA-0464-9AEE-1CE17399180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E8F5F13-D44C-121B-A56E-36E999F27EBF}"/>
              </a:ext>
            </a:extLst>
          </p:cNvPr>
          <p:cNvSpPr>
            <a:spLocks noGrp="1"/>
          </p:cNvSpPr>
          <p:nvPr>
            <p:ph type="sldNum" sz="quarter" idx="12"/>
          </p:nvPr>
        </p:nvSpPr>
        <p:spPr/>
        <p:txBody>
          <a:bodyPr/>
          <a:lstStyle/>
          <a:p>
            <a:fld id="{7C5CF243-786F-4254-B068-4C9F0B6EA12F}" type="slidenum">
              <a:rPr lang="en-US" altLang="en-US" smtClean="0"/>
              <a:pPr/>
              <a:t>25</a:t>
            </a:fld>
            <a:endParaRPr lang="en-US" altLang="en-US"/>
          </a:p>
        </p:txBody>
      </p:sp>
    </p:spTree>
    <p:extLst>
      <p:ext uri="{BB962C8B-B14F-4D97-AF65-F5344CB8AC3E}">
        <p14:creationId xmlns:p14="http://schemas.microsoft.com/office/powerpoint/2010/main" val="1090680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590C-0BD4-80BD-75EE-195F87F68054}"/>
              </a:ext>
            </a:extLst>
          </p:cNvPr>
          <p:cNvSpPr>
            <a:spLocks noGrp="1"/>
          </p:cNvSpPr>
          <p:nvPr>
            <p:ph type="title"/>
          </p:nvPr>
        </p:nvSpPr>
        <p:spPr/>
        <p:txBody>
          <a:bodyPr/>
          <a:lstStyle/>
          <a:p>
            <a:r>
              <a:rPr lang="en-US" sz="2500" dirty="0"/>
              <a:t>Updated </a:t>
            </a:r>
            <a:r>
              <a:rPr lang="en-US" sz="2500" b="1" dirty="0" err="1"/>
              <a:t>mern</a:t>
            </a:r>
            <a:r>
              <a:rPr lang="en-US" sz="2500" b="1" dirty="0"/>
              <a:t>-marketplace/server/controllers/auth.controller.js:</a:t>
            </a:r>
            <a:r>
              <a:rPr lang="en-US" sz="2500" dirty="0"/>
              <a:t> </a:t>
            </a:r>
          </a:p>
        </p:txBody>
      </p:sp>
      <p:sp>
        <p:nvSpPr>
          <p:cNvPr id="3" name="Content Placeholder 2">
            <a:extLst>
              <a:ext uri="{FF2B5EF4-FFF2-40B4-BE49-F238E27FC236}">
                <a16:creationId xmlns:a16="http://schemas.microsoft.com/office/drawing/2014/main" id="{8645DF11-C10C-5A62-4A54-6B25BF451F6C}"/>
              </a:ext>
            </a:extLst>
          </p:cNvPr>
          <p:cNvSpPr>
            <a:spLocks noGrp="1"/>
          </p:cNvSpPr>
          <p:nvPr>
            <p:ph idx="1"/>
          </p:nvPr>
        </p:nvSpPr>
        <p:spPr/>
        <p:txBody>
          <a:bodyPr/>
          <a:lstStyle/>
          <a:p>
            <a:pPr marL="0" indent="0">
              <a:buNone/>
            </a:pPr>
            <a:r>
              <a:rPr lang="en-US" sz="550" dirty="0"/>
              <a:t>import User from "../models/user.model.js";</a:t>
            </a:r>
          </a:p>
          <a:p>
            <a:pPr marL="0" indent="0">
              <a:buNone/>
            </a:pPr>
            <a:r>
              <a:rPr lang="en-US" sz="550" dirty="0"/>
              <a:t>import </a:t>
            </a:r>
            <a:r>
              <a:rPr lang="en-US" sz="550" dirty="0" err="1"/>
              <a:t>jwt</a:t>
            </a:r>
            <a:r>
              <a:rPr lang="en-US" sz="550" dirty="0"/>
              <a:t> from "</a:t>
            </a:r>
            <a:r>
              <a:rPr lang="en-US" sz="550" dirty="0" err="1"/>
              <a:t>jsonwebtoken</a:t>
            </a:r>
            <a:r>
              <a:rPr lang="en-US" sz="550" dirty="0"/>
              <a:t>";</a:t>
            </a:r>
          </a:p>
          <a:p>
            <a:pPr marL="0" indent="0">
              <a:buNone/>
            </a:pPr>
            <a:r>
              <a:rPr lang="en-US" sz="550" dirty="0"/>
              <a:t>import { </a:t>
            </a:r>
            <a:r>
              <a:rPr lang="en-US" sz="550" dirty="0" err="1"/>
              <a:t>expressjwt</a:t>
            </a:r>
            <a:r>
              <a:rPr lang="en-US" sz="550" dirty="0"/>
              <a:t> } from "express-</a:t>
            </a:r>
            <a:r>
              <a:rPr lang="en-US" sz="550" dirty="0" err="1"/>
              <a:t>jwt</a:t>
            </a:r>
            <a:r>
              <a:rPr lang="en-US" sz="550" dirty="0"/>
              <a:t>";</a:t>
            </a:r>
          </a:p>
          <a:p>
            <a:pPr marL="0" indent="0">
              <a:buNone/>
            </a:pPr>
            <a:r>
              <a:rPr lang="en-US" sz="550" dirty="0"/>
              <a:t>import config from "./../../config/config.js";</a:t>
            </a:r>
          </a:p>
          <a:p>
            <a:pPr marL="0" indent="0">
              <a:buNone/>
            </a:pPr>
            <a:r>
              <a:rPr lang="en-US" sz="550" dirty="0"/>
              <a:t>const </a:t>
            </a:r>
            <a:r>
              <a:rPr lang="en-US" sz="550" dirty="0" err="1"/>
              <a:t>signin</a:t>
            </a:r>
            <a:r>
              <a:rPr lang="en-US" sz="550" dirty="0"/>
              <a:t> = async (req, res) =&gt; {</a:t>
            </a:r>
          </a:p>
          <a:p>
            <a:pPr marL="0" indent="0">
              <a:buNone/>
            </a:pPr>
            <a:r>
              <a:rPr lang="en-US" sz="550" dirty="0"/>
              <a:t>  try {</a:t>
            </a:r>
          </a:p>
          <a:p>
            <a:pPr marL="0" indent="0">
              <a:buNone/>
            </a:pPr>
            <a:r>
              <a:rPr lang="en-US" sz="550" dirty="0"/>
              <a:t>    let user = await </a:t>
            </a:r>
            <a:r>
              <a:rPr lang="en-US" sz="550" dirty="0" err="1"/>
              <a:t>User.findOne</a:t>
            </a:r>
            <a:r>
              <a:rPr lang="en-US" sz="550" dirty="0"/>
              <a:t>({ email: </a:t>
            </a:r>
            <a:r>
              <a:rPr lang="en-US" sz="550" dirty="0" err="1"/>
              <a:t>req.body.email</a:t>
            </a:r>
            <a:r>
              <a:rPr lang="en-US" sz="550" dirty="0"/>
              <a:t> });</a:t>
            </a:r>
          </a:p>
          <a:p>
            <a:pPr marL="0" indent="0">
              <a:buNone/>
            </a:pPr>
            <a:r>
              <a:rPr lang="en-US" sz="550" dirty="0"/>
              <a:t>    if (!user) return </a:t>
            </a:r>
            <a:r>
              <a:rPr lang="en-US" sz="550" dirty="0" err="1"/>
              <a:t>res.status</a:t>
            </a:r>
            <a:r>
              <a:rPr lang="en-US" sz="550" dirty="0"/>
              <a:t>(401).</a:t>
            </a:r>
            <a:r>
              <a:rPr lang="en-US" sz="550" dirty="0" err="1"/>
              <a:t>json</a:t>
            </a:r>
            <a:r>
              <a:rPr lang="en-US" sz="550" dirty="0"/>
              <a:t>({ error: "User not found" });</a:t>
            </a:r>
          </a:p>
          <a:p>
            <a:pPr marL="0" indent="0">
              <a:buNone/>
            </a:pPr>
            <a:r>
              <a:rPr lang="en-US" sz="550" dirty="0"/>
              <a:t>    if (!</a:t>
            </a:r>
            <a:r>
              <a:rPr lang="en-US" sz="550" dirty="0" err="1"/>
              <a:t>user.authenticate</a:t>
            </a:r>
            <a:r>
              <a:rPr lang="en-US" sz="550" dirty="0"/>
              <a:t>(</a:t>
            </a:r>
            <a:r>
              <a:rPr lang="en-US" sz="550" dirty="0" err="1"/>
              <a:t>req.body.password</a:t>
            </a:r>
            <a:r>
              <a:rPr lang="en-US" sz="550" dirty="0"/>
              <a:t>)) {</a:t>
            </a:r>
          </a:p>
          <a:p>
            <a:pPr marL="0" indent="0">
              <a:buNone/>
            </a:pPr>
            <a:r>
              <a:rPr lang="en-US" sz="550" dirty="0"/>
              <a:t>      return res</a:t>
            </a:r>
          </a:p>
          <a:p>
            <a:pPr marL="0" indent="0">
              <a:buNone/>
            </a:pPr>
            <a:r>
              <a:rPr lang="en-US" sz="550" dirty="0"/>
              <a:t>        .status(401)</a:t>
            </a:r>
          </a:p>
          <a:p>
            <a:pPr marL="0" indent="0">
              <a:buNone/>
            </a:pPr>
            <a:r>
              <a:rPr lang="en-US" sz="550" dirty="0"/>
              <a:t>        .send({ error: "Email and password don't match." });</a:t>
            </a:r>
          </a:p>
          <a:p>
            <a:pPr marL="0" indent="0">
              <a:buNone/>
            </a:pPr>
            <a:r>
              <a:rPr lang="en-US" sz="550" dirty="0"/>
              <a:t>    }</a:t>
            </a:r>
          </a:p>
          <a:p>
            <a:pPr marL="0" indent="0">
              <a:buNone/>
            </a:pPr>
            <a:r>
              <a:rPr lang="en-US" sz="550" dirty="0"/>
              <a:t>    const token = </a:t>
            </a:r>
            <a:r>
              <a:rPr lang="en-US" sz="550" dirty="0" err="1"/>
              <a:t>jwt.sign</a:t>
            </a:r>
            <a:r>
              <a:rPr lang="en-US" sz="550" dirty="0"/>
              <a:t>({ _id: </a:t>
            </a:r>
            <a:r>
              <a:rPr lang="en-US" sz="550" dirty="0" err="1"/>
              <a:t>user._id</a:t>
            </a:r>
            <a:r>
              <a:rPr lang="en-US" sz="550" dirty="0"/>
              <a:t> }, </a:t>
            </a:r>
            <a:r>
              <a:rPr lang="en-US" sz="550" dirty="0" err="1"/>
              <a:t>config.jwtSecret</a:t>
            </a:r>
            <a:r>
              <a:rPr lang="en-US" sz="550" dirty="0"/>
              <a:t>);</a:t>
            </a:r>
          </a:p>
          <a:p>
            <a:pPr marL="0" indent="0">
              <a:buNone/>
            </a:pPr>
            <a:r>
              <a:rPr lang="en-US" sz="550" dirty="0"/>
              <a:t>    </a:t>
            </a:r>
            <a:r>
              <a:rPr lang="en-US" sz="550" dirty="0" err="1"/>
              <a:t>res.cookie</a:t>
            </a:r>
            <a:r>
              <a:rPr lang="en-US" sz="550" dirty="0"/>
              <a:t>("t", token, { expire: new Date() + 9999 });</a:t>
            </a:r>
          </a:p>
          <a:p>
            <a:pPr marL="0" indent="0">
              <a:buNone/>
            </a:pPr>
            <a:r>
              <a:rPr lang="en-US" sz="550" dirty="0"/>
              <a:t>    return </a:t>
            </a:r>
            <a:r>
              <a:rPr lang="en-US" sz="550" dirty="0" err="1"/>
              <a:t>res.json</a:t>
            </a:r>
            <a:r>
              <a:rPr lang="en-US" sz="550" dirty="0"/>
              <a:t>({</a:t>
            </a:r>
          </a:p>
          <a:p>
            <a:pPr marL="0" indent="0">
              <a:buNone/>
            </a:pPr>
            <a:r>
              <a:rPr lang="en-US" sz="550" dirty="0"/>
              <a:t>      token,</a:t>
            </a:r>
          </a:p>
          <a:p>
            <a:pPr marL="0" indent="0">
              <a:buNone/>
            </a:pPr>
            <a:r>
              <a:rPr lang="en-US" sz="550" dirty="0"/>
              <a:t>      user: {</a:t>
            </a:r>
          </a:p>
          <a:p>
            <a:pPr marL="0" indent="0">
              <a:buNone/>
            </a:pPr>
            <a:r>
              <a:rPr lang="en-US" sz="550" dirty="0"/>
              <a:t>        _id: </a:t>
            </a:r>
            <a:r>
              <a:rPr lang="en-US" sz="550" dirty="0" err="1"/>
              <a:t>user._id</a:t>
            </a:r>
            <a:r>
              <a:rPr lang="en-US" sz="550" dirty="0"/>
              <a:t>,</a:t>
            </a:r>
          </a:p>
          <a:p>
            <a:pPr marL="0" indent="0">
              <a:buNone/>
            </a:pPr>
            <a:r>
              <a:rPr lang="en-US" sz="550" dirty="0"/>
              <a:t>        name: user.name,</a:t>
            </a:r>
          </a:p>
          <a:p>
            <a:pPr marL="0" indent="0">
              <a:buNone/>
            </a:pPr>
            <a:r>
              <a:rPr lang="en-US" sz="550" dirty="0"/>
              <a:t>        email: </a:t>
            </a:r>
            <a:r>
              <a:rPr lang="en-US" sz="550" dirty="0" err="1"/>
              <a:t>user.email</a:t>
            </a:r>
            <a:r>
              <a:rPr lang="en-US" sz="550" dirty="0"/>
              <a:t>,</a:t>
            </a:r>
          </a:p>
          <a:p>
            <a:pPr marL="0" indent="0">
              <a:buNone/>
            </a:pPr>
            <a:r>
              <a:rPr lang="en-US" sz="550" dirty="0"/>
              <a:t>        </a:t>
            </a:r>
            <a:r>
              <a:rPr lang="en-US" sz="550" dirty="0">
                <a:highlight>
                  <a:srgbClr val="FFFF00"/>
                </a:highlight>
              </a:rPr>
              <a:t>seller: </a:t>
            </a:r>
            <a:r>
              <a:rPr lang="en-US" sz="550" dirty="0" err="1">
                <a:highlight>
                  <a:srgbClr val="FFFF00"/>
                </a:highlight>
              </a:rPr>
              <a:t>user.seller</a:t>
            </a:r>
            <a:r>
              <a:rPr lang="en-US" sz="550" dirty="0">
                <a:highlight>
                  <a:srgbClr val="FFFF00"/>
                </a:highlight>
              </a:rPr>
              <a:t>,</a:t>
            </a:r>
          </a:p>
          <a:p>
            <a:pPr marL="0" indent="0">
              <a:buNone/>
            </a:pPr>
            <a:r>
              <a:rPr lang="en-US" sz="550" dirty="0"/>
              <a:t>      },</a:t>
            </a:r>
          </a:p>
          <a:p>
            <a:pPr marL="0" indent="0">
              <a:buNone/>
            </a:pPr>
            <a:r>
              <a:rPr lang="en-US" sz="550" dirty="0"/>
              <a:t>    });</a:t>
            </a:r>
          </a:p>
          <a:p>
            <a:pPr marL="0" indent="0">
              <a:buNone/>
            </a:pPr>
            <a:r>
              <a:rPr lang="en-US" sz="550" dirty="0"/>
              <a:t>  } catch (err) {</a:t>
            </a:r>
          </a:p>
          <a:p>
            <a:pPr marL="0" indent="0">
              <a:buNone/>
            </a:pPr>
            <a:r>
              <a:rPr lang="en-US" sz="550" dirty="0"/>
              <a:t>    return </a:t>
            </a:r>
            <a:r>
              <a:rPr lang="en-US" sz="550" dirty="0" err="1"/>
              <a:t>res.status</a:t>
            </a:r>
            <a:r>
              <a:rPr lang="en-US" sz="550" dirty="0"/>
              <a:t>(401).</a:t>
            </a:r>
            <a:r>
              <a:rPr lang="en-US" sz="550" dirty="0" err="1"/>
              <a:t>json</a:t>
            </a:r>
            <a:r>
              <a:rPr lang="en-US" sz="550" dirty="0"/>
              <a:t>({ error: "Could not sign in" });</a:t>
            </a:r>
          </a:p>
          <a:p>
            <a:pPr marL="0" indent="0">
              <a:buNone/>
            </a:pPr>
            <a:r>
              <a:rPr lang="en-US" sz="550" dirty="0"/>
              <a:t>  }</a:t>
            </a:r>
          </a:p>
          <a:p>
            <a:pPr marL="0" indent="0">
              <a:buNone/>
            </a:pPr>
            <a:r>
              <a:rPr lang="en-US" sz="550" dirty="0"/>
              <a:t>};</a:t>
            </a:r>
          </a:p>
          <a:p>
            <a:pPr marL="0" indent="0">
              <a:buNone/>
            </a:pPr>
            <a:r>
              <a:rPr lang="en-US" sz="550" dirty="0"/>
              <a:t>const </a:t>
            </a:r>
            <a:r>
              <a:rPr lang="en-US" sz="550" dirty="0" err="1"/>
              <a:t>signout</a:t>
            </a:r>
            <a:r>
              <a:rPr lang="en-US" sz="550" dirty="0"/>
              <a:t> = (req, res) =&gt; {</a:t>
            </a:r>
          </a:p>
          <a:p>
            <a:pPr marL="0" indent="0">
              <a:buNone/>
            </a:pPr>
            <a:r>
              <a:rPr lang="en-US" sz="550" dirty="0"/>
              <a:t>  </a:t>
            </a:r>
            <a:r>
              <a:rPr lang="en-US" sz="550" dirty="0" err="1"/>
              <a:t>res.clearCookie</a:t>
            </a:r>
            <a:r>
              <a:rPr lang="en-US" sz="550" dirty="0"/>
              <a:t>("t");</a:t>
            </a:r>
          </a:p>
          <a:p>
            <a:pPr marL="0" indent="0">
              <a:buNone/>
            </a:pPr>
            <a:r>
              <a:rPr lang="en-US" sz="550" dirty="0"/>
              <a:t>  return </a:t>
            </a:r>
            <a:r>
              <a:rPr lang="en-US" sz="550" dirty="0" err="1"/>
              <a:t>res.status</a:t>
            </a:r>
            <a:r>
              <a:rPr lang="en-US" sz="550" dirty="0"/>
              <a:t>(200).</a:t>
            </a:r>
            <a:r>
              <a:rPr lang="en-US" sz="550" dirty="0" err="1"/>
              <a:t>json</a:t>
            </a:r>
            <a:r>
              <a:rPr lang="en-US" sz="550" dirty="0"/>
              <a:t>({</a:t>
            </a:r>
          </a:p>
          <a:p>
            <a:pPr marL="0" indent="0">
              <a:buNone/>
            </a:pPr>
            <a:r>
              <a:rPr lang="en-US" sz="550" dirty="0"/>
              <a:t>    message: "signed out",</a:t>
            </a:r>
          </a:p>
          <a:p>
            <a:pPr marL="0" indent="0">
              <a:buNone/>
            </a:pPr>
            <a:r>
              <a:rPr lang="en-US" sz="550" dirty="0"/>
              <a:t>  });</a:t>
            </a:r>
          </a:p>
          <a:p>
            <a:pPr marL="0" indent="0">
              <a:buNone/>
            </a:pPr>
            <a:r>
              <a:rPr lang="en-US" sz="550" dirty="0"/>
              <a:t>};</a:t>
            </a:r>
          </a:p>
          <a:p>
            <a:pPr marL="0" indent="0">
              <a:buNone/>
            </a:pPr>
            <a:r>
              <a:rPr lang="en-US" sz="550" dirty="0"/>
              <a:t>const </a:t>
            </a:r>
            <a:r>
              <a:rPr lang="en-US" sz="550" dirty="0" err="1"/>
              <a:t>requireSignin</a:t>
            </a:r>
            <a:r>
              <a:rPr lang="en-US" sz="550" dirty="0"/>
              <a:t> = </a:t>
            </a:r>
            <a:r>
              <a:rPr lang="en-US" sz="550" dirty="0" err="1"/>
              <a:t>expressjwt</a:t>
            </a:r>
            <a:r>
              <a:rPr lang="en-US" sz="550" dirty="0"/>
              <a:t>({</a:t>
            </a:r>
          </a:p>
          <a:p>
            <a:pPr marL="0" indent="0">
              <a:buNone/>
            </a:pPr>
            <a:r>
              <a:rPr lang="en-US" sz="550" dirty="0"/>
              <a:t>  secret: </a:t>
            </a:r>
            <a:r>
              <a:rPr lang="en-US" sz="550" dirty="0" err="1"/>
              <a:t>config.jwtSecret</a:t>
            </a:r>
            <a:r>
              <a:rPr lang="en-US" sz="550" dirty="0"/>
              <a:t>,</a:t>
            </a:r>
          </a:p>
          <a:p>
            <a:pPr marL="0" indent="0">
              <a:buNone/>
            </a:pPr>
            <a:r>
              <a:rPr lang="en-US" sz="550" dirty="0"/>
              <a:t>  algorithms: ["HS256"],</a:t>
            </a:r>
          </a:p>
          <a:p>
            <a:pPr marL="0" indent="0">
              <a:buNone/>
            </a:pPr>
            <a:r>
              <a:rPr lang="en-US" sz="550" dirty="0"/>
              <a:t>  </a:t>
            </a:r>
            <a:r>
              <a:rPr lang="en-US" sz="550" dirty="0" err="1"/>
              <a:t>userProperty</a:t>
            </a:r>
            <a:r>
              <a:rPr lang="en-US" sz="550" dirty="0"/>
              <a:t>: "auth",</a:t>
            </a:r>
          </a:p>
          <a:p>
            <a:pPr marL="0" indent="0">
              <a:buNone/>
            </a:pPr>
            <a:r>
              <a:rPr lang="en-US" sz="550" dirty="0"/>
              <a:t>});</a:t>
            </a:r>
          </a:p>
          <a:p>
            <a:pPr marL="0" indent="0">
              <a:buNone/>
            </a:pPr>
            <a:br>
              <a:rPr lang="en-US" sz="550" dirty="0"/>
            </a:br>
            <a:r>
              <a:rPr lang="en-US" sz="550" dirty="0"/>
              <a:t>const </a:t>
            </a:r>
            <a:r>
              <a:rPr lang="en-US" sz="550" dirty="0" err="1"/>
              <a:t>hasAuthorization</a:t>
            </a:r>
            <a:r>
              <a:rPr lang="en-US" sz="550" dirty="0"/>
              <a:t> = (req, res, next) =&gt; {</a:t>
            </a:r>
          </a:p>
          <a:p>
            <a:pPr marL="0" indent="0">
              <a:buNone/>
            </a:pPr>
            <a:r>
              <a:rPr lang="en-US" sz="550" dirty="0"/>
              <a:t>  const authorized = </a:t>
            </a:r>
            <a:r>
              <a:rPr lang="en-US" sz="550" dirty="0" err="1"/>
              <a:t>req.profile</a:t>
            </a:r>
            <a:r>
              <a:rPr lang="en-US" sz="550" dirty="0"/>
              <a:t> &amp;&amp; </a:t>
            </a:r>
            <a:r>
              <a:rPr lang="en-US" sz="550" dirty="0" err="1"/>
              <a:t>req.auth</a:t>
            </a:r>
            <a:r>
              <a:rPr lang="en-US" sz="550" dirty="0"/>
              <a:t> &amp;&amp; </a:t>
            </a:r>
            <a:r>
              <a:rPr lang="en-US" sz="550" dirty="0" err="1"/>
              <a:t>req.profile._id</a:t>
            </a:r>
            <a:r>
              <a:rPr lang="en-US" sz="550" dirty="0"/>
              <a:t> == </a:t>
            </a:r>
            <a:r>
              <a:rPr lang="en-US" sz="550" dirty="0" err="1"/>
              <a:t>req.auth._id</a:t>
            </a:r>
            <a:r>
              <a:rPr lang="en-US" sz="550" dirty="0"/>
              <a:t>;</a:t>
            </a:r>
          </a:p>
          <a:p>
            <a:pPr marL="0" indent="0">
              <a:buNone/>
            </a:pPr>
            <a:r>
              <a:rPr lang="en-US" sz="550" dirty="0"/>
              <a:t>  if (!authorized) {</a:t>
            </a:r>
          </a:p>
          <a:p>
            <a:pPr marL="0" indent="0">
              <a:buNone/>
            </a:pPr>
            <a:r>
              <a:rPr lang="en-US" sz="550" dirty="0"/>
              <a:t>    return </a:t>
            </a:r>
            <a:r>
              <a:rPr lang="en-US" sz="550" dirty="0" err="1"/>
              <a:t>res.status</a:t>
            </a:r>
            <a:r>
              <a:rPr lang="en-US" sz="550" dirty="0"/>
              <a:t>(403).</a:t>
            </a:r>
            <a:r>
              <a:rPr lang="en-US" sz="550" dirty="0" err="1"/>
              <a:t>json</a:t>
            </a:r>
            <a:r>
              <a:rPr lang="en-US" sz="550" dirty="0"/>
              <a:t>({</a:t>
            </a:r>
          </a:p>
          <a:p>
            <a:pPr marL="0" indent="0">
              <a:buNone/>
            </a:pPr>
            <a:r>
              <a:rPr lang="en-US" sz="550" dirty="0"/>
              <a:t>      error: "User is not authorized",</a:t>
            </a:r>
          </a:p>
          <a:p>
            <a:pPr marL="0" indent="0">
              <a:buNone/>
            </a:pPr>
            <a:r>
              <a:rPr lang="en-US" sz="550" dirty="0"/>
              <a:t>    });</a:t>
            </a:r>
          </a:p>
          <a:p>
            <a:pPr marL="0" indent="0">
              <a:buNone/>
            </a:pPr>
            <a:r>
              <a:rPr lang="en-US" sz="550" dirty="0"/>
              <a:t>  }</a:t>
            </a:r>
          </a:p>
          <a:p>
            <a:pPr marL="0" indent="0">
              <a:buNone/>
            </a:pPr>
            <a:r>
              <a:rPr lang="en-US" sz="550" dirty="0"/>
              <a:t>  next();</a:t>
            </a:r>
          </a:p>
          <a:p>
            <a:pPr marL="0" indent="0">
              <a:buNone/>
            </a:pPr>
            <a:r>
              <a:rPr lang="en-US" sz="550" dirty="0"/>
              <a:t>};</a:t>
            </a:r>
          </a:p>
          <a:p>
            <a:pPr marL="0" indent="0">
              <a:buNone/>
            </a:pPr>
            <a:br>
              <a:rPr lang="en-US" sz="550" dirty="0"/>
            </a:br>
            <a:r>
              <a:rPr lang="en-US" sz="550" dirty="0"/>
              <a:t>export default { </a:t>
            </a:r>
            <a:r>
              <a:rPr lang="en-US" sz="550" dirty="0" err="1"/>
              <a:t>signin</a:t>
            </a:r>
            <a:r>
              <a:rPr lang="en-US" sz="550" dirty="0"/>
              <a:t>, </a:t>
            </a:r>
            <a:r>
              <a:rPr lang="en-US" sz="550" dirty="0" err="1"/>
              <a:t>signout</a:t>
            </a:r>
            <a:r>
              <a:rPr lang="en-US" sz="550" dirty="0"/>
              <a:t>, </a:t>
            </a:r>
            <a:r>
              <a:rPr lang="en-US" sz="550" dirty="0" err="1"/>
              <a:t>requireSignin</a:t>
            </a:r>
            <a:r>
              <a:rPr lang="en-US" sz="550" dirty="0"/>
              <a:t>, </a:t>
            </a:r>
            <a:r>
              <a:rPr lang="en-US" sz="550" dirty="0" err="1"/>
              <a:t>hasAuthorization</a:t>
            </a:r>
            <a:r>
              <a:rPr lang="en-US" sz="550" dirty="0"/>
              <a:t> };</a:t>
            </a:r>
          </a:p>
          <a:p>
            <a:pPr marL="0" indent="0">
              <a:buNone/>
            </a:pPr>
            <a:br>
              <a:rPr lang="en-US" sz="550" dirty="0"/>
            </a:br>
            <a:endParaRPr lang="en-US" sz="550" dirty="0"/>
          </a:p>
          <a:p>
            <a:pPr marL="0" indent="0">
              <a:buNone/>
            </a:pPr>
            <a:endParaRPr lang="en-US" sz="550" dirty="0"/>
          </a:p>
        </p:txBody>
      </p:sp>
      <p:sp>
        <p:nvSpPr>
          <p:cNvPr id="4" name="Date Placeholder 3">
            <a:extLst>
              <a:ext uri="{FF2B5EF4-FFF2-40B4-BE49-F238E27FC236}">
                <a16:creationId xmlns:a16="http://schemas.microsoft.com/office/drawing/2014/main" id="{F29E24FB-76F2-F642-E69F-49D08BE782A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2071A04-0C72-E3F8-C3CB-2C7F0F255F1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7723446C-08BD-CD37-0028-E829E9F0495C}"/>
              </a:ext>
            </a:extLst>
          </p:cNvPr>
          <p:cNvSpPr>
            <a:spLocks noGrp="1"/>
          </p:cNvSpPr>
          <p:nvPr>
            <p:ph type="sldNum" sz="quarter" idx="12"/>
          </p:nvPr>
        </p:nvSpPr>
        <p:spPr/>
        <p:txBody>
          <a:bodyPr/>
          <a:lstStyle/>
          <a:p>
            <a:fld id="{7C5CF243-786F-4254-B068-4C9F0B6EA12F}" type="slidenum">
              <a:rPr lang="en-US" altLang="en-US" smtClean="0"/>
              <a:pPr/>
              <a:t>26</a:t>
            </a:fld>
            <a:endParaRPr lang="en-US" altLang="en-US"/>
          </a:p>
        </p:txBody>
      </p:sp>
    </p:spTree>
    <p:extLst>
      <p:ext uri="{BB962C8B-B14F-4D97-AF65-F5344CB8AC3E}">
        <p14:creationId xmlns:p14="http://schemas.microsoft.com/office/powerpoint/2010/main" val="365133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AC53-9C23-10DB-ABF4-CC2EED1E14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F6718E-D473-7DFD-78FF-99052B998D59}"/>
              </a:ext>
            </a:extLst>
          </p:cNvPr>
          <p:cNvSpPr>
            <a:spLocks noGrp="1"/>
          </p:cNvSpPr>
          <p:nvPr>
            <p:ph idx="1"/>
          </p:nvPr>
        </p:nvSpPr>
        <p:spPr/>
        <p:txBody>
          <a:bodyPr/>
          <a:lstStyle/>
          <a:p>
            <a:r>
              <a:rPr lang="en-US" dirty="0"/>
              <a:t>Using this seller field value, we can render the frontend based on authorizations permitted only to seller accounts. </a:t>
            </a:r>
          </a:p>
          <a:p>
            <a:r>
              <a:rPr lang="en-US" dirty="0"/>
              <a:t>Before rendering views based on seller authorizations, we first need to implement the option to activate seller account features in the </a:t>
            </a:r>
            <a:r>
              <a:rPr lang="en-US" dirty="0" err="1"/>
              <a:t>EditProfile</a:t>
            </a:r>
            <a:r>
              <a:rPr lang="en-US" dirty="0"/>
              <a:t> view, as discussed in the next section.</a:t>
            </a:r>
          </a:p>
        </p:txBody>
      </p:sp>
      <p:sp>
        <p:nvSpPr>
          <p:cNvPr id="4" name="Date Placeholder 3">
            <a:extLst>
              <a:ext uri="{FF2B5EF4-FFF2-40B4-BE49-F238E27FC236}">
                <a16:creationId xmlns:a16="http://schemas.microsoft.com/office/drawing/2014/main" id="{B959001C-29D2-161B-C9D3-11D606DFBCF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A0A2BC8-6B2A-A6DB-E473-153DB72B37B0}"/>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09D9B85-35FB-4C12-29EF-F12EC7A6DD0F}"/>
              </a:ext>
            </a:extLst>
          </p:cNvPr>
          <p:cNvSpPr>
            <a:spLocks noGrp="1"/>
          </p:cNvSpPr>
          <p:nvPr>
            <p:ph type="sldNum" sz="quarter" idx="12"/>
          </p:nvPr>
        </p:nvSpPr>
        <p:spPr/>
        <p:txBody>
          <a:bodyPr/>
          <a:lstStyle/>
          <a:p>
            <a:fld id="{7C5CF243-786F-4254-B068-4C9F0B6EA12F}" type="slidenum">
              <a:rPr lang="en-US" altLang="en-US" smtClean="0"/>
              <a:pPr/>
              <a:t>27</a:t>
            </a:fld>
            <a:endParaRPr lang="en-US" altLang="en-US"/>
          </a:p>
        </p:txBody>
      </p:sp>
    </p:spTree>
    <p:extLst>
      <p:ext uri="{BB962C8B-B14F-4D97-AF65-F5344CB8AC3E}">
        <p14:creationId xmlns:p14="http://schemas.microsoft.com/office/powerpoint/2010/main" val="3292810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7D07-E143-0EEA-2401-09D5353B2B55}"/>
              </a:ext>
            </a:extLst>
          </p:cNvPr>
          <p:cNvSpPr>
            <a:spLocks noGrp="1"/>
          </p:cNvSpPr>
          <p:nvPr>
            <p:ph type="title"/>
          </p:nvPr>
        </p:nvSpPr>
        <p:spPr/>
        <p:txBody>
          <a:bodyPr/>
          <a:lstStyle/>
          <a:p>
            <a:r>
              <a:rPr lang="en-US" dirty="0"/>
              <a:t>Updating the Edit Profile view</a:t>
            </a:r>
          </a:p>
        </p:txBody>
      </p:sp>
      <p:sp>
        <p:nvSpPr>
          <p:cNvPr id="3" name="Content Placeholder 2">
            <a:extLst>
              <a:ext uri="{FF2B5EF4-FFF2-40B4-BE49-F238E27FC236}">
                <a16:creationId xmlns:a16="http://schemas.microsoft.com/office/drawing/2014/main" id="{3572DA98-535C-D3CD-F2D4-2E1614CFE7A6}"/>
              </a:ext>
            </a:extLst>
          </p:cNvPr>
          <p:cNvSpPr>
            <a:spLocks noGrp="1"/>
          </p:cNvSpPr>
          <p:nvPr>
            <p:ph idx="1"/>
          </p:nvPr>
        </p:nvSpPr>
        <p:spPr/>
        <p:txBody>
          <a:bodyPr/>
          <a:lstStyle/>
          <a:p>
            <a:r>
              <a:rPr lang="en-US" dirty="0"/>
              <a:t>A signed-in user will see a toggle in the Edit Profile view, allowing them to either activate or deactivate the seller feature. </a:t>
            </a:r>
          </a:p>
          <a:p>
            <a:r>
              <a:rPr lang="en-US" dirty="0"/>
              <a:t>We will update the </a:t>
            </a:r>
            <a:r>
              <a:rPr lang="en-US" dirty="0" err="1"/>
              <a:t>EditProfile</a:t>
            </a:r>
            <a:r>
              <a:rPr lang="en-US" dirty="0"/>
              <a:t> component to add a Material-UI Switch component in </a:t>
            </a:r>
            <a:r>
              <a:rPr lang="en-US" dirty="0" err="1"/>
              <a:t>FormControlLabel</a:t>
            </a:r>
            <a:r>
              <a:rPr lang="en-US" dirty="0"/>
              <a:t>, as shown in the following code:</a:t>
            </a:r>
          </a:p>
        </p:txBody>
      </p:sp>
      <p:sp>
        <p:nvSpPr>
          <p:cNvPr id="4" name="Date Placeholder 3">
            <a:extLst>
              <a:ext uri="{FF2B5EF4-FFF2-40B4-BE49-F238E27FC236}">
                <a16:creationId xmlns:a16="http://schemas.microsoft.com/office/drawing/2014/main" id="{B2423AD9-4DF5-2DD2-12EE-3CCB32DD198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E9D77F7-3632-E492-5EFC-A2C30605D2B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9FEA75B-2B61-09EF-05E2-CF8DFD84F1E6}"/>
              </a:ext>
            </a:extLst>
          </p:cNvPr>
          <p:cNvSpPr>
            <a:spLocks noGrp="1"/>
          </p:cNvSpPr>
          <p:nvPr>
            <p:ph type="sldNum" sz="quarter" idx="12"/>
          </p:nvPr>
        </p:nvSpPr>
        <p:spPr/>
        <p:txBody>
          <a:bodyPr/>
          <a:lstStyle/>
          <a:p>
            <a:fld id="{7C5CF243-786F-4254-B068-4C9F0B6EA12F}" type="slidenum">
              <a:rPr lang="en-US" altLang="en-US" smtClean="0"/>
              <a:pPr/>
              <a:t>28</a:t>
            </a:fld>
            <a:endParaRPr lang="en-US" altLang="en-US"/>
          </a:p>
        </p:txBody>
      </p:sp>
    </p:spTree>
    <p:extLst>
      <p:ext uri="{BB962C8B-B14F-4D97-AF65-F5344CB8AC3E}">
        <p14:creationId xmlns:p14="http://schemas.microsoft.com/office/powerpoint/2010/main" val="2660710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A5E3-74EA-7344-F238-6AE122C309A1}"/>
              </a:ext>
            </a:extLst>
          </p:cNvPr>
          <p:cNvSpPr>
            <a:spLocks noGrp="1"/>
          </p:cNvSpPr>
          <p:nvPr>
            <p:ph type="title"/>
          </p:nvPr>
        </p:nvSpPr>
        <p:spPr/>
        <p:txBody>
          <a:bodyPr/>
          <a:lstStyle/>
          <a:p>
            <a:br>
              <a:rPr lang="en-US" sz="3000" dirty="0"/>
            </a:br>
            <a:r>
              <a:rPr lang="en-US" sz="3000" b="1" dirty="0" err="1"/>
              <a:t>mern</a:t>
            </a:r>
            <a:r>
              <a:rPr lang="en-US" sz="3000" b="1" dirty="0"/>
              <a:t>-marketplace/client/user/</a:t>
            </a:r>
            <a:r>
              <a:rPr lang="en-US" sz="3000" b="1" dirty="0" err="1"/>
              <a:t>EditProfile.jsx</a:t>
            </a:r>
            <a:r>
              <a:rPr lang="en-US" sz="3000" b="1" dirty="0"/>
              <a:t>:</a:t>
            </a:r>
            <a:br>
              <a:rPr lang="en-US" sz="3000" b="1" dirty="0"/>
            </a:br>
            <a:endParaRPr lang="en-US" sz="3000" b="1" dirty="0"/>
          </a:p>
        </p:txBody>
      </p:sp>
      <p:sp>
        <p:nvSpPr>
          <p:cNvPr id="3" name="Content Placeholder 2">
            <a:extLst>
              <a:ext uri="{FF2B5EF4-FFF2-40B4-BE49-F238E27FC236}">
                <a16:creationId xmlns:a16="http://schemas.microsoft.com/office/drawing/2014/main" id="{405A2AE3-D9A9-F6EF-3BBD-A52B0020DF00}"/>
              </a:ext>
            </a:extLst>
          </p:cNvPr>
          <p:cNvSpPr>
            <a:spLocks noGrp="1"/>
          </p:cNvSpPr>
          <p:nvPr>
            <p:ph idx="1"/>
          </p:nvPr>
        </p:nvSpPr>
        <p:spPr/>
        <p:txBody>
          <a:bodyPr/>
          <a:lstStyle/>
          <a:p>
            <a:pPr marL="0" indent="0">
              <a:buNone/>
            </a:pPr>
            <a:r>
              <a:rPr lang="en-US" sz="2000" b="0" dirty="0">
                <a:solidFill>
                  <a:srgbClr val="008000"/>
                </a:solidFill>
                <a:effectLst/>
                <a:latin typeface="Consolas" panose="020B0609020204030204" pitchFamily="49" charset="0"/>
              </a:rPr>
              <a:t>&lt;Typography variant="subtitle1" </a:t>
            </a:r>
            <a:r>
              <a:rPr lang="en-US" sz="2000" b="0" dirty="0" err="1">
                <a:solidFill>
                  <a:srgbClr val="008000"/>
                </a:solidFill>
                <a:effectLst/>
                <a:latin typeface="Consolas" panose="020B0609020204030204" pitchFamily="49" charset="0"/>
              </a:rPr>
              <a:t>className</a:t>
            </a:r>
            <a:r>
              <a:rPr lang="en-US" sz="2000" b="0" dirty="0">
                <a:solidFill>
                  <a:srgbClr val="008000"/>
                </a:solidFill>
                <a:effectLst/>
                <a:latin typeface="Consolas" panose="020B0609020204030204" pitchFamily="49" charset="0"/>
              </a:rPr>
              <a:t>={</a:t>
            </a:r>
            <a:r>
              <a:rPr lang="en-US" sz="2000" b="0" dirty="0" err="1">
                <a:solidFill>
                  <a:srgbClr val="008000"/>
                </a:solidFill>
                <a:effectLst/>
                <a:latin typeface="Consolas" panose="020B0609020204030204" pitchFamily="49" charset="0"/>
              </a:rPr>
              <a:t>classes.subheading</a:t>
            </a:r>
            <a:r>
              <a:rPr lang="en-US" sz="2000" b="0" dirty="0">
                <a:solidFill>
                  <a:srgbClr val="008000"/>
                </a:solidFill>
                <a:effectLst/>
                <a:latin typeface="Consolas" panose="020B0609020204030204" pitchFamily="49" charset="0"/>
              </a:rPr>
              <a:t>}&gt; </a:t>
            </a:r>
          </a:p>
          <a:p>
            <a:pPr marL="0" indent="0">
              <a:buNone/>
            </a:pPr>
            <a:r>
              <a:rPr lang="en-US" sz="2000" b="0" dirty="0">
                <a:solidFill>
                  <a:srgbClr val="008000"/>
                </a:solidFill>
                <a:effectLst/>
                <a:latin typeface="Consolas" panose="020B0609020204030204" pitchFamily="49" charset="0"/>
              </a:rPr>
              <a:t>Seller Account</a:t>
            </a:r>
          </a:p>
          <a:p>
            <a:pPr marL="0" indent="0">
              <a:buNone/>
            </a:pPr>
            <a:r>
              <a:rPr lang="en-US" sz="2000" b="0" dirty="0">
                <a:solidFill>
                  <a:srgbClr val="008000"/>
                </a:solidFill>
                <a:effectLst/>
                <a:latin typeface="Consolas" panose="020B0609020204030204" pitchFamily="49" charset="0"/>
              </a:rPr>
              <a:t>&lt;/Typography&gt;</a:t>
            </a:r>
          </a:p>
          <a:p>
            <a:pPr marL="0" indent="0">
              <a:buNone/>
            </a:pPr>
            <a:r>
              <a:rPr lang="en-US" sz="2000" b="0" dirty="0">
                <a:solidFill>
                  <a:srgbClr val="008000"/>
                </a:solidFill>
                <a:effectLst/>
                <a:latin typeface="Consolas" panose="020B0609020204030204" pitchFamily="49" charset="0"/>
              </a:rPr>
              <a:t>&lt;</a:t>
            </a:r>
            <a:r>
              <a:rPr lang="en-US" sz="2000" b="0" dirty="0" err="1">
                <a:solidFill>
                  <a:srgbClr val="008000"/>
                </a:solidFill>
                <a:effectLst/>
                <a:latin typeface="Consolas" panose="020B0609020204030204" pitchFamily="49" charset="0"/>
              </a:rPr>
              <a:t>FormControlLabel</a:t>
            </a:r>
            <a:endParaRPr lang="en-US" sz="2000" b="0" dirty="0">
              <a:solidFill>
                <a:srgbClr val="008000"/>
              </a:solidFill>
              <a:effectLst/>
              <a:latin typeface="Consolas" panose="020B0609020204030204" pitchFamily="49" charset="0"/>
            </a:endParaRPr>
          </a:p>
          <a:p>
            <a:pPr marL="0" indent="0">
              <a:buNone/>
            </a:pPr>
            <a:r>
              <a:rPr lang="en-US" sz="2000" b="0" dirty="0">
                <a:solidFill>
                  <a:srgbClr val="008000"/>
                </a:solidFill>
                <a:effectLst/>
                <a:latin typeface="Consolas" panose="020B0609020204030204" pitchFamily="49" charset="0"/>
              </a:rPr>
              <a:t>control={</a:t>
            </a:r>
          </a:p>
          <a:p>
            <a:pPr marL="0" indent="0">
              <a:buNone/>
            </a:pPr>
            <a:r>
              <a:rPr lang="en-US" sz="2000" b="0" dirty="0">
                <a:solidFill>
                  <a:srgbClr val="008000"/>
                </a:solidFill>
                <a:effectLst/>
                <a:latin typeface="Consolas" panose="020B0609020204030204" pitchFamily="49" charset="0"/>
              </a:rPr>
              <a:t>&lt;Switch</a:t>
            </a:r>
          </a:p>
          <a:p>
            <a:pPr marL="0" indent="0">
              <a:buNone/>
            </a:pPr>
            <a:r>
              <a:rPr lang="en-US" sz="2000" b="0" dirty="0">
                <a:solidFill>
                  <a:srgbClr val="008000"/>
                </a:solidFill>
                <a:effectLst/>
                <a:latin typeface="Consolas" panose="020B0609020204030204" pitchFamily="49" charset="0"/>
              </a:rPr>
              <a:t>checked={</a:t>
            </a:r>
            <a:r>
              <a:rPr lang="en-US" sz="2000" b="0" dirty="0" err="1">
                <a:solidFill>
                  <a:srgbClr val="008000"/>
                </a:solidFill>
                <a:effectLst/>
                <a:latin typeface="Consolas" panose="020B0609020204030204" pitchFamily="49" charset="0"/>
              </a:rPr>
              <a:t>values.seller</a:t>
            </a:r>
            <a:r>
              <a:rPr lang="en-US" sz="2000" b="0" dirty="0">
                <a:solidFill>
                  <a:srgbClr val="008000"/>
                </a:solidFill>
                <a:effectLst/>
                <a:latin typeface="Consolas" panose="020B0609020204030204" pitchFamily="49" charset="0"/>
              </a:rPr>
              <a:t>}</a:t>
            </a:r>
          </a:p>
          <a:p>
            <a:pPr marL="0" indent="0">
              <a:buNone/>
            </a:pPr>
            <a:r>
              <a:rPr lang="en-US" sz="2000" b="0" dirty="0" err="1">
                <a:solidFill>
                  <a:srgbClr val="008000"/>
                </a:solidFill>
                <a:effectLst/>
                <a:latin typeface="Consolas" panose="020B0609020204030204" pitchFamily="49" charset="0"/>
              </a:rPr>
              <a:t>onChange</a:t>
            </a:r>
            <a:r>
              <a:rPr lang="en-US" sz="2000" b="0" dirty="0">
                <a:solidFill>
                  <a:srgbClr val="008000"/>
                </a:solidFill>
                <a:effectLst/>
                <a:latin typeface="Consolas" panose="020B0609020204030204" pitchFamily="49" charset="0"/>
              </a:rPr>
              <a:t>={</a:t>
            </a:r>
            <a:r>
              <a:rPr lang="en-US" sz="2000" b="0" dirty="0" err="1">
                <a:solidFill>
                  <a:srgbClr val="008000"/>
                </a:solidFill>
                <a:effectLst/>
                <a:latin typeface="Consolas" panose="020B0609020204030204" pitchFamily="49" charset="0"/>
              </a:rPr>
              <a:t>handleCheck</a:t>
            </a:r>
            <a:r>
              <a:rPr lang="en-US" sz="2000" b="0" dirty="0">
                <a:solidFill>
                  <a:srgbClr val="008000"/>
                </a:solidFill>
                <a:effectLst/>
                <a:latin typeface="Consolas" panose="020B0609020204030204" pitchFamily="49" charset="0"/>
              </a:rPr>
              <a:t>}</a:t>
            </a:r>
          </a:p>
          <a:p>
            <a:pPr marL="0" indent="0">
              <a:buNone/>
            </a:pPr>
            <a:r>
              <a:rPr lang="en-US" sz="2000" b="0" dirty="0">
                <a:solidFill>
                  <a:srgbClr val="008000"/>
                </a:solidFill>
                <a:effectLst/>
                <a:latin typeface="Consolas" panose="020B0609020204030204" pitchFamily="49" charset="0"/>
              </a:rPr>
              <a:t>/&gt;</a:t>
            </a:r>
          </a:p>
          <a:p>
            <a:pPr marL="0" indent="0">
              <a:buNone/>
            </a:pPr>
            <a:r>
              <a:rPr lang="en-US" sz="2000" b="0" dirty="0">
                <a:solidFill>
                  <a:srgbClr val="008000"/>
                </a:solidFill>
                <a:effectLst/>
                <a:latin typeface="Consolas" panose="020B0609020204030204" pitchFamily="49" charset="0"/>
              </a:rPr>
              <a:t>}</a:t>
            </a:r>
          </a:p>
          <a:p>
            <a:pPr marL="0" indent="0">
              <a:buNone/>
            </a:pPr>
            <a:r>
              <a:rPr lang="en-US" sz="2000" b="0" dirty="0">
                <a:solidFill>
                  <a:srgbClr val="008000"/>
                </a:solidFill>
                <a:effectLst/>
                <a:latin typeface="Consolas" panose="020B0609020204030204" pitchFamily="49" charset="0"/>
              </a:rPr>
              <a:t>label={</a:t>
            </a:r>
            <a:r>
              <a:rPr lang="en-US" sz="2000" b="0" dirty="0" err="1">
                <a:solidFill>
                  <a:srgbClr val="008000"/>
                </a:solidFill>
                <a:effectLst/>
                <a:latin typeface="Consolas" panose="020B0609020204030204" pitchFamily="49" charset="0"/>
              </a:rPr>
              <a:t>values.seller</a:t>
            </a:r>
            <a:r>
              <a:rPr lang="en-US" sz="2000" b="0" dirty="0">
                <a:solidFill>
                  <a:srgbClr val="008000"/>
                </a:solidFill>
                <a:effectLst/>
                <a:latin typeface="Consolas" panose="020B0609020204030204" pitchFamily="49" charset="0"/>
              </a:rPr>
              <a:t>? 'Active' : 'Inactive'} </a:t>
            </a:r>
          </a:p>
          <a:p>
            <a:pPr marL="0" indent="0">
              <a:buNone/>
            </a:pPr>
            <a:r>
              <a:rPr lang="en-US" sz="2000" b="0" dirty="0">
                <a:solidFill>
                  <a:srgbClr val="008000"/>
                </a:solidFill>
                <a:effectLst/>
                <a:latin typeface="Consolas" panose="020B0609020204030204" pitchFamily="49" charset="0"/>
              </a:rPr>
              <a:t>/&gt;</a:t>
            </a:r>
          </a:p>
          <a:p>
            <a:endParaRPr lang="en-US" dirty="0"/>
          </a:p>
        </p:txBody>
      </p:sp>
      <p:sp>
        <p:nvSpPr>
          <p:cNvPr id="4" name="Date Placeholder 3">
            <a:extLst>
              <a:ext uri="{FF2B5EF4-FFF2-40B4-BE49-F238E27FC236}">
                <a16:creationId xmlns:a16="http://schemas.microsoft.com/office/drawing/2014/main" id="{615DE955-7509-3097-C605-71EA5ABE29A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95D71F8-53FA-4C07-C231-3A2D228F8CD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7876561-C547-6F29-22A2-F4DD42DC0748}"/>
              </a:ext>
            </a:extLst>
          </p:cNvPr>
          <p:cNvSpPr>
            <a:spLocks noGrp="1"/>
          </p:cNvSpPr>
          <p:nvPr>
            <p:ph type="sldNum" sz="quarter" idx="12"/>
          </p:nvPr>
        </p:nvSpPr>
        <p:spPr/>
        <p:txBody>
          <a:bodyPr/>
          <a:lstStyle/>
          <a:p>
            <a:fld id="{7C5CF243-786F-4254-B068-4C9F0B6EA12F}" type="slidenum">
              <a:rPr lang="en-US" altLang="en-US" smtClean="0"/>
              <a:pPr/>
              <a:t>29</a:t>
            </a:fld>
            <a:endParaRPr lang="en-US" altLang="en-US"/>
          </a:p>
        </p:txBody>
      </p:sp>
    </p:spTree>
    <p:extLst>
      <p:ext uri="{BB962C8B-B14F-4D97-AF65-F5344CB8AC3E}">
        <p14:creationId xmlns:p14="http://schemas.microsoft.com/office/powerpoint/2010/main" val="117054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33C6-9769-02B4-00B8-4FD872E3A0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6EB8E6-1E2E-1094-DE42-33E36F629BD9}"/>
              </a:ext>
            </a:extLst>
          </p:cNvPr>
          <p:cNvSpPr>
            <a:spLocks noGrp="1"/>
          </p:cNvSpPr>
          <p:nvPr>
            <p:ph idx="1"/>
          </p:nvPr>
        </p:nvSpPr>
        <p:spPr/>
        <p:txBody>
          <a:bodyPr/>
          <a:lstStyle/>
          <a:p>
            <a:r>
              <a:rPr lang="en-US" dirty="0"/>
              <a:t>Any changes to the switch will be set to the value of the seller in state by calling the </a:t>
            </a:r>
            <a:r>
              <a:rPr lang="en-US" dirty="0" err="1"/>
              <a:t>handleCheck</a:t>
            </a:r>
            <a:r>
              <a:rPr lang="en-US" dirty="0"/>
              <a:t> method. </a:t>
            </a:r>
          </a:p>
          <a:p>
            <a:r>
              <a:rPr lang="en-US" dirty="0"/>
              <a:t>The </a:t>
            </a:r>
            <a:r>
              <a:rPr lang="en-US" dirty="0" err="1"/>
              <a:t>handleCheck</a:t>
            </a:r>
            <a:r>
              <a:rPr lang="en-US" dirty="0"/>
              <a:t> method is implemented as shown here:</a:t>
            </a:r>
          </a:p>
          <a:p>
            <a:pPr marL="0" indent="0">
              <a:buNone/>
            </a:pPr>
            <a:r>
              <a:rPr lang="en-US" dirty="0" err="1"/>
              <a:t>mern</a:t>
            </a:r>
            <a:r>
              <a:rPr lang="en-US" dirty="0"/>
              <a:t>-marketplace/client/user/</a:t>
            </a:r>
            <a:r>
              <a:rPr lang="en-US" dirty="0" err="1"/>
              <a:t>EditProfile.jsx</a:t>
            </a:r>
            <a:r>
              <a:rPr lang="en-US" dirty="0"/>
              <a:t>:</a:t>
            </a:r>
          </a:p>
          <a:p>
            <a:r>
              <a:rPr lang="en-US" dirty="0"/>
              <a:t>const </a:t>
            </a:r>
            <a:r>
              <a:rPr lang="en-US" dirty="0" err="1"/>
              <a:t>handleCheck</a:t>
            </a:r>
            <a:r>
              <a:rPr lang="en-US" dirty="0"/>
              <a:t> = (event, checked) =&gt; { </a:t>
            </a:r>
          </a:p>
          <a:p>
            <a:r>
              <a:rPr lang="en-US" dirty="0" err="1"/>
              <a:t>setValues</a:t>
            </a:r>
            <a:r>
              <a:rPr lang="en-US" dirty="0"/>
              <a:t>({...values, seller: checked})</a:t>
            </a:r>
          </a:p>
          <a:p>
            <a:r>
              <a:rPr lang="en-US" dirty="0"/>
              <a:t>}</a:t>
            </a:r>
          </a:p>
          <a:p>
            <a:endParaRPr lang="en-US" dirty="0"/>
          </a:p>
          <a:p>
            <a:r>
              <a:rPr lang="en-US" dirty="0"/>
              <a:t>When the form to edit profile details is submitted, the seller value is also added to details sent in the update to the server, as highlighted in the following code:</a:t>
            </a:r>
          </a:p>
        </p:txBody>
      </p:sp>
      <p:sp>
        <p:nvSpPr>
          <p:cNvPr id="4" name="Date Placeholder 3">
            <a:extLst>
              <a:ext uri="{FF2B5EF4-FFF2-40B4-BE49-F238E27FC236}">
                <a16:creationId xmlns:a16="http://schemas.microsoft.com/office/drawing/2014/main" id="{73D3731E-4C31-C3A3-2CC7-88D4D6259E0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50789AC-DAD5-A841-EB4F-F7A1D368DBD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B2AE9B4-908D-BEAB-FCC6-635AAAF93125}"/>
              </a:ext>
            </a:extLst>
          </p:cNvPr>
          <p:cNvSpPr>
            <a:spLocks noGrp="1"/>
          </p:cNvSpPr>
          <p:nvPr>
            <p:ph type="sldNum" sz="quarter" idx="12"/>
          </p:nvPr>
        </p:nvSpPr>
        <p:spPr/>
        <p:txBody>
          <a:bodyPr/>
          <a:lstStyle/>
          <a:p>
            <a:fld id="{7C5CF243-786F-4254-B068-4C9F0B6EA12F}" type="slidenum">
              <a:rPr lang="en-US" altLang="en-US" smtClean="0"/>
              <a:pPr/>
              <a:t>30</a:t>
            </a:fld>
            <a:endParaRPr lang="en-US" altLang="en-US"/>
          </a:p>
        </p:txBody>
      </p:sp>
    </p:spTree>
    <p:extLst>
      <p:ext uri="{BB962C8B-B14F-4D97-AF65-F5344CB8AC3E}">
        <p14:creationId xmlns:p14="http://schemas.microsoft.com/office/powerpoint/2010/main" val="3563472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9087-3596-D055-D694-958BAEF106F2}"/>
              </a:ext>
            </a:extLst>
          </p:cNvPr>
          <p:cNvSpPr>
            <a:spLocks noGrp="1"/>
          </p:cNvSpPr>
          <p:nvPr>
            <p:ph type="title"/>
          </p:nvPr>
        </p:nvSpPr>
        <p:spPr/>
        <p:txBody>
          <a:bodyPr/>
          <a:lstStyle/>
          <a:p>
            <a:br>
              <a:rPr lang="en-US" sz="3200" b="1" dirty="0"/>
            </a:br>
            <a:r>
              <a:rPr lang="en-US" sz="3200" b="1" dirty="0"/>
              <a:t>Updated </a:t>
            </a:r>
            <a:r>
              <a:rPr lang="en-US" sz="3200" b="1" dirty="0" err="1"/>
              <a:t>mern</a:t>
            </a:r>
            <a:r>
              <a:rPr lang="en-US" sz="3200" b="1" dirty="0"/>
              <a:t>-marketplace/client/user/</a:t>
            </a:r>
            <a:r>
              <a:rPr lang="en-US" sz="3200" b="1" dirty="0" err="1"/>
              <a:t>EditProfile.jsx</a:t>
            </a:r>
            <a:r>
              <a:rPr lang="en-US" sz="3200" b="1" dirty="0"/>
              <a:t>:</a:t>
            </a:r>
            <a:br>
              <a:rPr lang="en-US" sz="4000" dirty="0"/>
            </a:br>
            <a:endParaRPr lang="en-US" dirty="0"/>
          </a:p>
        </p:txBody>
      </p:sp>
      <p:sp>
        <p:nvSpPr>
          <p:cNvPr id="3" name="Content Placeholder 2">
            <a:extLst>
              <a:ext uri="{FF2B5EF4-FFF2-40B4-BE49-F238E27FC236}">
                <a16:creationId xmlns:a16="http://schemas.microsoft.com/office/drawing/2014/main" id="{7E4BD358-DF2D-DC11-E1E8-942E51FC02F4}"/>
              </a:ext>
            </a:extLst>
          </p:cNvPr>
          <p:cNvSpPr>
            <a:spLocks noGrp="1"/>
          </p:cNvSpPr>
          <p:nvPr>
            <p:ph idx="1"/>
          </p:nvPr>
        </p:nvSpPr>
        <p:spPr/>
        <p:txBody>
          <a:bodyPr/>
          <a:lstStyle/>
          <a:p>
            <a:pPr marL="0" indent="0">
              <a:buNone/>
            </a:pPr>
            <a:r>
              <a:rPr lang="en-US" sz="160" dirty="0"/>
              <a:t>import React, { </a:t>
            </a:r>
            <a:r>
              <a:rPr lang="en-US" sz="160" dirty="0" err="1"/>
              <a:t>useState</a:t>
            </a:r>
            <a:r>
              <a:rPr lang="en-US" sz="160" dirty="0"/>
              <a:t>, </a:t>
            </a:r>
            <a:r>
              <a:rPr lang="en-US" sz="160" dirty="0" err="1"/>
              <a:t>useEffect</a:t>
            </a:r>
            <a:r>
              <a:rPr lang="en-US" sz="160" dirty="0"/>
              <a:t> } from "react";</a:t>
            </a:r>
          </a:p>
          <a:p>
            <a:pPr marL="0" indent="0">
              <a:buNone/>
            </a:pPr>
            <a:r>
              <a:rPr lang="en-US" sz="160" dirty="0"/>
              <a:t>import {</a:t>
            </a:r>
          </a:p>
          <a:p>
            <a:pPr marL="0" indent="0">
              <a:buNone/>
            </a:pPr>
            <a:r>
              <a:rPr lang="en-US" sz="160" dirty="0"/>
              <a:t>  Card,</a:t>
            </a:r>
          </a:p>
          <a:p>
            <a:pPr marL="0" indent="0">
              <a:buNone/>
            </a:pPr>
            <a:r>
              <a:rPr lang="en-US" sz="160" dirty="0"/>
              <a:t>  </a:t>
            </a:r>
            <a:r>
              <a:rPr lang="en-US" sz="160" dirty="0" err="1"/>
              <a:t>CardActions</a:t>
            </a:r>
            <a:r>
              <a:rPr lang="en-US" sz="160" dirty="0"/>
              <a:t>,</a:t>
            </a:r>
          </a:p>
          <a:p>
            <a:pPr marL="0" indent="0">
              <a:buNone/>
            </a:pPr>
            <a:r>
              <a:rPr lang="en-US" sz="160" dirty="0"/>
              <a:t>  </a:t>
            </a:r>
            <a:r>
              <a:rPr lang="en-US" sz="160" dirty="0" err="1"/>
              <a:t>CardContent</a:t>
            </a:r>
            <a:r>
              <a:rPr lang="en-US" sz="160" dirty="0"/>
              <a:t>,</a:t>
            </a:r>
          </a:p>
          <a:p>
            <a:pPr marL="0" indent="0">
              <a:buNone/>
            </a:pPr>
            <a:r>
              <a:rPr lang="en-US" sz="160" dirty="0"/>
              <a:t>  Button,</a:t>
            </a:r>
          </a:p>
          <a:p>
            <a:pPr marL="0" indent="0">
              <a:buNone/>
            </a:pPr>
            <a:r>
              <a:rPr lang="en-US" sz="160" dirty="0"/>
              <a:t>  </a:t>
            </a:r>
            <a:r>
              <a:rPr lang="en-US" sz="160" dirty="0" err="1"/>
              <a:t>TextField</a:t>
            </a:r>
            <a:r>
              <a:rPr lang="en-US" sz="160" dirty="0"/>
              <a:t>,</a:t>
            </a:r>
          </a:p>
          <a:p>
            <a:pPr marL="0" indent="0">
              <a:buNone/>
            </a:pPr>
            <a:r>
              <a:rPr lang="en-US" sz="160" dirty="0"/>
              <a:t>  Typography,</a:t>
            </a:r>
          </a:p>
          <a:p>
            <a:pPr marL="0" indent="0">
              <a:buNone/>
            </a:pPr>
            <a:r>
              <a:rPr lang="en-US" sz="160" dirty="0"/>
              <a:t>  Icon,</a:t>
            </a:r>
          </a:p>
          <a:p>
            <a:pPr marL="0" indent="0">
              <a:buNone/>
            </a:pPr>
            <a:r>
              <a:rPr lang="en-US" sz="160" dirty="0"/>
              <a:t>} from "@</a:t>
            </a:r>
            <a:r>
              <a:rPr lang="en-US" sz="160" dirty="0" err="1"/>
              <a:t>mui</a:t>
            </a:r>
            <a:r>
              <a:rPr lang="en-US" sz="160" dirty="0"/>
              <a:t>/material";</a:t>
            </a:r>
          </a:p>
          <a:p>
            <a:pPr marL="0" indent="0">
              <a:buNone/>
            </a:pPr>
            <a:r>
              <a:rPr lang="en-US" sz="160" dirty="0"/>
              <a:t>import </a:t>
            </a:r>
            <a:r>
              <a:rPr lang="en-US" sz="160" dirty="0" err="1"/>
              <a:t>FormControlLabel</a:t>
            </a:r>
            <a:r>
              <a:rPr lang="en-US" sz="160" dirty="0"/>
              <a:t> from "@</a:t>
            </a:r>
            <a:r>
              <a:rPr lang="en-US" sz="160" dirty="0" err="1"/>
              <a:t>mui</a:t>
            </a:r>
            <a:r>
              <a:rPr lang="en-US" sz="160" dirty="0"/>
              <a:t>/material/</a:t>
            </a:r>
            <a:r>
              <a:rPr lang="en-US" sz="160" dirty="0" err="1"/>
              <a:t>FormControlLabel</a:t>
            </a:r>
            <a:r>
              <a:rPr lang="en-US" sz="160" dirty="0"/>
              <a:t>";</a:t>
            </a:r>
          </a:p>
          <a:p>
            <a:pPr marL="0" indent="0">
              <a:buNone/>
            </a:pPr>
            <a:r>
              <a:rPr lang="en-US" sz="160" dirty="0"/>
              <a:t>import Switch from "@</a:t>
            </a:r>
            <a:r>
              <a:rPr lang="en-US" sz="160" dirty="0" err="1"/>
              <a:t>mui</a:t>
            </a:r>
            <a:r>
              <a:rPr lang="en-US" sz="160" dirty="0"/>
              <a:t>/material/Switch";</a:t>
            </a:r>
          </a:p>
          <a:p>
            <a:pPr marL="0" indent="0">
              <a:buNone/>
            </a:pPr>
            <a:r>
              <a:rPr lang="en-US" sz="160" dirty="0"/>
              <a:t>import auth from "../lib/auth-helper.js";</a:t>
            </a:r>
          </a:p>
          <a:p>
            <a:pPr marL="0" indent="0">
              <a:buNone/>
            </a:pPr>
            <a:r>
              <a:rPr lang="en-US" sz="160" dirty="0"/>
              <a:t>import { read, update } from "./api-user.js";</a:t>
            </a:r>
          </a:p>
          <a:p>
            <a:pPr marL="0" indent="0">
              <a:buNone/>
            </a:pPr>
            <a:r>
              <a:rPr lang="en-US" sz="160" dirty="0"/>
              <a:t>import { Navigate, </a:t>
            </a:r>
            <a:r>
              <a:rPr lang="en-US" sz="160" dirty="0" err="1"/>
              <a:t>useParams</a:t>
            </a:r>
            <a:r>
              <a:rPr lang="en-US" sz="160" dirty="0"/>
              <a:t> } from "react-router-</a:t>
            </a:r>
            <a:r>
              <a:rPr lang="en-US" sz="160" dirty="0" err="1"/>
              <a:t>dom</a:t>
            </a:r>
            <a:r>
              <a:rPr lang="en-US" sz="160" dirty="0"/>
              <a:t>";</a:t>
            </a:r>
          </a:p>
          <a:p>
            <a:pPr marL="0" indent="0">
              <a:buNone/>
            </a:pPr>
            <a:br>
              <a:rPr lang="en-US" sz="160" dirty="0"/>
            </a:br>
            <a:r>
              <a:rPr lang="en-US" sz="160" dirty="0"/>
              <a:t>export default function </a:t>
            </a:r>
            <a:r>
              <a:rPr lang="en-US" sz="160" dirty="0" err="1"/>
              <a:t>EditProfile</a:t>
            </a:r>
            <a:r>
              <a:rPr lang="en-US" sz="160" dirty="0"/>
              <a:t>() {</a:t>
            </a:r>
          </a:p>
          <a:p>
            <a:pPr marL="0" indent="0">
              <a:buNone/>
            </a:pPr>
            <a:r>
              <a:rPr lang="en-US" sz="160" dirty="0"/>
              <a:t>  const { </a:t>
            </a:r>
            <a:r>
              <a:rPr lang="en-US" sz="160" dirty="0" err="1"/>
              <a:t>userId</a:t>
            </a:r>
            <a:r>
              <a:rPr lang="en-US" sz="160" dirty="0"/>
              <a:t> } = </a:t>
            </a:r>
            <a:r>
              <a:rPr lang="en-US" sz="160" dirty="0" err="1"/>
              <a:t>useParams</a:t>
            </a:r>
            <a:r>
              <a:rPr lang="en-US" sz="160" dirty="0"/>
              <a:t>();</a:t>
            </a:r>
          </a:p>
          <a:p>
            <a:pPr marL="0" indent="0">
              <a:buNone/>
            </a:pPr>
            <a:r>
              <a:rPr lang="en-US" sz="160" dirty="0"/>
              <a:t>  const [values, </a:t>
            </a:r>
            <a:r>
              <a:rPr lang="en-US" sz="160" dirty="0" err="1"/>
              <a:t>setValues</a:t>
            </a:r>
            <a:r>
              <a:rPr lang="en-US" sz="160" dirty="0"/>
              <a:t>] = </a:t>
            </a:r>
            <a:r>
              <a:rPr lang="en-US" sz="160" dirty="0" err="1"/>
              <a:t>useState</a:t>
            </a:r>
            <a:r>
              <a:rPr lang="en-US" sz="160" dirty="0"/>
              <a:t>({</a:t>
            </a:r>
          </a:p>
          <a:p>
            <a:pPr marL="0" indent="0">
              <a:buNone/>
            </a:pPr>
            <a:r>
              <a:rPr lang="en-US" sz="160" dirty="0"/>
              <a:t>    name: "",</a:t>
            </a:r>
          </a:p>
          <a:p>
            <a:pPr marL="0" indent="0">
              <a:buNone/>
            </a:pPr>
            <a:r>
              <a:rPr lang="en-US" sz="160" dirty="0"/>
              <a:t>    password: "",</a:t>
            </a:r>
          </a:p>
          <a:p>
            <a:pPr marL="0" indent="0">
              <a:buNone/>
            </a:pPr>
            <a:r>
              <a:rPr lang="en-US" sz="160" dirty="0"/>
              <a:t>    email: "",</a:t>
            </a:r>
          </a:p>
          <a:p>
            <a:pPr marL="0" indent="0">
              <a:buNone/>
            </a:pPr>
            <a:r>
              <a:rPr lang="en-US" sz="160" dirty="0"/>
              <a:t>    //open: false,</a:t>
            </a:r>
          </a:p>
          <a:p>
            <a:pPr marL="0" indent="0">
              <a:buNone/>
            </a:pPr>
            <a:r>
              <a:rPr lang="en-US" sz="160" dirty="0"/>
              <a:t>    seller: false,</a:t>
            </a:r>
          </a:p>
          <a:p>
            <a:pPr marL="0" indent="0">
              <a:buNone/>
            </a:pPr>
            <a:r>
              <a:rPr lang="en-US" sz="160" dirty="0"/>
              <a:t>    error: "",</a:t>
            </a:r>
          </a:p>
          <a:p>
            <a:pPr marL="0" indent="0">
              <a:buNone/>
            </a:pPr>
            <a:r>
              <a:rPr lang="en-US" sz="160" dirty="0"/>
              <a:t>    </a:t>
            </a:r>
            <a:r>
              <a:rPr lang="en-US" sz="160" dirty="0" err="1"/>
              <a:t>NavigateToProfile</a:t>
            </a:r>
            <a:r>
              <a:rPr lang="en-US" sz="160" dirty="0"/>
              <a:t>: false,</a:t>
            </a:r>
          </a:p>
          <a:p>
            <a:pPr marL="0" indent="0">
              <a:buNone/>
            </a:pPr>
            <a:r>
              <a:rPr lang="en-US" sz="160" dirty="0"/>
              <a:t>  });</a:t>
            </a:r>
          </a:p>
          <a:p>
            <a:pPr marL="0" indent="0">
              <a:buNone/>
            </a:pPr>
            <a:br>
              <a:rPr lang="en-US" sz="160" dirty="0"/>
            </a:br>
            <a:r>
              <a:rPr lang="en-US" sz="160" dirty="0"/>
              <a:t>  const </a:t>
            </a:r>
            <a:r>
              <a:rPr lang="en-US" sz="160" dirty="0" err="1"/>
              <a:t>jwt</a:t>
            </a:r>
            <a:r>
              <a:rPr lang="en-US" sz="160" dirty="0"/>
              <a:t> = </a:t>
            </a:r>
            <a:r>
              <a:rPr lang="en-US" sz="160" dirty="0" err="1"/>
              <a:t>auth.isAuthenticated</a:t>
            </a:r>
            <a:r>
              <a:rPr lang="en-US" sz="160" dirty="0"/>
              <a:t>();</a:t>
            </a:r>
          </a:p>
          <a:p>
            <a:pPr marL="0" indent="0">
              <a:buNone/>
            </a:pPr>
            <a:br>
              <a:rPr lang="en-US" sz="160" dirty="0"/>
            </a:br>
            <a:r>
              <a:rPr lang="en-US" sz="160" dirty="0"/>
              <a:t>  </a:t>
            </a:r>
            <a:r>
              <a:rPr lang="en-US" sz="160" dirty="0" err="1"/>
              <a:t>useEffect</a:t>
            </a:r>
            <a:r>
              <a:rPr lang="en-US" sz="160" dirty="0"/>
              <a:t>(() =&gt; {</a:t>
            </a:r>
          </a:p>
          <a:p>
            <a:pPr marL="0" indent="0">
              <a:buNone/>
            </a:pPr>
            <a:r>
              <a:rPr lang="en-US" sz="160" dirty="0"/>
              <a:t>    const </a:t>
            </a:r>
            <a:r>
              <a:rPr lang="en-US" sz="160" dirty="0" err="1"/>
              <a:t>abortController</a:t>
            </a:r>
            <a:r>
              <a:rPr lang="en-US" sz="160" dirty="0"/>
              <a:t> = new </a:t>
            </a:r>
            <a:r>
              <a:rPr lang="en-US" sz="160" dirty="0" err="1"/>
              <a:t>AbortController</a:t>
            </a:r>
            <a:r>
              <a:rPr lang="en-US" sz="160" dirty="0"/>
              <a:t>();</a:t>
            </a:r>
          </a:p>
          <a:p>
            <a:pPr marL="0" indent="0">
              <a:buNone/>
            </a:pPr>
            <a:r>
              <a:rPr lang="en-US" sz="160" dirty="0"/>
              <a:t>    const signal = </a:t>
            </a:r>
            <a:r>
              <a:rPr lang="en-US" sz="160" dirty="0" err="1"/>
              <a:t>abortController.signal</a:t>
            </a:r>
            <a:r>
              <a:rPr lang="en-US" sz="160" dirty="0"/>
              <a:t>;</a:t>
            </a:r>
          </a:p>
          <a:p>
            <a:pPr marL="0" indent="0">
              <a:buNone/>
            </a:pPr>
            <a:br>
              <a:rPr lang="en-US" sz="160" dirty="0"/>
            </a:br>
            <a:r>
              <a:rPr lang="en-US" sz="160" dirty="0"/>
              <a:t>    read(</a:t>
            </a:r>
          </a:p>
          <a:p>
            <a:pPr marL="0" indent="0">
              <a:buNone/>
            </a:pPr>
            <a:r>
              <a:rPr lang="en-US" sz="160" dirty="0"/>
              <a:t>      {</a:t>
            </a:r>
          </a:p>
          <a:p>
            <a:pPr marL="0" indent="0">
              <a:buNone/>
            </a:pPr>
            <a:r>
              <a:rPr lang="en-US" sz="160" dirty="0"/>
              <a:t>        //</a:t>
            </a:r>
            <a:r>
              <a:rPr lang="en-US" sz="160" dirty="0" err="1"/>
              <a:t>userId</a:t>
            </a:r>
            <a:endParaRPr lang="en-US" sz="160" dirty="0"/>
          </a:p>
          <a:p>
            <a:pPr marL="0" indent="0">
              <a:buNone/>
            </a:pPr>
            <a:r>
              <a:rPr lang="en-US" sz="160" dirty="0"/>
              <a:t>        </a:t>
            </a:r>
            <a:r>
              <a:rPr lang="en-US" sz="160" dirty="0" err="1"/>
              <a:t>userId</a:t>
            </a:r>
            <a:r>
              <a:rPr lang="en-US" sz="160" dirty="0"/>
              <a:t>: </a:t>
            </a:r>
            <a:r>
              <a:rPr lang="en-US" sz="160" dirty="0" err="1"/>
              <a:t>jwt.user._id</a:t>
            </a:r>
            <a:r>
              <a:rPr lang="en-US" sz="160" dirty="0"/>
              <a:t>,</a:t>
            </a:r>
          </a:p>
          <a:p>
            <a:pPr marL="0" indent="0">
              <a:buNone/>
            </a:pPr>
            <a:r>
              <a:rPr lang="en-US" sz="160" dirty="0"/>
              <a:t>      },</a:t>
            </a:r>
          </a:p>
          <a:p>
            <a:pPr marL="0" indent="0">
              <a:buNone/>
            </a:pPr>
            <a:r>
              <a:rPr lang="en-US" sz="160" dirty="0"/>
              <a:t>      { t: </a:t>
            </a:r>
            <a:r>
              <a:rPr lang="en-US" sz="160" dirty="0" err="1"/>
              <a:t>jwt.token</a:t>
            </a:r>
            <a:r>
              <a:rPr lang="en-US" sz="160" dirty="0"/>
              <a:t> },</a:t>
            </a:r>
          </a:p>
          <a:p>
            <a:pPr marL="0" indent="0">
              <a:buNone/>
            </a:pPr>
            <a:r>
              <a:rPr lang="en-US" sz="160" dirty="0"/>
              <a:t>      signal</a:t>
            </a:r>
          </a:p>
          <a:p>
            <a:pPr marL="0" indent="0">
              <a:buNone/>
            </a:pPr>
            <a:r>
              <a:rPr lang="en-US" sz="160" dirty="0"/>
              <a:t>    ).then((data) =&gt; {</a:t>
            </a:r>
          </a:p>
          <a:p>
            <a:pPr marL="0" indent="0">
              <a:buNone/>
            </a:pPr>
            <a:r>
              <a:rPr lang="en-US" sz="160" dirty="0"/>
              <a:t>      if (</a:t>
            </a:r>
            <a:r>
              <a:rPr lang="en-US" sz="160" dirty="0" err="1"/>
              <a:t>data?.error</a:t>
            </a:r>
            <a:r>
              <a:rPr lang="en-US" sz="160" dirty="0"/>
              <a:t>)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error: </a:t>
            </a:r>
            <a:r>
              <a:rPr lang="en-US" sz="160" dirty="0" err="1"/>
              <a:t>data.error</a:t>
            </a:r>
            <a:r>
              <a:rPr lang="en-US" sz="160" dirty="0"/>
              <a:t> }));</a:t>
            </a:r>
          </a:p>
          <a:p>
            <a:pPr marL="0" indent="0">
              <a:buNone/>
            </a:pPr>
            <a:r>
              <a:rPr lang="en-US" sz="160" dirty="0"/>
              <a:t>      } else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name: data.name, email: </a:t>
            </a:r>
            <a:r>
              <a:rPr lang="en-US" sz="160" dirty="0" err="1"/>
              <a:t>data.email</a:t>
            </a:r>
            <a:r>
              <a:rPr lang="en-US" sz="160" dirty="0"/>
              <a:t>, seller: </a:t>
            </a:r>
            <a:r>
              <a:rPr lang="en-US" sz="160" dirty="0" err="1"/>
              <a:t>data.seller</a:t>
            </a:r>
            <a:r>
              <a:rPr lang="en-US" sz="160" dirty="0"/>
              <a:t> }));</a:t>
            </a:r>
          </a:p>
          <a:p>
            <a:pPr marL="0" indent="0">
              <a:buNone/>
            </a:pPr>
            <a:r>
              <a:rPr lang="en-US" sz="160" dirty="0"/>
              <a:t>      }</a:t>
            </a:r>
          </a:p>
          <a:p>
            <a:pPr marL="0" indent="0">
              <a:buNone/>
            </a:pPr>
            <a:r>
              <a:rPr lang="en-US" sz="160" dirty="0"/>
              <a:t>    });</a:t>
            </a:r>
          </a:p>
          <a:p>
            <a:pPr marL="0" indent="0">
              <a:buNone/>
            </a:pPr>
            <a:br>
              <a:rPr lang="en-US" sz="160" dirty="0"/>
            </a:br>
            <a:r>
              <a:rPr lang="en-US" sz="160" dirty="0"/>
              <a:t>    return () =&gt; </a:t>
            </a:r>
            <a:r>
              <a:rPr lang="en-US" sz="160" dirty="0" err="1"/>
              <a:t>abortController.abort</a:t>
            </a:r>
            <a:r>
              <a:rPr lang="en-US" sz="160" dirty="0"/>
              <a:t>();</a:t>
            </a:r>
          </a:p>
          <a:p>
            <a:pPr marL="0" indent="0">
              <a:buNone/>
            </a:pPr>
            <a:r>
              <a:rPr lang="en-US" sz="160" dirty="0"/>
              <a:t>  //}, [</a:t>
            </a:r>
            <a:r>
              <a:rPr lang="en-US" sz="160" dirty="0" err="1"/>
              <a:t>userId</a:t>
            </a:r>
            <a:r>
              <a:rPr lang="en-US" sz="160" dirty="0"/>
              <a:t>]);</a:t>
            </a:r>
          </a:p>
          <a:p>
            <a:pPr marL="0" indent="0">
              <a:buNone/>
            </a:pPr>
            <a:r>
              <a:rPr lang="en-US" sz="160" dirty="0"/>
              <a:t>}, [</a:t>
            </a:r>
            <a:r>
              <a:rPr lang="en-US" sz="160" dirty="0" err="1"/>
              <a:t>jwt.user._id</a:t>
            </a:r>
            <a:r>
              <a:rPr lang="en-US" sz="160" dirty="0"/>
              <a:t>]);</a:t>
            </a:r>
          </a:p>
          <a:p>
            <a:pPr marL="0" indent="0">
              <a:buNone/>
            </a:pPr>
            <a:br>
              <a:rPr lang="en-US" sz="160" dirty="0"/>
            </a:br>
            <a:br>
              <a:rPr lang="en-US" sz="160" dirty="0"/>
            </a:br>
            <a:r>
              <a:rPr lang="en-US" sz="160" dirty="0"/>
              <a:t>  const </a:t>
            </a:r>
            <a:r>
              <a:rPr lang="en-US" sz="160" dirty="0" err="1"/>
              <a:t>clickSubmit</a:t>
            </a:r>
            <a:r>
              <a:rPr lang="en-US" sz="160" dirty="0"/>
              <a:t> = () =&gt; {</a:t>
            </a:r>
          </a:p>
          <a:p>
            <a:pPr marL="0" indent="0">
              <a:buNone/>
            </a:pPr>
            <a:r>
              <a:rPr lang="en-US" sz="160" dirty="0"/>
              <a:t>    const user = {</a:t>
            </a:r>
          </a:p>
          <a:p>
            <a:pPr marL="0" indent="0">
              <a:buNone/>
            </a:pPr>
            <a:r>
              <a:rPr lang="en-US" sz="160" dirty="0"/>
              <a:t>      name: values.name || undefined,</a:t>
            </a:r>
          </a:p>
          <a:p>
            <a:pPr marL="0" indent="0">
              <a:buNone/>
            </a:pPr>
            <a:r>
              <a:rPr lang="en-US" sz="160" dirty="0"/>
              <a:t>      email: </a:t>
            </a:r>
            <a:r>
              <a:rPr lang="en-US" sz="160" dirty="0" err="1"/>
              <a:t>values.email</a:t>
            </a:r>
            <a:r>
              <a:rPr lang="en-US" sz="160" dirty="0"/>
              <a:t> || undefined,</a:t>
            </a:r>
          </a:p>
          <a:p>
            <a:pPr marL="0" indent="0">
              <a:buNone/>
            </a:pPr>
            <a:r>
              <a:rPr lang="en-US" sz="160" dirty="0"/>
              <a:t>      password: </a:t>
            </a:r>
            <a:r>
              <a:rPr lang="en-US" sz="160" dirty="0" err="1"/>
              <a:t>values.password</a:t>
            </a:r>
            <a:r>
              <a:rPr lang="en-US" sz="160" dirty="0"/>
              <a:t> || undefined,</a:t>
            </a:r>
          </a:p>
          <a:p>
            <a:pPr marL="0" indent="0">
              <a:buNone/>
            </a:pPr>
            <a:r>
              <a:rPr lang="en-US" sz="160" dirty="0"/>
              <a:t>      seller: </a:t>
            </a:r>
            <a:r>
              <a:rPr lang="en-US" sz="160" dirty="0" err="1"/>
              <a:t>values.seller</a:t>
            </a:r>
            <a:r>
              <a:rPr lang="en-US" sz="160" dirty="0"/>
              <a:t> || false,</a:t>
            </a:r>
          </a:p>
          <a:p>
            <a:pPr marL="0" indent="0">
              <a:buNone/>
            </a:pPr>
            <a:r>
              <a:rPr lang="en-US" sz="160" dirty="0"/>
              <a:t>    };</a:t>
            </a:r>
          </a:p>
          <a:p>
            <a:pPr marL="0" indent="0">
              <a:buNone/>
            </a:pPr>
            <a:br>
              <a:rPr lang="en-US" sz="160" dirty="0"/>
            </a:br>
            <a:r>
              <a:rPr lang="en-US" sz="160" dirty="0"/>
              <a:t>    update(</a:t>
            </a:r>
          </a:p>
          <a:p>
            <a:pPr marL="0" indent="0">
              <a:buNone/>
            </a:pPr>
            <a:r>
              <a:rPr lang="en-US" sz="160" dirty="0"/>
              <a:t>      {</a:t>
            </a:r>
          </a:p>
          <a:p>
            <a:pPr marL="0" indent="0">
              <a:buNone/>
            </a:pPr>
            <a:r>
              <a:rPr lang="en-US" sz="160" dirty="0"/>
              <a:t>        //</a:t>
            </a:r>
            <a:r>
              <a:rPr lang="en-US" sz="160" dirty="0" err="1"/>
              <a:t>userId</a:t>
            </a:r>
            <a:endParaRPr lang="en-US" sz="160" dirty="0"/>
          </a:p>
          <a:p>
            <a:pPr marL="0" indent="0">
              <a:buNone/>
            </a:pPr>
            <a:r>
              <a:rPr lang="en-US" sz="160" dirty="0"/>
              <a:t>        </a:t>
            </a:r>
            <a:r>
              <a:rPr lang="en-US" sz="160" dirty="0" err="1"/>
              <a:t>userId</a:t>
            </a:r>
            <a:r>
              <a:rPr lang="en-US" sz="160" dirty="0"/>
              <a:t>: </a:t>
            </a:r>
            <a:r>
              <a:rPr lang="en-US" sz="160" dirty="0" err="1"/>
              <a:t>jwt.user._id</a:t>
            </a:r>
            <a:r>
              <a:rPr lang="en-US" sz="160" dirty="0"/>
              <a:t>,</a:t>
            </a:r>
          </a:p>
          <a:p>
            <a:pPr marL="0" indent="0">
              <a:buNone/>
            </a:pPr>
            <a:r>
              <a:rPr lang="en-US" sz="160" dirty="0"/>
              <a:t>      },</a:t>
            </a:r>
          </a:p>
          <a:p>
            <a:pPr marL="0" indent="0">
              <a:buNone/>
            </a:pPr>
            <a:r>
              <a:rPr lang="en-US" sz="160" dirty="0"/>
              <a:t>      { t: </a:t>
            </a:r>
            <a:r>
              <a:rPr lang="en-US" sz="160" dirty="0" err="1"/>
              <a:t>jwt.token</a:t>
            </a:r>
            <a:r>
              <a:rPr lang="en-US" sz="160" dirty="0"/>
              <a:t> },</a:t>
            </a:r>
          </a:p>
          <a:p>
            <a:pPr marL="0" indent="0">
              <a:buNone/>
            </a:pPr>
            <a:r>
              <a:rPr lang="en-US" sz="160" dirty="0"/>
              <a:t>      user</a:t>
            </a:r>
          </a:p>
          <a:p>
            <a:pPr marL="0" indent="0">
              <a:buNone/>
            </a:pPr>
            <a:r>
              <a:rPr lang="en-US" sz="160" dirty="0"/>
              <a:t>    ).then((data) =&gt; {</a:t>
            </a:r>
          </a:p>
          <a:p>
            <a:pPr marL="0" indent="0">
              <a:buNone/>
            </a:pPr>
            <a:r>
              <a:rPr lang="en-US" sz="160" dirty="0"/>
              <a:t>      if (</a:t>
            </a:r>
            <a:r>
              <a:rPr lang="en-US" sz="160" dirty="0" err="1"/>
              <a:t>data?.error</a:t>
            </a:r>
            <a:r>
              <a:rPr lang="en-US" sz="160" dirty="0"/>
              <a:t>)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error: </a:t>
            </a:r>
            <a:r>
              <a:rPr lang="en-US" sz="160" dirty="0" err="1"/>
              <a:t>data.error</a:t>
            </a:r>
            <a:r>
              <a:rPr lang="en-US" sz="160" dirty="0"/>
              <a:t> }));</a:t>
            </a:r>
          </a:p>
          <a:p>
            <a:pPr marL="0" indent="0">
              <a:buNone/>
            </a:pPr>
            <a:r>
              <a:rPr lang="en-US" sz="160" dirty="0"/>
              <a:t>      } else {</a:t>
            </a:r>
          </a:p>
          <a:p>
            <a:pPr marL="0" indent="0">
              <a:buNone/>
            </a:pPr>
            <a:r>
              <a:rPr lang="en-US" sz="160" dirty="0"/>
              <a:t>        </a:t>
            </a:r>
            <a:r>
              <a:rPr lang="en-US" sz="160" dirty="0" err="1"/>
              <a:t>auth.updateUser</a:t>
            </a:r>
            <a:r>
              <a:rPr lang="en-US" sz="160" dirty="0"/>
              <a:t>(data, () =&gt; {</a:t>
            </a:r>
          </a:p>
          <a:p>
            <a:pPr marL="0" indent="0">
              <a:buNone/>
            </a:pPr>
            <a:r>
              <a:rPr lang="en-US" sz="160" dirty="0"/>
              <a:t>          </a:t>
            </a:r>
            <a:r>
              <a:rPr lang="en-US" sz="160" dirty="0" err="1"/>
              <a:t>setValues</a:t>
            </a:r>
            <a:r>
              <a:rPr lang="en-US" sz="160" dirty="0"/>
              <a:t>({</a:t>
            </a:r>
          </a:p>
          <a:p>
            <a:pPr marL="0" indent="0">
              <a:buNone/>
            </a:pPr>
            <a:r>
              <a:rPr lang="en-US" sz="160" dirty="0"/>
              <a:t>            ...values,</a:t>
            </a:r>
          </a:p>
          <a:p>
            <a:pPr marL="0" indent="0">
              <a:buNone/>
            </a:pPr>
            <a:r>
              <a:rPr lang="en-US" sz="160" dirty="0"/>
              <a:t>            </a:t>
            </a:r>
            <a:r>
              <a:rPr lang="en-US" sz="160" dirty="0" err="1"/>
              <a:t>userId</a:t>
            </a:r>
            <a:r>
              <a:rPr lang="en-US" sz="160" dirty="0"/>
              <a:t>: </a:t>
            </a:r>
            <a:r>
              <a:rPr lang="en-US" sz="160" dirty="0" err="1"/>
              <a:t>data._id</a:t>
            </a:r>
            <a:r>
              <a:rPr lang="en-US" sz="160" dirty="0"/>
              <a:t>,</a:t>
            </a:r>
          </a:p>
          <a:p>
            <a:pPr marL="0" indent="0">
              <a:buNone/>
            </a:pPr>
            <a:r>
              <a:rPr lang="en-US" sz="160" dirty="0"/>
              <a:t>            </a:t>
            </a:r>
            <a:r>
              <a:rPr lang="en-US" sz="160" dirty="0" err="1"/>
              <a:t>NavigateToProfile</a:t>
            </a:r>
            <a:r>
              <a:rPr lang="en-US" sz="160" dirty="0"/>
              <a:t>: true,</a:t>
            </a:r>
          </a:p>
          <a:p>
            <a:pPr marL="0" indent="0">
              <a:buNone/>
            </a:pPr>
            <a:r>
              <a:rPr lang="en-US" sz="160" dirty="0"/>
              <a:t>          });</a:t>
            </a:r>
          </a:p>
          <a:p>
            <a:pPr marL="0" indent="0">
              <a:buNone/>
            </a:pPr>
            <a:r>
              <a:rPr lang="en-US" sz="160" dirty="0"/>
              <a:t>        });</a:t>
            </a:r>
          </a:p>
          <a:p>
            <a:pPr marL="0" indent="0">
              <a:buNone/>
            </a:pPr>
            <a:r>
              <a:rPr lang="en-US" sz="160" dirty="0"/>
              <a:t>      }</a:t>
            </a:r>
          </a:p>
          <a:p>
            <a:pPr marL="0" indent="0">
              <a:buNone/>
            </a:pPr>
            <a:r>
              <a:rPr lang="en-US" sz="160" dirty="0"/>
              <a:t>    });</a:t>
            </a:r>
          </a:p>
          <a:p>
            <a:pPr marL="0" indent="0">
              <a:buNone/>
            </a:pPr>
            <a:r>
              <a:rPr lang="en-US" sz="160" dirty="0"/>
              <a:t>  };</a:t>
            </a:r>
          </a:p>
          <a:p>
            <a:pPr marL="0" indent="0">
              <a:buNone/>
            </a:pPr>
            <a:br>
              <a:rPr lang="en-US" sz="160" dirty="0"/>
            </a:br>
            <a:r>
              <a:rPr lang="en-US" sz="160" dirty="0"/>
              <a:t>  const </a:t>
            </a:r>
            <a:r>
              <a:rPr lang="en-US" sz="160" dirty="0" err="1"/>
              <a:t>handleChange</a:t>
            </a:r>
            <a:r>
              <a:rPr lang="en-US" sz="160" dirty="0"/>
              <a:t> = (name) =&gt; (event) =&gt; {</a:t>
            </a:r>
          </a:p>
          <a:p>
            <a:pPr marL="0" indent="0">
              <a:buNone/>
            </a:pPr>
            <a:r>
              <a:rPr lang="en-US" sz="160" dirty="0"/>
              <a:t>    </a:t>
            </a:r>
            <a:r>
              <a:rPr lang="en-US" sz="160" dirty="0" err="1"/>
              <a:t>setValues</a:t>
            </a:r>
            <a:r>
              <a:rPr lang="en-US" sz="160" dirty="0"/>
              <a:t>({ ...values, [name]: </a:t>
            </a:r>
            <a:r>
              <a:rPr lang="en-US" sz="160" dirty="0" err="1"/>
              <a:t>event.target.value</a:t>
            </a:r>
            <a:r>
              <a:rPr lang="en-US" sz="160" dirty="0"/>
              <a:t> });</a:t>
            </a:r>
          </a:p>
          <a:p>
            <a:pPr marL="0" indent="0">
              <a:buNone/>
            </a:pPr>
            <a:r>
              <a:rPr lang="en-US" sz="160" dirty="0"/>
              <a:t>  };</a:t>
            </a:r>
          </a:p>
          <a:p>
            <a:pPr marL="0" indent="0">
              <a:buNone/>
            </a:pPr>
            <a:br>
              <a:rPr lang="en-US" sz="160" dirty="0"/>
            </a:br>
            <a:r>
              <a:rPr lang="en-US" sz="160" dirty="0"/>
              <a:t>  </a:t>
            </a:r>
            <a:r>
              <a:rPr lang="en-US" sz="160" dirty="0">
                <a:highlight>
                  <a:srgbClr val="FFFF00"/>
                </a:highlight>
              </a:rPr>
              <a:t>const </a:t>
            </a:r>
            <a:r>
              <a:rPr lang="en-US" sz="160" dirty="0" err="1">
                <a:highlight>
                  <a:srgbClr val="FFFF00"/>
                </a:highlight>
              </a:rPr>
              <a:t>handleCheck</a:t>
            </a:r>
            <a:r>
              <a:rPr lang="en-US" sz="160" dirty="0">
                <a:highlight>
                  <a:srgbClr val="FFFF00"/>
                </a:highlight>
              </a:rPr>
              <a:t> = (event, checked) =&gt; {</a:t>
            </a:r>
          </a:p>
          <a:p>
            <a:pPr marL="0" indent="0">
              <a:buNone/>
            </a:pPr>
            <a:r>
              <a:rPr lang="en-US" sz="160" dirty="0">
                <a:highlight>
                  <a:srgbClr val="FFFF00"/>
                </a:highlight>
              </a:rPr>
              <a:t>    </a:t>
            </a:r>
            <a:r>
              <a:rPr lang="en-US" sz="160" dirty="0" err="1">
                <a:highlight>
                  <a:srgbClr val="FFFF00"/>
                </a:highlight>
              </a:rPr>
              <a:t>setValues</a:t>
            </a:r>
            <a:r>
              <a:rPr lang="en-US" sz="160" dirty="0">
                <a:highlight>
                  <a:srgbClr val="FFFF00"/>
                </a:highlight>
              </a:rPr>
              <a:t>({ ...values, seller: checked });</a:t>
            </a:r>
          </a:p>
          <a:p>
            <a:pPr marL="0" indent="0">
              <a:buNone/>
            </a:pPr>
            <a:r>
              <a:rPr lang="en-US" sz="160" dirty="0">
                <a:highlight>
                  <a:srgbClr val="FFFF00"/>
                </a:highlight>
              </a:rPr>
              <a:t>  };</a:t>
            </a:r>
          </a:p>
          <a:p>
            <a:pPr marL="0" indent="0">
              <a:buNone/>
            </a:pPr>
            <a:br>
              <a:rPr lang="en-US" sz="160" dirty="0"/>
            </a:br>
            <a:r>
              <a:rPr lang="en-US" sz="160" dirty="0"/>
              <a:t>  if (</a:t>
            </a:r>
            <a:r>
              <a:rPr lang="en-US" sz="160" dirty="0" err="1"/>
              <a:t>values.NavigateToProfile</a:t>
            </a:r>
            <a:r>
              <a:rPr lang="en-US" sz="160" dirty="0"/>
              <a:t>) {</a:t>
            </a:r>
          </a:p>
          <a:p>
            <a:pPr marL="0" indent="0">
              <a:buNone/>
            </a:pPr>
            <a:r>
              <a:rPr lang="en-US" sz="160" dirty="0"/>
              <a:t>    return &lt;Navigate to={`/user/${</a:t>
            </a:r>
            <a:r>
              <a:rPr lang="en-US" sz="160" dirty="0" err="1"/>
              <a:t>values.userId</a:t>
            </a:r>
            <a:r>
              <a:rPr lang="en-US" sz="160" dirty="0"/>
              <a:t>}`} /&gt;;</a:t>
            </a:r>
          </a:p>
          <a:p>
            <a:pPr marL="0" indent="0">
              <a:buNone/>
            </a:pPr>
            <a:r>
              <a:rPr lang="en-US" sz="160" dirty="0"/>
              <a:t>  }</a:t>
            </a:r>
          </a:p>
          <a:p>
            <a:pPr marL="0" indent="0">
              <a:buNone/>
            </a:pPr>
            <a:br>
              <a:rPr lang="en-US" sz="160" dirty="0"/>
            </a:br>
            <a:r>
              <a:rPr lang="en-US" sz="160" dirty="0"/>
              <a:t>  return (</a:t>
            </a:r>
          </a:p>
          <a:p>
            <a:pPr marL="0" indent="0">
              <a:buNone/>
            </a:pPr>
            <a:r>
              <a:rPr lang="en-US" sz="160" dirty="0"/>
              <a:t>    &lt;Card</a:t>
            </a:r>
          </a:p>
          <a:p>
            <a:pPr marL="0" indent="0">
              <a:buNone/>
            </a:pPr>
            <a:r>
              <a:rPr lang="en-US" sz="160" dirty="0"/>
              <a:t>      </a:t>
            </a:r>
            <a:r>
              <a:rPr lang="en-US" sz="160" dirty="0" err="1"/>
              <a:t>sx</a:t>
            </a:r>
            <a:r>
              <a:rPr lang="en-US" sz="160" dirty="0"/>
              <a:t>={{</a:t>
            </a:r>
          </a:p>
          <a:p>
            <a:pPr marL="0" indent="0">
              <a:buNone/>
            </a:pPr>
            <a:r>
              <a:rPr lang="en-US" sz="160" dirty="0"/>
              <a:t>        </a:t>
            </a:r>
            <a:r>
              <a:rPr lang="en-US" sz="160" dirty="0" err="1"/>
              <a:t>maxWidth</a:t>
            </a:r>
            <a:r>
              <a:rPr lang="en-US" sz="160" dirty="0"/>
              <a:t>: 600,</a:t>
            </a:r>
          </a:p>
          <a:p>
            <a:pPr marL="0" indent="0">
              <a:buNone/>
            </a:pPr>
            <a:r>
              <a:rPr lang="en-US" sz="160" dirty="0"/>
              <a:t>        mx: "auto",</a:t>
            </a:r>
          </a:p>
          <a:p>
            <a:pPr marL="0" indent="0">
              <a:buNone/>
            </a:pPr>
            <a:r>
              <a:rPr lang="en-US" sz="160" dirty="0"/>
              <a:t>        mt: 5,</a:t>
            </a:r>
          </a:p>
          <a:p>
            <a:pPr marL="0" indent="0">
              <a:buNone/>
            </a:pPr>
            <a:r>
              <a:rPr lang="en-US" sz="160" dirty="0"/>
              <a:t>        </a:t>
            </a:r>
            <a:r>
              <a:rPr lang="en-US" sz="160" dirty="0" err="1"/>
              <a:t>textAlign</a:t>
            </a:r>
            <a:r>
              <a:rPr lang="en-US" sz="160" dirty="0"/>
              <a:t>: "center",</a:t>
            </a:r>
          </a:p>
          <a:p>
            <a:pPr marL="0" indent="0">
              <a:buNone/>
            </a:pPr>
            <a:r>
              <a:rPr lang="en-US" sz="160" dirty="0"/>
              <a:t>        pb: 2,</a:t>
            </a:r>
          </a:p>
          <a:p>
            <a:pPr marL="0" indent="0">
              <a:buNone/>
            </a:pPr>
            <a:r>
              <a:rPr lang="en-US" sz="160" dirty="0"/>
              <a:t>      }}</a:t>
            </a:r>
          </a:p>
          <a:p>
            <a:pPr marL="0" indent="0">
              <a:buNone/>
            </a:pPr>
            <a:r>
              <a:rPr lang="en-US" sz="160" dirty="0"/>
              <a:t>    &gt;</a:t>
            </a:r>
          </a:p>
          <a:p>
            <a:pPr marL="0" indent="0">
              <a:buNone/>
            </a:pPr>
            <a:r>
              <a:rPr lang="en-US" sz="160" dirty="0"/>
              <a:t>      &lt;</a:t>
            </a:r>
            <a:r>
              <a:rPr lang="en-US" sz="160" dirty="0" err="1"/>
              <a:t>CardContent</a:t>
            </a:r>
            <a:r>
              <a:rPr lang="en-US" sz="160" dirty="0"/>
              <a:t>&gt;</a:t>
            </a:r>
          </a:p>
          <a:p>
            <a:pPr marL="0" indent="0">
              <a:buNone/>
            </a:pPr>
            <a:r>
              <a:rPr lang="en-US" sz="160" dirty="0"/>
              <a:t>        &lt;Typography variant="h6" </a:t>
            </a:r>
            <a:r>
              <a:rPr lang="en-US" sz="160" dirty="0" err="1"/>
              <a:t>sx</a:t>
            </a:r>
            <a:r>
              <a:rPr lang="en-US" sz="160" dirty="0"/>
              <a:t>={{ mt: 2, mb: 2, color: "</a:t>
            </a:r>
            <a:r>
              <a:rPr lang="en-US" sz="160" dirty="0" err="1"/>
              <a:t>text.primary</a:t>
            </a:r>
            <a:r>
              <a:rPr lang="en-US" sz="160" dirty="0"/>
              <a:t>" }}&gt;</a:t>
            </a:r>
          </a:p>
          <a:p>
            <a:pPr marL="0" indent="0">
              <a:buNone/>
            </a:pPr>
            <a:r>
              <a:rPr lang="en-US" sz="160" dirty="0"/>
              <a:t>          Edit Profile</a:t>
            </a:r>
          </a:p>
          <a:p>
            <a:pPr marL="0" indent="0">
              <a:buNone/>
            </a:pPr>
            <a:r>
              <a:rPr lang="en-US" sz="160" dirty="0"/>
              <a:t>        &lt;/Typography&gt;</a:t>
            </a:r>
          </a:p>
          <a:p>
            <a:pPr marL="0" indent="0">
              <a:buNone/>
            </a:pPr>
            <a:br>
              <a:rPr lang="en-US" sz="160" dirty="0"/>
            </a:br>
            <a:r>
              <a:rPr lang="en-US" sz="160" dirty="0"/>
              <a:t>        &lt;</a:t>
            </a:r>
            <a:r>
              <a:rPr lang="en-US" sz="160" dirty="0" err="1"/>
              <a:t>TextField</a:t>
            </a:r>
            <a:endParaRPr lang="en-US" sz="160" dirty="0"/>
          </a:p>
          <a:p>
            <a:pPr marL="0" indent="0">
              <a:buNone/>
            </a:pPr>
            <a:r>
              <a:rPr lang="en-US" sz="160" dirty="0"/>
              <a:t>          id="name"</a:t>
            </a:r>
          </a:p>
          <a:p>
            <a:pPr marL="0" indent="0">
              <a:buNone/>
            </a:pPr>
            <a:r>
              <a:rPr lang="en-US" sz="160" dirty="0"/>
              <a:t>          label="Name"</a:t>
            </a:r>
          </a:p>
          <a:p>
            <a:pPr marL="0" indent="0">
              <a:buNone/>
            </a:pPr>
            <a:r>
              <a:rPr lang="en-US" sz="160" dirty="0"/>
              <a:t>          value={values.name}</a:t>
            </a:r>
          </a:p>
          <a:p>
            <a:pPr marL="0" indent="0">
              <a:buNone/>
            </a:pPr>
            <a:r>
              <a:rPr lang="en-US" sz="160" dirty="0"/>
              <a:t>          </a:t>
            </a:r>
            <a:r>
              <a:rPr lang="en-US" sz="160" dirty="0" err="1"/>
              <a:t>onChange</a:t>
            </a:r>
            <a:r>
              <a:rPr lang="en-US" sz="160" dirty="0"/>
              <a:t>={</a:t>
            </a:r>
            <a:r>
              <a:rPr lang="en-US" sz="160" dirty="0" err="1"/>
              <a:t>handleChange</a:t>
            </a:r>
            <a:r>
              <a:rPr lang="en-US" sz="160" dirty="0"/>
              <a:t>("name")}</a:t>
            </a:r>
          </a:p>
          <a:p>
            <a:pPr marL="0" indent="0">
              <a:buNone/>
            </a:pPr>
            <a:r>
              <a:rPr lang="en-US" sz="160" dirty="0"/>
              <a:t>          margin="normal"</a:t>
            </a:r>
          </a:p>
          <a:p>
            <a:pPr marL="0" indent="0">
              <a:buNone/>
            </a:pPr>
            <a:r>
              <a:rPr lang="en-US" sz="160" dirty="0"/>
              <a:t>          </a:t>
            </a:r>
            <a:r>
              <a:rPr lang="en-US" sz="160" dirty="0" err="1"/>
              <a:t>sx</a:t>
            </a:r>
            <a:r>
              <a:rPr lang="en-US" sz="160" dirty="0"/>
              <a:t>={{ mx: 1, width: 300 }}</a:t>
            </a:r>
          </a:p>
          <a:p>
            <a:pPr marL="0" indent="0">
              <a:buNone/>
            </a:pPr>
            <a:r>
              <a:rPr lang="en-US" sz="160" dirty="0"/>
              <a:t>        /&gt;</a:t>
            </a:r>
          </a:p>
          <a:p>
            <a:pPr marL="0" indent="0">
              <a:buNone/>
            </a:pPr>
            <a:r>
              <a:rPr lang="en-US" sz="160" dirty="0"/>
              <a:t>        &lt;</a:t>
            </a:r>
            <a:r>
              <a:rPr lang="en-US" sz="160" dirty="0" err="1"/>
              <a:t>br</a:t>
            </a:r>
            <a:r>
              <a:rPr lang="en-US" sz="160" dirty="0"/>
              <a:t> /&gt;</a:t>
            </a:r>
          </a:p>
          <a:p>
            <a:pPr marL="0" indent="0">
              <a:buNone/>
            </a:pPr>
            <a:br>
              <a:rPr lang="en-US" sz="160" dirty="0"/>
            </a:br>
            <a:r>
              <a:rPr lang="en-US" sz="160" dirty="0"/>
              <a:t>        &lt;</a:t>
            </a:r>
            <a:r>
              <a:rPr lang="en-US" sz="160" dirty="0" err="1"/>
              <a:t>TextField</a:t>
            </a:r>
            <a:endParaRPr lang="en-US" sz="160" dirty="0"/>
          </a:p>
          <a:p>
            <a:pPr marL="0" indent="0">
              <a:buNone/>
            </a:pPr>
            <a:r>
              <a:rPr lang="en-US" sz="160" dirty="0"/>
              <a:t>          id="email"</a:t>
            </a:r>
          </a:p>
          <a:p>
            <a:pPr marL="0" indent="0">
              <a:buNone/>
            </a:pPr>
            <a:r>
              <a:rPr lang="en-US" sz="160" dirty="0"/>
              <a:t>          type="email"</a:t>
            </a:r>
          </a:p>
          <a:p>
            <a:pPr marL="0" indent="0">
              <a:buNone/>
            </a:pPr>
            <a:r>
              <a:rPr lang="en-US" sz="160" dirty="0"/>
              <a:t>          label="Email"</a:t>
            </a:r>
          </a:p>
          <a:p>
            <a:pPr marL="0" indent="0">
              <a:buNone/>
            </a:pPr>
            <a:r>
              <a:rPr lang="en-US" sz="160" dirty="0"/>
              <a:t>          value={</a:t>
            </a:r>
            <a:r>
              <a:rPr lang="en-US" sz="160" dirty="0" err="1"/>
              <a:t>values.email</a:t>
            </a:r>
            <a:r>
              <a:rPr lang="en-US" sz="160" dirty="0"/>
              <a:t>}</a:t>
            </a:r>
          </a:p>
          <a:p>
            <a:pPr marL="0" indent="0">
              <a:buNone/>
            </a:pPr>
            <a:r>
              <a:rPr lang="en-US" sz="160" dirty="0"/>
              <a:t>          </a:t>
            </a:r>
            <a:r>
              <a:rPr lang="en-US" sz="160" dirty="0" err="1"/>
              <a:t>onChange</a:t>
            </a:r>
            <a:r>
              <a:rPr lang="en-US" sz="160" dirty="0"/>
              <a:t>={</a:t>
            </a:r>
            <a:r>
              <a:rPr lang="en-US" sz="160" dirty="0" err="1"/>
              <a:t>handleChange</a:t>
            </a:r>
            <a:r>
              <a:rPr lang="en-US" sz="160" dirty="0"/>
              <a:t>("email")}</a:t>
            </a:r>
          </a:p>
          <a:p>
            <a:pPr marL="0" indent="0">
              <a:buNone/>
            </a:pPr>
            <a:r>
              <a:rPr lang="en-US" sz="160" dirty="0"/>
              <a:t>          margin="normal"</a:t>
            </a:r>
          </a:p>
          <a:p>
            <a:pPr marL="0" indent="0">
              <a:buNone/>
            </a:pPr>
            <a:r>
              <a:rPr lang="en-US" sz="160" dirty="0"/>
              <a:t>          </a:t>
            </a:r>
            <a:r>
              <a:rPr lang="en-US" sz="160" dirty="0" err="1"/>
              <a:t>sx</a:t>
            </a:r>
            <a:r>
              <a:rPr lang="en-US" sz="160" dirty="0"/>
              <a:t>={{ mx: 1, width: 300 }}</a:t>
            </a:r>
          </a:p>
          <a:p>
            <a:pPr marL="0" indent="0">
              <a:buNone/>
            </a:pPr>
            <a:r>
              <a:rPr lang="en-US" sz="160" dirty="0"/>
              <a:t>        /&gt;</a:t>
            </a:r>
          </a:p>
          <a:p>
            <a:pPr marL="0" indent="0">
              <a:buNone/>
            </a:pPr>
            <a:r>
              <a:rPr lang="en-US" sz="160" dirty="0"/>
              <a:t>        &lt;</a:t>
            </a:r>
            <a:r>
              <a:rPr lang="en-US" sz="160" dirty="0" err="1"/>
              <a:t>br</a:t>
            </a:r>
            <a:r>
              <a:rPr lang="en-US" sz="160" dirty="0"/>
              <a:t> /&gt;</a:t>
            </a:r>
          </a:p>
          <a:p>
            <a:pPr marL="0" indent="0">
              <a:buNone/>
            </a:pPr>
            <a:br>
              <a:rPr lang="en-US" sz="160" dirty="0"/>
            </a:br>
            <a:r>
              <a:rPr lang="en-US" sz="160" dirty="0"/>
              <a:t>        &lt;</a:t>
            </a:r>
            <a:r>
              <a:rPr lang="en-US" sz="160" dirty="0" err="1"/>
              <a:t>TextField</a:t>
            </a:r>
            <a:endParaRPr lang="en-US" sz="160" dirty="0"/>
          </a:p>
          <a:p>
            <a:pPr marL="0" indent="0">
              <a:buNone/>
            </a:pPr>
            <a:r>
              <a:rPr lang="en-US" sz="160" dirty="0"/>
              <a:t>          id="password"</a:t>
            </a:r>
          </a:p>
          <a:p>
            <a:pPr marL="0" indent="0">
              <a:buNone/>
            </a:pPr>
            <a:r>
              <a:rPr lang="en-US" sz="160" dirty="0"/>
              <a:t>          type="password"</a:t>
            </a:r>
          </a:p>
          <a:p>
            <a:pPr marL="0" indent="0">
              <a:buNone/>
            </a:pPr>
            <a:r>
              <a:rPr lang="en-US" sz="160" dirty="0"/>
              <a:t>          label="Password"</a:t>
            </a:r>
          </a:p>
          <a:p>
            <a:pPr marL="0" indent="0">
              <a:buNone/>
            </a:pPr>
            <a:r>
              <a:rPr lang="en-US" sz="160" dirty="0"/>
              <a:t>          value={</a:t>
            </a:r>
            <a:r>
              <a:rPr lang="en-US" sz="160" dirty="0" err="1"/>
              <a:t>values.password</a:t>
            </a:r>
            <a:r>
              <a:rPr lang="en-US" sz="160" dirty="0"/>
              <a:t>}</a:t>
            </a:r>
          </a:p>
          <a:p>
            <a:pPr marL="0" indent="0">
              <a:buNone/>
            </a:pPr>
            <a:r>
              <a:rPr lang="en-US" sz="160" dirty="0"/>
              <a:t>          </a:t>
            </a:r>
            <a:r>
              <a:rPr lang="en-US" sz="160" dirty="0" err="1"/>
              <a:t>onChange</a:t>
            </a:r>
            <a:r>
              <a:rPr lang="en-US" sz="160" dirty="0"/>
              <a:t>={</a:t>
            </a:r>
            <a:r>
              <a:rPr lang="en-US" sz="160" dirty="0" err="1"/>
              <a:t>handleChange</a:t>
            </a:r>
            <a:r>
              <a:rPr lang="en-US" sz="160" dirty="0"/>
              <a:t>("password")}</a:t>
            </a:r>
          </a:p>
          <a:p>
            <a:pPr marL="0" indent="0">
              <a:buNone/>
            </a:pPr>
            <a:r>
              <a:rPr lang="en-US" sz="160" dirty="0"/>
              <a:t>          margin="normal"</a:t>
            </a:r>
          </a:p>
          <a:p>
            <a:pPr marL="0" indent="0">
              <a:buNone/>
            </a:pPr>
            <a:r>
              <a:rPr lang="en-US" sz="160" dirty="0"/>
              <a:t>          </a:t>
            </a:r>
            <a:r>
              <a:rPr lang="en-US" sz="160" dirty="0" err="1"/>
              <a:t>sx</a:t>
            </a:r>
            <a:r>
              <a:rPr lang="en-US" sz="160" dirty="0"/>
              <a:t>={{ mx: 1, width: 300 }}</a:t>
            </a:r>
          </a:p>
          <a:p>
            <a:pPr marL="0" indent="0">
              <a:buNone/>
            </a:pPr>
            <a:r>
              <a:rPr lang="en-US" sz="160" dirty="0"/>
              <a:t>        /&gt;</a:t>
            </a:r>
          </a:p>
          <a:p>
            <a:pPr marL="0" indent="0">
              <a:buNone/>
            </a:pPr>
            <a:endParaRPr lang="en-US" sz="160" dirty="0"/>
          </a:p>
          <a:p>
            <a:pPr marL="0" indent="0">
              <a:buNone/>
            </a:pPr>
            <a:r>
              <a:rPr lang="en-US" sz="160" dirty="0">
                <a:highlight>
                  <a:srgbClr val="FFFF00"/>
                </a:highlight>
              </a:rPr>
              <a:t>      &lt;Typography variant="subtitle1" </a:t>
            </a:r>
            <a:r>
              <a:rPr lang="en-US" sz="160" dirty="0" err="1">
                <a:highlight>
                  <a:srgbClr val="FFFF00"/>
                </a:highlight>
              </a:rPr>
              <a:t>sx</a:t>
            </a:r>
            <a:r>
              <a:rPr lang="en-US" sz="160" dirty="0">
                <a:highlight>
                  <a:srgbClr val="FFFF00"/>
                </a:highlight>
              </a:rPr>
              <a:t>={{ mt: 2, </a:t>
            </a:r>
            <a:r>
              <a:rPr lang="en-US" sz="160" dirty="0" err="1">
                <a:highlight>
                  <a:srgbClr val="FFFF00"/>
                </a:highlight>
              </a:rPr>
              <a:t>fontWeight</a:t>
            </a:r>
            <a:r>
              <a:rPr lang="en-US" sz="160" dirty="0">
                <a:highlight>
                  <a:srgbClr val="FFFF00"/>
                </a:highlight>
              </a:rPr>
              <a:t>: 500 }}&gt;</a:t>
            </a:r>
          </a:p>
          <a:p>
            <a:pPr marL="0" indent="0">
              <a:buNone/>
            </a:pPr>
            <a:r>
              <a:rPr lang="en-US" sz="160" dirty="0">
                <a:highlight>
                  <a:srgbClr val="FFFF00"/>
                </a:highlight>
              </a:rPr>
              <a:t>          Seller Account</a:t>
            </a:r>
          </a:p>
          <a:p>
            <a:pPr marL="0" indent="0">
              <a:buNone/>
            </a:pPr>
            <a:r>
              <a:rPr lang="en-US" sz="160" dirty="0">
                <a:highlight>
                  <a:srgbClr val="FFFF00"/>
                </a:highlight>
              </a:rPr>
              <a:t>        &lt;/Typography&gt;</a:t>
            </a:r>
          </a:p>
          <a:p>
            <a:pPr marL="0" indent="0">
              <a:buNone/>
            </a:pPr>
            <a:br>
              <a:rPr lang="en-US" sz="160" dirty="0">
                <a:highlight>
                  <a:srgbClr val="FFFF00"/>
                </a:highlight>
              </a:rPr>
            </a:br>
            <a:r>
              <a:rPr lang="en-US" sz="160" dirty="0">
                <a:highlight>
                  <a:srgbClr val="FFFF00"/>
                </a:highlight>
              </a:rPr>
              <a:t>        &lt;</a:t>
            </a:r>
            <a:r>
              <a:rPr lang="en-US" sz="160" dirty="0" err="1">
                <a:highlight>
                  <a:srgbClr val="FFFF00"/>
                </a:highlight>
              </a:rPr>
              <a:t>FormControlLabel</a:t>
            </a:r>
            <a:endParaRPr lang="en-US" sz="160" dirty="0">
              <a:highlight>
                <a:srgbClr val="FFFF00"/>
              </a:highlight>
            </a:endParaRPr>
          </a:p>
          <a:p>
            <a:pPr marL="0" indent="0">
              <a:buNone/>
            </a:pPr>
            <a:r>
              <a:rPr lang="en-US" sz="160" dirty="0">
                <a:highlight>
                  <a:srgbClr val="FFFF00"/>
                </a:highlight>
              </a:rPr>
              <a:t>          control={</a:t>
            </a:r>
          </a:p>
          <a:p>
            <a:pPr marL="0" indent="0">
              <a:buNone/>
            </a:pPr>
            <a:r>
              <a:rPr lang="en-US" sz="160" dirty="0">
                <a:highlight>
                  <a:srgbClr val="FFFF00"/>
                </a:highlight>
              </a:rPr>
              <a:t>            &lt;Switch</a:t>
            </a:r>
          </a:p>
          <a:p>
            <a:pPr marL="0" indent="0">
              <a:buNone/>
            </a:pPr>
            <a:r>
              <a:rPr lang="en-US" sz="160" dirty="0">
                <a:highlight>
                  <a:srgbClr val="FFFF00"/>
                </a:highlight>
              </a:rPr>
              <a:t>              checked={</a:t>
            </a:r>
            <a:r>
              <a:rPr lang="en-US" sz="160" dirty="0" err="1">
                <a:highlight>
                  <a:srgbClr val="FFFF00"/>
                </a:highlight>
              </a:rPr>
              <a:t>values.seller</a:t>
            </a:r>
            <a:r>
              <a:rPr lang="en-US" sz="160" dirty="0">
                <a:highlight>
                  <a:srgbClr val="FFFF00"/>
                </a:highlight>
              </a:rPr>
              <a:t>}</a:t>
            </a:r>
          </a:p>
          <a:p>
            <a:pPr marL="0" indent="0">
              <a:buNone/>
            </a:pPr>
            <a:r>
              <a:rPr lang="en-US" sz="160" dirty="0">
                <a:highlight>
                  <a:srgbClr val="FFFF00"/>
                </a:highlight>
              </a:rPr>
              <a:t>              </a:t>
            </a:r>
            <a:r>
              <a:rPr lang="en-US" sz="160" dirty="0" err="1">
                <a:highlight>
                  <a:srgbClr val="FFFF00"/>
                </a:highlight>
              </a:rPr>
              <a:t>onChange</a:t>
            </a:r>
            <a:r>
              <a:rPr lang="en-US" sz="160" dirty="0">
                <a:highlight>
                  <a:srgbClr val="FFFF00"/>
                </a:highlight>
              </a:rPr>
              <a:t>={</a:t>
            </a:r>
            <a:r>
              <a:rPr lang="en-US" sz="160" dirty="0" err="1">
                <a:highlight>
                  <a:srgbClr val="FFFF00"/>
                </a:highlight>
              </a:rPr>
              <a:t>handleCheck</a:t>
            </a:r>
            <a:r>
              <a:rPr lang="en-US" sz="160" dirty="0">
                <a:highlight>
                  <a:srgbClr val="FFFF00"/>
                </a:highlight>
              </a:rPr>
              <a:t>}</a:t>
            </a:r>
          </a:p>
          <a:p>
            <a:pPr marL="0" indent="0">
              <a:buNone/>
            </a:pPr>
            <a:r>
              <a:rPr lang="en-US" sz="160" dirty="0">
                <a:highlight>
                  <a:srgbClr val="FFFF00"/>
                </a:highlight>
              </a:rPr>
              <a:t>              color="primary"</a:t>
            </a:r>
          </a:p>
          <a:p>
            <a:pPr marL="0" indent="0">
              <a:buNone/>
            </a:pPr>
            <a:r>
              <a:rPr lang="en-US" sz="160" dirty="0">
                <a:highlight>
                  <a:srgbClr val="FFFF00"/>
                </a:highlight>
              </a:rPr>
              <a:t>            /&gt;</a:t>
            </a:r>
          </a:p>
          <a:p>
            <a:pPr marL="0" indent="0">
              <a:buNone/>
            </a:pPr>
            <a:r>
              <a:rPr lang="en-US" sz="160" dirty="0">
                <a:highlight>
                  <a:srgbClr val="FFFF00"/>
                </a:highlight>
              </a:rPr>
              <a:t>          }</a:t>
            </a:r>
          </a:p>
          <a:p>
            <a:pPr marL="0" indent="0">
              <a:buNone/>
            </a:pPr>
            <a:r>
              <a:rPr lang="en-US" sz="160" dirty="0">
                <a:highlight>
                  <a:srgbClr val="FFFF00"/>
                </a:highlight>
              </a:rPr>
              <a:t>          label={</a:t>
            </a:r>
            <a:r>
              <a:rPr lang="en-US" sz="160" dirty="0" err="1">
                <a:highlight>
                  <a:srgbClr val="FFFF00"/>
                </a:highlight>
              </a:rPr>
              <a:t>values.seller</a:t>
            </a:r>
            <a:r>
              <a:rPr lang="en-US" sz="160" dirty="0">
                <a:highlight>
                  <a:srgbClr val="FFFF00"/>
                </a:highlight>
              </a:rPr>
              <a:t> ? "Active" : "Inactive"}</a:t>
            </a:r>
          </a:p>
          <a:p>
            <a:pPr marL="0" indent="0">
              <a:buNone/>
            </a:pPr>
            <a:r>
              <a:rPr lang="en-US" sz="160" dirty="0">
                <a:highlight>
                  <a:srgbClr val="FFFF00"/>
                </a:highlight>
              </a:rPr>
              <a:t>        /&gt;</a:t>
            </a:r>
          </a:p>
          <a:p>
            <a:pPr marL="0" indent="0">
              <a:buNone/>
            </a:pPr>
            <a:endParaRPr lang="en-US" sz="160" dirty="0"/>
          </a:p>
          <a:p>
            <a:pPr marL="0" indent="0">
              <a:buNone/>
            </a:pPr>
            <a:r>
              <a:rPr lang="en-US" sz="160" dirty="0"/>
              <a:t>        &lt;</a:t>
            </a:r>
            <a:r>
              <a:rPr lang="en-US" sz="160" dirty="0" err="1"/>
              <a:t>br</a:t>
            </a:r>
            <a:r>
              <a:rPr lang="en-US" sz="160" dirty="0"/>
              <a:t> /&gt;</a:t>
            </a:r>
          </a:p>
          <a:p>
            <a:pPr marL="0" indent="0">
              <a:buNone/>
            </a:pPr>
            <a:br>
              <a:rPr lang="en-US" sz="160" dirty="0"/>
            </a:br>
            <a:r>
              <a:rPr lang="en-US" sz="160" dirty="0"/>
              <a:t>        {</a:t>
            </a:r>
            <a:r>
              <a:rPr lang="en-US" sz="160" dirty="0" err="1"/>
              <a:t>values.error</a:t>
            </a:r>
            <a:r>
              <a:rPr lang="en-US" sz="160" dirty="0"/>
              <a:t> &amp;&amp; (</a:t>
            </a:r>
          </a:p>
          <a:p>
            <a:pPr marL="0" indent="0">
              <a:buNone/>
            </a:pPr>
            <a:r>
              <a:rPr lang="en-US" sz="160" dirty="0"/>
              <a:t>          &lt;Typography component="p" color="error" </a:t>
            </a:r>
            <a:r>
              <a:rPr lang="en-US" sz="160" dirty="0" err="1"/>
              <a:t>sx</a:t>
            </a:r>
            <a:r>
              <a:rPr lang="en-US" sz="160" dirty="0"/>
              <a:t>={{ mt: 1 }}&gt;</a:t>
            </a:r>
          </a:p>
          <a:p>
            <a:pPr marL="0" indent="0">
              <a:buNone/>
            </a:pPr>
            <a:r>
              <a:rPr lang="en-US" sz="160" dirty="0"/>
              <a:t>            &lt;Icon color="error" </a:t>
            </a:r>
            <a:r>
              <a:rPr lang="en-US" sz="160" dirty="0" err="1"/>
              <a:t>sx</a:t>
            </a:r>
            <a:r>
              <a:rPr lang="en-US" sz="160" dirty="0"/>
              <a:t>={{ </a:t>
            </a:r>
            <a:r>
              <a:rPr lang="en-US" sz="160" dirty="0" err="1"/>
              <a:t>verticalAlign</a:t>
            </a:r>
            <a:r>
              <a:rPr lang="en-US" sz="160" dirty="0"/>
              <a:t>: "middle", </a:t>
            </a:r>
            <a:r>
              <a:rPr lang="en-US" sz="160" dirty="0" err="1"/>
              <a:t>mr</a:t>
            </a:r>
            <a:r>
              <a:rPr lang="en-US" sz="160" dirty="0"/>
              <a:t>: 1 }}&gt;</a:t>
            </a:r>
          </a:p>
          <a:p>
            <a:pPr marL="0" indent="0">
              <a:buNone/>
            </a:pPr>
            <a:r>
              <a:rPr lang="en-US" sz="160" dirty="0"/>
              <a:t>              error</a:t>
            </a:r>
          </a:p>
          <a:p>
            <a:pPr marL="0" indent="0">
              <a:buNone/>
            </a:pPr>
            <a:r>
              <a:rPr lang="en-US" sz="160" dirty="0"/>
              <a:t>            &lt;/Icon&gt;</a:t>
            </a:r>
          </a:p>
          <a:p>
            <a:pPr marL="0" indent="0">
              <a:buNone/>
            </a:pPr>
            <a:r>
              <a:rPr lang="en-US" sz="160" dirty="0"/>
              <a:t>            {</a:t>
            </a:r>
            <a:r>
              <a:rPr lang="en-US" sz="160" dirty="0" err="1"/>
              <a:t>values.error</a:t>
            </a:r>
            <a:r>
              <a:rPr lang="en-US" sz="160" dirty="0"/>
              <a:t>}</a:t>
            </a:r>
          </a:p>
          <a:p>
            <a:pPr marL="0" indent="0">
              <a:buNone/>
            </a:pPr>
            <a:r>
              <a:rPr lang="en-US" sz="160" dirty="0"/>
              <a:t>          &lt;/Typography&gt;</a:t>
            </a:r>
          </a:p>
          <a:p>
            <a:pPr marL="0" indent="0">
              <a:buNone/>
            </a:pPr>
            <a:r>
              <a:rPr lang="en-US" sz="160" dirty="0"/>
              <a:t>        )}</a:t>
            </a:r>
          </a:p>
          <a:p>
            <a:pPr marL="0" indent="0">
              <a:buNone/>
            </a:pPr>
            <a:r>
              <a:rPr lang="en-US" sz="160" dirty="0"/>
              <a:t>      &lt;/</a:t>
            </a:r>
            <a:r>
              <a:rPr lang="en-US" sz="160" dirty="0" err="1"/>
              <a:t>CardContent</a:t>
            </a:r>
            <a:r>
              <a:rPr lang="en-US" sz="160" dirty="0"/>
              <a:t>&gt;</a:t>
            </a:r>
          </a:p>
          <a:p>
            <a:pPr marL="0" indent="0">
              <a:buNone/>
            </a:pPr>
            <a:br>
              <a:rPr lang="en-US" sz="160" dirty="0"/>
            </a:br>
            <a:r>
              <a:rPr lang="en-US" sz="160" dirty="0"/>
              <a:t>      &lt;</a:t>
            </a:r>
            <a:r>
              <a:rPr lang="en-US" sz="160" dirty="0" err="1"/>
              <a:t>CardActions</a:t>
            </a:r>
            <a:r>
              <a:rPr lang="en-US" sz="160" dirty="0"/>
              <a:t> </a:t>
            </a:r>
            <a:r>
              <a:rPr lang="en-US" sz="160" dirty="0" err="1"/>
              <a:t>sx</a:t>
            </a:r>
            <a:r>
              <a:rPr lang="en-US" sz="160" dirty="0"/>
              <a:t>={{ </a:t>
            </a:r>
            <a:r>
              <a:rPr lang="en-US" sz="160" dirty="0" err="1"/>
              <a:t>justifyContent</a:t>
            </a:r>
            <a:r>
              <a:rPr lang="en-US" sz="160" dirty="0"/>
              <a:t>: "center" }}&gt;</a:t>
            </a:r>
          </a:p>
          <a:p>
            <a:pPr marL="0" indent="0">
              <a:buNone/>
            </a:pPr>
            <a:r>
              <a:rPr lang="en-US" sz="160" dirty="0"/>
              <a:t>        &lt;Button</a:t>
            </a:r>
          </a:p>
          <a:p>
            <a:pPr marL="0" indent="0">
              <a:buNone/>
            </a:pPr>
            <a:r>
              <a:rPr lang="en-US" sz="160" dirty="0"/>
              <a:t>          color="primary"</a:t>
            </a:r>
          </a:p>
          <a:p>
            <a:pPr marL="0" indent="0">
              <a:buNone/>
            </a:pPr>
            <a:r>
              <a:rPr lang="en-US" sz="160" dirty="0"/>
              <a:t>          variant="contained"</a:t>
            </a:r>
          </a:p>
          <a:p>
            <a:pPr marL="0" indent="0">
              <a:buNone/>
            </a:pPr>
            <a:r>
              <a:rPr lang="en-US" sz="160" dirty="0"/>
              <a:t>          </a:t>
            </a:r>
            <a:r>
              <a:rPr lang="en-US" sz="160" dirty="0" err="1"/>
              <a:t>onClick</a:t>
            </a:r>
            <a:r>
              <a:rPr lang="en-US" sz="160" dirty="0"/>
              <a:t>={</a:t>
            </a:r>
            <a:r>
              <a:rPr lang="en-US" sz="160" dirty="0" err="1"/>
              <a:t>clickSubmit</a:t>
            </a:r>
            <a:r>
              <a:rPr lang="en-US" sz="160" dirty="0"/>
              <a:t>}</a:t>
            </a:r>
          </a:p>
          <a:p>
            <a:pPr marL="0" indent="0">
              <a:buNone/>
            </a:pPr>
            <a:r>
              <a:rPr lang="en-US" sz="160" dirty="0"/>
              <a:t>          </a:t>
            </a:r>
            <a:r>
              <a:rPr lang="en-US" sz="160" dirty="0" err="1"/>
              <a:t>sx</a:t>
            </a:r>
            <a:r>
              <a:rPr lang="en-US" sz="160" dirty="0"/>
              <a:t>={{ mb: 2 }}</a:t>
            </a:r>
          </a:p>
          <a:p>
            <a:pPr marL="0" indent="0">
              <a:buNone/>
            </a:pPr>
            <a:r>
              <a:rPr lang="en-US" sz="160" dirty="0"/>
              <a:t>        &gt;</a:t>
            </a:r>
          </a:p>
          <a:p>
            <a:pPr marL="0" indent="0">
              <a:buNone/>
            </a:pPr>
            <a:r>
              <a:rPr lang="en-US" sz="160" dirty="0"/>
              <a:t>          Submit</a:t>
            </a:r>
          </a:p>
          <a:p>
            <a:pPr marL="0" indent="0">
              <a:buNone/>
            </a:pPr>
            <a:r>
              <a:rPr lang="en-US" sz="160" dirty="0"/>
              <a:t>        &lt;/Button&gt;</a:t>
            </a:r>
          </a:p>
          <a:p>
            <a:pPr marL="0" indent="0">
              <a:buNone/>
            </a:pPr>
            <a:r>
              <a:rPr lang="en-US" sz="160" dirty="0"/>
              <a:t>      &lt;/</a:t>
            </a:r>
            <a:r>
              <a:rPr lang="en-US" sz="160" dirty="0" err="1"/>
              <a:t>CardActions</a:t>
            </a:r>
            <a:r>
              <a:rPr lang="en-US" sz="160" dirty="0"/>
              <a:t>&gt;</a:t>
            </a:r>
          </a:p>
          <a:p>
            <a:pPr marL="0" indent="0">
              <a:buNone/>
            </a:pPr>
            <a:r>
              <a:rPr lang="en-US" sz="160" dirty="0"/>
              <a:t>    &lt;/Card&gt;</a:t>
            </a:r>
          </a:p>
          <a:p>
            <a:pPr marL="0" indent="0">
              <a:buNone/>
            </a:pPr>
            <a:r>
              <a:rPr lang="en-US" sz="160" dirty="0"/>
              <a:t>  );</a:t>
            </a:r>
          </a:p>
          <a:p>
            <a:pPr marL="0" indent="0">
              <a:buNone/>
            </a:pPr>
            <a:r>
              <a:rPr lang="en-US" sz="160" dirty="0"/>
              <a:t>}</a:t>
            </a:r>
          </a:p>
          <a:p>
            <a:pPr marL="0" indent="0">
              <a:buNone/>
            </a:pPr>
            <a:br>
              <a:rPr lang="en-US" sz="160" dirty="0"/>
            </a:br>
            <a:endParaRPr lang="en-US" sz="160" dirty="0"/>
          </a:p>
          <a:p>
            <a:pPr marL="0" indent="0">
              <a:buNone/>
            </a:pPr>
            <a:endParaRPr lang="en-US" sz="160" dirty="0"/>
          </a:p>
        </p:txBody>
      </p:sp>
      <p:sp>
        <p:nvSpPr>
          <p:cNvPr id="4" name="Date Placeholder 3">
            <a:extLst>
              <a:ext uri="{FF2B5EF4-FFF2-40B4-BE49-F238E27FC236}">
                <a16:creationId xmlns:a16="http://schemas.microsoft.com/office/drawing/2014/main" id="{BEA5330D-24F4-A8E7-4CF0-39C76A48C74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9EA2A7A-CF57-133D-BB49-35E685F3F0E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D37E768-353E-FF9D-F462-87179A22A557}"/>
              </a:ext>
            </a:extLst>
          </p:cNvPr>
          <p:cNvSpPr>
            <a:spLocks noGrp="1"/>
          </p:cNvSpPr>
          <p:nvPr>
            <p:ph type="sldNum" sz="quarter" idx="12"/>
          </p:nvPr>
        </p:nvSpPr>
        <p:spPr/>
        <p:txBody>
          <a:bodyPr/>
          <a:lstStyle/>
          <a:p>
            <a:fld id="{7C5CF243-786F-4254-B068-4C9F0B6EA12F}" type="slidenum">
              <a:rPr lang="en-US" altLang="en-US" smtClean="0"/>
              <a:pPr/>
              <a:t>31</a:t>
            </a:fld>
            <a:endParaRPr lang="en-US" altLang="en-US"/>
          </a:p>
        </p:txBody>
      </p:sp>
    </p:spTree>
    <p:extLst>
      <p:ext uri="{BB962C8B-B14F-4D97-AF65-F5344CB8AC3E}">
        <p14:creationId xmlns:p14="http://schemas.microsoft.com/office/powerpoint/2010/main" val="4166651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B403-1751-5B51-EA23-D3168395DE7D}"/>
              </a:ext>
            </a:extLst>
          </p:cNvPr>
          <p:cNvSpPr>
            <a:spLocks noGrp="1"/>
          </p:cNvSpPr>
          <p:nvPr>
            <p:ph type="title"/>
          </p:nvPr>
        </p:nvSpPr>
        <p:spPr>
          <a:xfrm>
            <a:off x="685800" y="3048000"/>
            <a:ext cx="7772400" cy="762000"/>
          </a:xfrm>
        </p:spPr>
        <p:txBody>
          <a:bodyPr/>
          <a:lstStyle/>
          <a:p>
            <a:r>
              <a:rPr lang="en-US" dirty="0"/>
              <a:t>SHOPS</a:t>
            </a:r>
          </a:p>
        </p:txBody>
      </p:sp>
      <p:sp>
        <p:nvSpPr>
          <p:cNvPr id="4" name="Date Placeholder 3">
            <a:extLst>
              <a:ext uri="{FF2B5EF4-FFF2-40B4-BE49-F238E27FC236}">
                <a16:creationId xmlns:a16="http://schemas.microsoft.com/office/drawing/2014/main" id="{519C2749-31C1-9A60-4A50-C386CF6CAD9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2FAE0EE-50E7-C413-CFB3-79C13310D1B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C39259AB-6F73-255E-86A3-277D851F351E}"/>
              </a:ext>
            </a:extLst>
          </p:cNvPr>
          <p:cNvSpPr>
            <a:spLocks noGrp="1"/>
          </p:cNvSpPr>
          <p:nvPr>
            <p:ph type="sldNum" sz="quarter" idx="12"/>
          </p:nvPr>
        </p:nvSpPr>
        <p:spPr/>
        <p:txBody>
          <a:bodyPr/>
          <a:lstStyle/>
          <a:p>
            <a:fld id="{7C5CF243-786F-4254-B068-4C9F0B6EA12F}" type="slidenum">
              <a:rPr lang="en-US" altLang="en-US" smtClean="0"/>
              <a:pPr/>
              <a:t>32</a:t>
            </a:fld>
            <a:endParaRPr lang="en-US" altLang="en-US"/>
          </a:p>
        </p:txBody>
      </p:sp>
    </p:spTree>
    <p:extLst>
      <p:ext uri="{BB962C8B-B14F-4D97-AF65-F5344CB8AC3E}">
        <p14:creationId xmlns:p14="http://schemas.microsoft.com/office/powerpoint/2010/main" val="1432645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92AC-3CAE-E4C6-C689-DF35258F972F}"/>
              </a:ext>
            </a:extLst>
          </p:cNvPr>
          <p:cNvSpPr>
            <a:spLocks noGrp="1"/>
          </p:cNvSpPr>
          <p:nvPr>
            <p:ph type="title"/>
          </p:nvPr>
        </p:nvSpPr>
        <p:spPr/>
        <p:txBody>
          <a:bodyPr/>
          <a:lstStyle/>
          <a:p>
            <a:r>
              <a:rPr lang="en-US" dirty="0"/>
              <a:t>Uploading a profile photo</a:t>
            </a:r>
          </a:p>
        </p:txBody>
      </p:sp>
      <p:sp>
        <p:nvSpPr>
          <p:cNvPr id="3" name="Content Placeholder 2">
            <a:extLst>
              <a:ext uri="{FF2B5EF4-FFF2-40B4-BE49-F238E27FC236}">
                <a16:creationId xmlns:a16="http://schemas.microsoft.com/office/drawing/2014/main" id="{31CB31BA-EFBD-6087-FBC2-861A932870E1}"/>
              </a:ext>
            </a:extLst>
          </p:cNvPr>
          <p:cNvSpPr>
            <a:spLocks noGrp="1"/>
          </p:cNvSpPr>
          <p:nvPr>
            <p:ph idx="1"/>
          </p:nvPr>
        </p:nvSpPr>
        <p:spPr/>
        <p:txBody>
          <a:bodyPr/>
          <a:lstStyle/>
          <a:p>
            <a:r>
              <a:rPr lang="en-US" dirty="0"/>
              <a:t>Allowing a user to upload a profile photo will require that we store the uploaded image file and retrieve it on request to load it in the view. </a:t>
            </a:r>
          </a:p>
          <a:p>
            <a:r>
              <a:rPr lang="en-US" dirty="0"/>
              <a:t>There are multiple ways of implementing this upload feature while considering the different file storage options:</a:t>
            </a:r>
          </a:p>
          <a:p>
            <a:r>
              <a:rPr lang="en-US" dirty="0"/>
              <a:t>Server filesystem: Upload and save files to a server filesystem and store the URL in MongoDB.</a:t>
            </a:r>
          </a:p>
          <a:p>
            <a:r>
              <a:rPr lang="en-US" dirty="0"/>
              <a:t>External file storage: Save files to external storage such as Amazon S3 and store the URL in MongoDB.</a:t>
            </a:r>
          </a:p>
          <a:p>
            <a:r>
              <a:rPr lang="en-US" dirty="0"/>
              <a:t>Store as data in MongoDB: Save files that are small in size (less than 16 MB) to MongoDB as data of the Buffer type.</a:t>
            </a:r>
          </a:p>
          <a:p>
            <a:endParaRPr lang="en-US" dirty="0"/>
          </a:p>
        </p:txBody>
      </p:sp>
      <p:sp>
        <p:nvSpPr>
          <p:cNvPr id="4" name="Date Placeholder 3">
            <a:extLst>
              <a:ext uri="{FF2B5EF4-FFF2-40B4-BE49-F238E27FC236}">
                <a16:creationId xmlns:a16="http://schemas.microsoft.com/office/drawing/2014/main" id="{CC3A0058-244C-82D6-98CA-C5E846DDE59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B6F2491-6134-5C60-7425-3F5A8320714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C240D65C-371F-AE6C-A169-EE1AE052D5FD}"/>
              </a:ext>
            </a:extLst>
          </p:cNvPr>
          <p:cNvSpPr>
            <a:spLocks noGrp="1"/>
          </p:cNvSpPr>
          <p:nvPr>
            <p:ph type="sldNum" sz="quarter" idx="12"/>
          </p:nvPr>
        </p:nvSpPr>
        <p:spPr/>
        <p:txBody>
          <a:bodyPr/>
          <a:lstStyle/>
          <a:p>
            <a:fld id="{7C5CF243-786F-4254-B068-4C9F0B6EA12F}" type="slidenum">
              <a:rPr lang="en-US" altLang="en-US" smtClean="0"/>
              <a:pPr/>
              <a:t>33</a:t>
            </a:fld>
            <a:endParaRPr lang="en-US" altLang="en-US"/>
          </a:p>
        </p:txBody>
      </p:sp>
    </p:spTree>
    <p:extLst>
      <p:ext uri="{BB962C8B-B14F-4D97-AF65-F5344CB8AC3E}">
        <p14:creationId xmlns:p14="http://schemas.microsoft.com/office/powerpoint/2010/main" val="2038686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60DC4-63D8-5ED7-321B-634DD1AA3D0B}"/>
              </a:ext>
            </a:extLst>
          </p:cNvPr>
          <p:cNvSpPr>
            <a:spLocks noGrp="1"/>
          </p:cNvSpPr>
          <p:nvPr>
            <p:ph type="title"/>
          </p:nvPr>
        </p:nvSpPr>
        <p:spPr/>
        <p:txBody>
          <a:bodyPr/>
          <a:lstStyle/>
          <a:p>
            <a:r>
              <a:rPr lang="en-US" dirty="0"/>
              <a:t>Adding shops to the marketplace</a:t>
            </a:r>
          </a:p>
        </p:txBody>
      </p:sp>
      <p:sp>
        <p:nvSpPr>
          <p:cNvPr id="3" name="Content Placeholder 2">
            <a:extLst>
              <a:ext uri="{FF2B5EF4-FFF2-40B4-BE49-F238E27FC236}">
                <a16:creationId xmlns:a16="http://schemas.microsoft.com/office/drawing/2014/main" id="{44FDD2E6-F447-2C8D-EBAE-BCA5E6EEB81E}"/>
              </a:ext>
            </a:extLst>
          </p:cNvPr>
          <p:cNvSpPr>
            <a:spLocks noGrp="1"/>
          </p:cNvSpPr>
          <p:nvPr>
            <p:ph idx="1"/>
          </p:nvPr>
        </p:nvSpPr>
        <p:spPr/>
        <p:txBody>
          <a:bodyPr/>
          <a:lstStyle/>
          <a:p>
            <a:r>
              <a:rPr lang="en-US" dirty="0"/>
              <a:t>Sellers on MERN Marketplace can create shops and add products to each shop. </a:t>
            </a:r>
          </a:p>
          <a:p>
            <a:r>
              <a:rPr lang="en-US" dirty="0"/>
              <a:t>To store the shop data and enable shop management, we will implement a Mongoose Schema for shops, backend APIs to access and modify the shop data, and frontend views for both the shop owner and buyers browsing through the marketplace.</a:t>
            </a:r>
          </a:p>
          <a:p>
            <a:r>
              <a:rPr lang="en-US" dirty="0"/>
              <a:t>In the following sections, we will build out the shop module in the application by first defining the shop model for storing shop data in the database, then implementing the backend APIs and frontend views for the shop-related features including creating new shops, listing all shops, listing shops by owner, displaying a </a:t>
            </a:r>
          </a:p>
          <a:p>
            <a:r>
              <a:rPr lang="en-US" dirty="0"/>
              <a:t>single shop, editing shops, and deleting shops from the application.</a:t>
            </a:r>
          </a:p>
        </p:txBody>
      </p:sp>
      <p:sp>
        <p:nvSpPr>
          <p:cNvPr id="4" name="Date Placeholder 3">
            <a:extLst>
              <a:ext uri="{FF2B5EF4-FFF2-40B4-BE49-F238E27FC236}">
                <a16:creationId xmlns:a16="http://schemas.microsoft.com/office/drawing/2014/main" id="{0B204FFB-5FB6-721C-DF0F-0D95CF73F5C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DBAC3FE-3135-179C-86A7-17B6F6DBCA6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7F57C9D-D00C-2F35-024B-874C5007B1AC}"/>
              </a:ext>
            </a:extLst>
          </p:cNvPr>
          <p:cNvSpPr>
            <a:spLocks noGrp="1"/>
          </p:cNvSpPr>
          <p:nvPr>
            <p:ph type="sldNum" sz="quarter" idx="12"/>
          </p:nvPr>
        </p:nvSpPr>
        <p:spPr/>
        <p:txBody>
          <a:bodyPr/>
          <a:lstStyle/>
          <a:p>
            <a:fld id="{7C5CF243-786F-4254-B068-4C9F0B6EA12F}" type="slidenum">
              <a:rPr lang="en-US" altLang="en-US" smtClean="0"/>
              <a:pPr/>
              <a:t>34</a:t>
            </a:fld>
            <a:endParaRPr lang="en-US" altLang="en-US"/>
          </a:p>
        </p:txBody>
      </p:sp>
    </p:spTree>
    <p:extLst>
      <p:ext uri="{BB962C8B-B14F-4D97-AF65-F5344CB8AC3E}">
        <p14:creationId xmlns:p14="http://schemas.microsoft.com/office/powerpoint/2010/main" val="3541646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E97B4-F687-6FF6-9BC2-858B7F9B922F}"/>
              </a:ext>
            </a:extLst>
          </p:cNvPr>
          <p:cNvSpPr>
            <a:spLocks noGrp="1"/>
          </p:cNvSpPr>
          <p:nvPr>
            <p:ph type="title"/>
          </p:nvPr>
        </p:nvSpPr>
        <p:spPr/>
        <p:txBody>
          <a:bodyPr/>
          <a:lstStyle/>
          <a:p>
            <a:r>
              <a:rPr lang="en-US" dirty="0"/>
              <a:t>Defining a Shop model</a:t>
            </a:r>
          </a:p>
        </p:txBody>
      </p:sp>
      <p:sp>
        <p:nvSpPr>
          <p:cNvPr id="3" name="Content Placeholder 2">
            <a:extLst>
              <a:ext uri="{FF2B5EF4-FFF2-40B4-BE49-F238E27FC236}">
                <a16:creationId xmlns:a16="http://schemas.microsoft.com/office/drawing/2014/main" id="{5D88E0EA-8148-2970-1C56-1687FC036C42}"/>
              </a:ext>
            </a:extLst>
          </p:cNvPr>
          <p:cNvSpPr>
            <a:spLocks noGrp="1"/>
          </p:cNvSpPr>
          <p:nvPr>
            <p:ph idx="1"/>
          </p:nvPr>
        </p:nvSpPr>
        <p:spPr/>
        <p:txBody>
          <a:bodyPr/>
          <a:lstStyle/>
          <a:p>
            <a:r>
              <a:rPr lang="en-US" dirty="0"/>
              <a:t>We will implement a Mongoose model to define a Shop model for storing the details of each shop. This model will be defined in </a:t>
            </a:r>
            <a:r>
              <a:rPr lang="en-US" b="1" dirty="0"/>
              <a:t>server/models/shop.model.js</a:t>
            </a:r>
            <a:r>
              <a:rPr lang="en-US" dirty="0"/>
              <a:t>, and the implementation will be similar to other Mongoose model implementations covered in previously. </a:t>
            </a:r>
          </a:p>
          <a:p>
            <a:r>
              <a:rPr lang="en-US" dirty="0"/>
              <a:t>The Shop schema in this model will have simple fields to store shop details, along with a logo image, and a reference to the user who owns the shop. </a:t>
            </a:r>
          </a:p>
          <a:p>
            <a:r>
              <a:rPr lang="en-US" dirty="0"/>
              <a:t>The code blocks defining the shop fields are given in the following list with explanations:</a:t>
            </a:r>
          </a:p>
        </p:txBody>
      </p:sp>
      <p:sp>
        <p:nvSpPr>
          <p:cNvPr id="4" name="Date Placeholder 3">
            <a:extLst>
              <a:ext uri="{FF2B5EF4-FFF2-40B4-BE49-F238E27FC236}">
                <a16:creationId xmlns:a16="http://schemas.microsoft.com/office/drawing/2014/main" id="{926FE9A7-4DAE-DB4F-6BDB-A95552CC5D26}"/>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DF5F960-49A3-7545-FB58-665F7768F20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BFAC1D55-DE04-7D76-FE23-36E7C7D29BF1}"/>
              </a:ext>
            </a:extLst>
          </p:cNvPr>
          <p:cNvSpPr>
            <a:spLocks noGrp="1"/>
          </p:cNvSpPr>
          <p:nvPr>
            <p:ph type="sldNum" sz="quarter" idx="12"/>
          </p:nvPr>
        </p:nvSpPr>
        <p:spPr/>
        <p:txBody>
          <a:bodyPr/>
          <a:lstStyle/>
          <a:p>
            <a:fld id="{7C5CF243-786F-4254-B068-4C9F0B6EA12F}" type="slidenum">
              <a:rPr lang="en-US" altLang="en-US" smtClean="0"/>
              <a:pPr/>
              <a:t>35</a:t>
            </a:fld>
            <a:endParaRPr lang="en-US" altLang="en-US"/>
          </a:p>
        </p:txBody>
      </p:sp>
    </p:spTree>
    <p:extLst>
      <p:ext uri="{BB962C8B-B14F-4D97-AF65-F5344CB8AC3E}">
        <p14:creationId xmlns:p14="http://schemas.microsoft.com/office/powerpoint/2010/main" val="4036892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81004-2CAF-C116-4A5D-5374B7F65E1C}"/>
              </a:ext>
            </a:extLst>
          </p:cNvPr>
          <p:cNvSpPr>
            <a:spLocks noGrp="1"/>
          </p:cNvSpPr>
          <p:nvPr>
            <p:ph type="title"/>
          </p:nvPr>
        </p:nvSpPr>
        <p:spPr/>
        <p:txBody>
          <a:bodyPr/>
          <a:lstStyle/>
          <a:p>
            <a:r>
              <a:rPr lang="en-US" dirty="0"/>
              <a:t>Shop model contd.</a:t>
            </a:r>
          </a:p>
        </p:txBody>
      </p:sp>
      <p:sp>
        <p:nvSpPr>
          <p:cNvPr id="3" name="Content Placeholder 2">
            <a:extLst>
              <a:ext uri="{FF2B5EF4-FFF2-40B4-BE49-F238E27FC236}">
                <a16:creationId xmlns:a16="http://schemas.microsoft.com/office/drawing/2014/main" id="{716ED107-8781-5E6F-6526-31117645950F}"/>
              </a:ext>
            </a:extLst>
          </p:cNvPr>
          <p:cNvSpPr>
            <a:spLocks noGrp="1"/>
          </p:cNvSpPr>
          <p:nvPr>
            <p:ph idx="1"/>
          </p:nvPr>
        </p:nvSpPr>
        <p:spPr/>
        <p:txBody>
          <a:bodyPr/>
          <a:lstStyle/>
          <a:p>
            <a:r>
              <a:rPr lang="en-US" sz="1000" dirty="0">
                <a:solidFill>
                  <a:srgbClr val="008000"/>
                </a:solidFill>
              </a:rPr>
              <a:t>Shop name and description: The name and description fields will be string </a:t>
            </a:r>
          </a:p>
          <a:p>
            <a:r>
              <a:rPr lang="en-US" sz="1000" dirty="0">
                <a:solidFill>
                  <a:srgbClr val="008000"/>
                </a:solidFill>
              </a:rPr>
              <a:t>types, with name as a required field:</a:t>
            </a:r>
          </a:p>
          <a:p>
            <a:r>
              <a:rPr lang="en-US" sz="1000" dirty="0">
                <a:solidFill>
                  <a:srgbClr val="008000"/>
                </a:solidFill>
              </a:rPr>
              <a:t>name: {</a:t>
            </a:r>
          </a:p>
          <a:p>
            <a:r>
              <a:rPr lang="en-US" sz="1000" dirty="0">
                <a:solidFill>
                  <a:srgbClr val="008000"/>
                </a:solidFill>
              </a:rPr>
              <a:t>type: String, </a:t>
            </a:r>
          </a:p>
          <a:p>
            <a:r>
              <a:rPr lang="en-US" sz="1000" dirty="0">
                <a:solidFill>
                  <a:srgbClr val="008000"/>
                </a:solidFill>
              </a:rPr>
              <a:t>trim: true,</a:t>
            </a:r>
          </a:p>
          <a:p>
            <a:r>
              <a:rPr lang="en-US" sz="1000" dirty="0">
                <a:solidFill>
                  <a:srgbClr val="008000"/>
                </a:solidFill>
              </a:rPr>
              <a:t>required: 'Name is required' </a:t>
            </a:r>
          </a:p>
          <a:p>
            <a:r>
              <a:rPr lang="en-US" sz="1000" dirty="0">
                <a:solidFill>
                  <a:srgbClr val="008000"/>
                </a:solidFill>
              </a:rPr>
              <a:t>},</a:t>
            </a:r>
          </a:p>
          <a:p>
            <a:r>
              <a:rPr lang="en-US" sz="1000" dirty="0">
                <a:solidFill>
                  <a:srgbClr val="008000"/>
                </a:solidFill>
              </a:rPr>
              <a:t>description: { </a:t>
            </a:r>
          </a:p>
          <a:p>
            <a:r>
              <a:rPr lang="en-US" sz="1000" dirty="0">
                <a:solidFill>
                  <a:srgbClr val="008000"/>
                </a:solidFill>
              </a:rPr>
              <a:t>type: String, </a:t>
            </a:r>
          </a:p>
          <a:p>
            <a:r>
              <a:rPr lang="en-US" sz="1000" dirty="0">
                <a:solidFill>
                  <a:srgbClr val="008000"/>
                </a:solidFill>
              </a:rPr>
              <a:t>trim: true</a:t>
            </a:r>
          </a:p>
          <a:p>
            <a:r>
              <a:rPr lang="en-US" sz="1000" dirty="0">
                <a:solidFill>
                  <a:srgbClr val="008000"/>
                </a:solidFill>
              </a:rPr>
              <a:t>},</a:t>
            </a:r>
          </a:p>
          <a:p>
            <a:r>
              <a:rPr lang="en-US" sz="1000" dirty="0">
                <a:solidFill>
                  <a:srgbClr val="008000"/>
                </a:solidFill>
              </a:rPr>
              <a:t>          Shop logo image: The image field will store the logo image file uploaded by </a:t>
            </a:r>
          </a:p>
          <a:p>
            <a:r>
              <a:rPr lang="en-US" sz="1000" dirty="0">
                <a:solidFill>
                  <a:srgbClr val="008000"/>
                </a:solidFill>
              </a:rPr>
              <a:t>the user as data in the MongoDB database:</a:t>
            </a:r>
          </a:p>
          <a:p>
            <a:r>
              <a:rPr lang="en-US" sz="1000" dirty="0">
                <a:solidFill>
                  <a:srgbClr val="008000"/>
                </a:solidFill>
              </a:rPr>
              <a:t>image: {</a:t>
            </a:r>
          </a:p>
          <a:p>
            <a:r>
              <a:rPr lang="en-US" sz="1000" dirty="0">
                <a:solidFill>
                  <a:srgbClr val="008000"/>
                </a:solidFill>
              </a:rPr>
              <a:t>data: Buffer, </a:t>
            </a:r>
          </a:p>
          <a:p>
            <a:r>
              <a:rPr lang="en-US" sz="1000" dirty="0" err="1">
                <a:solidFill>
                  <a:srgbClr val="008000"/>
                </a:solidFill>
              </a:rPr>
              <a:t>contentType</a:t>
            </a:r>
            <a:r>
              <a:rPr lang="en-US" sz="1000" dirty="0">
                <a:solidFill>
                  <a:srgbClr val="008000"/>
                </a:solidFill>
              </a:rPr>
              <a:t>: String</a:t>
            </a:r>
          </a:p>
          <a:p>
            <a:r>
              <a:rPr lang="en-US" sz="1000" dirty="0">
                <a:solidFill>
                  <a:srgbClr val="008000"/>
                </a:solidFill>
              </a:rPr>
              <a:t>},</a:t>
            </a:r>
          </a:p>
          <a:p>
            <a:r>
              <a:rPr lang="en-US" sz="1000" dirty="0">
                <a:solidFill>
                  <a:srgbClr val="008000"/>
                </a:solidFill>
              </a:rPr>
              <a:t>          Shop owner: The owner field will reference the user who creates the shop:</a:t>
            </a:r>
          </a:p>
          <a:p>
            <a:r>
              <a:rPr lang="en-US" sz="1000" dirty="0">
                <a:solidFill>
                  <a:srgbClr val="008000"/>
                </a:solidFill>
              </a:rPr>
              <a:t>owner: {</a:t>
            </a:r>
          </a:p>
          <a:p>
            <a:r>
              <a:rPr lang="en-US" sz="1000" dirty="0">
                <a:solidFill>
                  <a:srgbClr val="008000"/>
                </a:solidFill>
              </a:rPr>
              <a:t>type: </a:t>
            </a:r>
            <a:r>
              <a:rPr lang="en-US" sz="1000" dirty="0" err="1">
                <a:solidFill>
                  <a:srgbClr val="008000"/>
                </a:solidFill>
              </a:rPr>
              <a:t>mongoose.Schema.ObjectId</a:t>
            </a:r>
            <a:r>
              <a:rPr lang="en-US" sz="1000" dirty="0">
                <a:solidFill>
                  <a:srgbClr val="008000"/>
                </a:solidFill>
              </a:rPr>
              <a:t>, </a:t>
            </a:r>
          </a:p>
          <a:p>
            <a:r>
              <a:rPr lang="en-US" sz="1000" dirty="0">
                <a:solidFill>
                  <a:srgbClr val="008000"/>
                </a:solidFill>
              </a:rPr>
              <a:t>ref: 'User'</a:t>
            </a:r>
          </a:p>
          <a:p>
            <a:r>
              <a:rPr lang="en-US" sz="1000" dirty="0">
                <a:solidFill>
                  <a:srgbClr val="008000"/>
                </a:solidFill>
              </a:rPr>
              <a:t>}</a:t>
            </a:r>
          </a:p>
          <a:p>
            <a:r>
              <a:rPr lang="en-US" sz="1000" dirty="0">
                <a:solidFill>
                  <a:srgbClr val="008000"/>
                </a:solidFill>
              </a:rPr>
              <a:t>          Created at and updated at times: The created and updated fields will </a:t>
            </a:r>
          </a:p>
          <a:p>
            <a:r>
              <a:rPr lang="en-US" sz="1000" dirty="0">
                <a:solidFill>
                  <a:srgbClr val="008000"/>
                </a:solidFill>
              </a:rPr>
              <a:t>be Date types, with created generated when a new shop is added, </a:t>
            </a:r>
          </a:p>
          <a:p>
            <a:r>
              <a:rPr lang="en-US" sz="1000" dirty="0">
                <a:solidFill>
                  <a:srgbClr val="008000"/>
                </a:solidFill>
              </a:rPr>
              <a:t>and updated changed when any shop details are </a:t>
            </a:r>
            <a:r>
              <a:rPr lang="en-US" sz="1000" dirty="0" err="1">
                <a:solidFill>
                  <a:srgbClr val="008000"/>
                </a:solidFill>
              </a:rPr>
              <a:t>modified:updated</a:t>
            </a:r>
            <a:r>
              <a:rPr lang="en-US" sz="1000" dirty="0">
                <a:solidFill>
                  <a:srgbClr val="008000"/>
                </a:solidFill>
              </a:rPr>
              <a:t>: Date, </a:t>
            </a:r>
          </a:p>
          <a:p>
            <a:r>
              <a:rPr lang="en-US" sz="1000" dirty="0">
                <a:solidFill>
                  <a:srgbClr val="008000"/>
                </a:solidFill>
              </a:rPr>
              <a:t>created: {</a:t>
            </a:r>
          </a:p>
          <a:p>
            <a:r>
              <a:rPr lang="en-US" sz="1000" dirty="0">
                <a:solidFill>
                  <a:srgbClr val="008000"/>
                </a:solidFill>
              </a:rPr>
              <a:t>type: Date, </a:t>
            </a:r>
          </a:p>
          <a:p>
            <a:r>
              <a:rPr lang="en-US" sz="1000" dirty="0">
                <a:solidFill>
                  <a:srgbClr val="008000"/>
                </a:solidFill>
              </a:rPr>
              <a:t>default: </a:t>
            </a:r>
            <a:r>
              <a:rPr lang="en-US" sz="1000" dirty="0" err="1">
                <a:solidFill>
                  <a:srgbClr val="008000"/>
                </a:solidFill>
              </a:rPr>
              <a:t>Date.now</a:t>
            </a:r>
            <a:endParaRPr lang="en-US" sz="1000" dirty="0">
              <a:solidFill>
                <a:srgbClr val="008000"/>
              </a:solidFill>
            </a:endParaRPr>
          </a:p>
          <a:p>
            <a:r>
              <a:rPr lang="en-US" sz="1000" dirty="0">
                <a:solidFill>
                  <a:srgbClr val="008000"/>
                </a:solidFill>
              </a:rPr>
              <a:t>},</a:t>
            </a:r>
          </a:p>
        </p:txBody>
      </p:sp>
      <p:sp>
        <p:nvSpPr>
          <p:cNvPr id="4" name="Date Placeholder 3">
            <a:extLst>
              <a:ext uri="{FF2B5EF4-FFF2-40B4-BE49-F238E27FC236}">
                <a16:creationId xmlns:a16="http://schemas.microsoft.com/office/drawing/2014/main" id="{643F2647-2BA5-975B-4705-04FB11D5D0E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45EC18D-661D-F17F-816F-9E374764D89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8870717-FCAC-CB2E-1CA1-BEA75D102DD9}"/>
              </a:ext>
            </a:extLst>
          </p:cNvPr>
          <p:cNvSpPr>
            <a:spLocks noGrp="1"/>
          </p:cNvSpPr>
          <p:nvPr>
            <p:ph type="sldNum" sz="quarter" idx="12"/>
          </p:nvPr>
        </p:nvSpPr>
        <p:spPr/>
        <p:txBody>
          <a:bodyPr/>
          <a:lstStyle/>
          <a:p>
            <a:fld id="{7C5CF243-786F-4254-B068-4C9F0B6EA12F}" type="slidenum">
              <a:rPr lang="en-US" altLang="en-US" smtClean="0"/>
              <a:pPr/>
              <a:t>36</a:t>
            </a:fld>
            <a:endParaRPr lang="en-US" altLang="en-US"/>
          </a:p>
        </p:txBody>
      </p:sp>
    </p:spTree>
    <p:extLst>
      <p:ext uri="{BB962C8B-B14F-4D97-AF65-F5344CB8AC3E}">
        <p14:creationId xmlns:p14="http://schemas.microsoft.com/office/powerpoint/2010/main" val="3833214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7658-A892-1063-3540-D441181F09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1D2F31-3E33-A3DE-19E8-9FD01E95C12C}"/>
              </a:ext>
            </a:extLst>
          </p:cNvPr>
          <p:cNvSpPr>
            <a:spLocks noGrp="1"/>
          </p:cNvSpPr>
          <p:nvPr>
            <p:ph idx="1"/>
          </p:nvPr>
        </p:nvSpPr>
        <p:spPr/>
        <p:txBody>
          <a:bodyPr/>
          <a:lstStyle/>
          <a:p>
            <a:r>
              <a:rPr lang="en-US" dirty="0"/>
              <a:t>The fields added in this schema definition will enable us to implement the shop- related features in MERN Marketplace.  </a:t>
            </a:r>
          </a:p>
          <a:p>
            <a:r>
              <a:rPr lang="en-US" dirty="0"/>
              <a:t>In the next section, we will start developing these features by implementing the full-stack slice that will allow sellers to create new shops.</a:t>
            </a:r>
          </a:p>
        </p:txBody>
      </p:sp>
      <p:sp>
        <p:nvSpPr>
          <p:cNvPr id="4" name="Date Placeholder 3">
            <a:extLst>
              <a:ext uri="{FF2B5EF4-FFF2-40B4-BE49-F238E27FC236}">
                <a16:creationId xmlns:a16="http://schemas.microsoft.com/office/drawing/2014/main" id="{FAE70807-DBE8-5446-2326-20478A5459F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ACF62DF-3A83-7F07-8F36-8B481DBAE3C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6A60286-AA3C-F822-1B3F-548A73590088}"/>
              </a:ext>
            </a:extLst>
          </p:cNvPr>
          <p:cNvSpPr>
            <a:spLocks noGrp="1"/>
          </p:cNvSpPr>
          <p:nvPr>
            <p:ph type="sldNum" sz="quarter" idx="12"/>
          </p:nvPr>
        </p:nvSpPr>
        <p:spPr/>
        <p:txBody>
          <a:bodyPr/>
          <a:lstStyle/>
          <a:p>
            <a:fld id="{7C5CF243-786F-4254-B068-4C9F0B6EA12F}" type="slidenum">
              <a:rPr lang="en-US" altLang="en-US" smtClean="0"/>
              <a:pPr/>
              <a:t>37</a:t>
            </a:fld>
            <a:endParaRPr lang="en-US" altLang="en-US"/>
          </a:p>
        </p:txBody>
      </p:sp>
    </p:spTree>
    <p:extLst>
      <p:ext uri="{BB962C8B-B14F-4D97-AF65-F5344CB8AC3E}">
        <p14:creationId xmlns:p14="http://schemas.microsoft.com/office/powerpoint/2010/main" val="1915130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3E042-F5C7-0D19-B834-A8E7E4539239}"/>
              </a:ext>
            </a:extLst>
          </p:cNvPr>
          <p:cNvSpPr>
            <a:spLocks noGrp="1"/>
          </p:cNvSpPr>
          <p:nvPr>
            <p:ph type="title"/>
          </p:nvPr>
        </p:nvSpPr>
        <p:spPr/>
        <p:txBody>
          <a:bodyPr/>
          <a:lstStyle/>
          <a:p>
            <a:r>
              <a:rPr lang="en-US" dirty="0"/>
              <a:t>Server/models/shop.model.js</a:t>
            </a:r>
          </a:p>
        </p:txBody>
      </p:sp>
      <p:sp>
        <p:nvSpPr>
          <p:cNvPr id="3" name="Content Placeholder 2">
            <a:extLst>
              <a:ext uri="{FF2B5EF4-FFF2-40B4-BE49-F238E27FC236}">
                <a16:creationId xmlns:a16="http://schemas.microsoft.com/office/drawing/2014/main" id="{CBC47DAF-9F7A-9B08-1A79-1CA345B4E7A7}"/>
              </a:ext>
            </a:extLst>
          </p:cNvPr>
          <p:cNvSpPr>
            <a:spLocks noGrp="1"/>
          </p:cNvSpPr>
          <p:nvPr>
            <p:ph idx="1"/>
          </p:nvPr>
        </p:nvSpPr>
        <p:spPr/>
        <p:txBody>
          <a:bodyPr/>
          <a:lstStyle/>
          <a:p>
            <a:pPr marL="0" indent="0">
              <a:buNone/>
            </a:pPr>
            <a:r>
              <a:rPr lang="en-US" sz="1000" dirty="0"/>
              <a:t>import mongoose from "mongoose";</a:t>
            </a:r>
          </a:p>
          <a:p>
            <a:pPr marL="0" indent="0">
              <a:buNone/>
            </a:pPr>
            <a:r>
              <a:rPr lang="en-US" sz="1000" dirty="0"/>
              <a:t>import crypto from "crypto";</a:t>
            </a:r>
          </a:p>
          <a:p>
            <a:pPr marL="0" indent="0">
              <a:buNone/>
            </a:pPr>
            <a:r>
              <a:rPr lang="en-US" sz="1000" dirty="0"/>
              <a:t>//const mongoose = require('mongoose');</a:t>
            </a:r>
          </a:p>
          <a:p>
            <a:pPr marL="0" indent="0">
              <a:buNone/>
            </a:pPr>
            <a:r>
              <a:rPr lang="en-US" sz="1000" dirty="0"/>
              <a:t>const </a:t>
            </a:r>
            <a:r>
              <a:rPr lang="en-US" sz="1000" dirty="0" err="1"/>
              <a:t>ShopSchema</a:t>
            </a:r>
            <a:r>
              <a:rPr lang="en-US" sz="1000" dirty="0"/>
              <a:t> = new </a:t>
            </a:r>
            <a:r>
              <a:rPr lang="en-US" sz="1000" dirty="0" err="1"/>
              <a:t>mongoose.Schema</a:t>
            </a:r>
            <a:r>
              <a:rPr lang="en-US" sz="1000" dirty="0"/>
              <a:t>({</a:t>
            </a:r>
          </a:p>
          <a:p>
            <a:pPr marL="0" indent="0">
              <a:buNone/>
            </a:pPr>
            <a:r>
              <a:rPr lang="en-US" sz="1000" dirty="0"/>
              <a:t>  name: {</a:t>
            </a:r>
          </a:p>
          <a:p>
            <a:pPr marL="0" indent="0">
              <a:buNone/>
            </a:pPr>
            <a:r>
              <a:rPr lang="en-US" sz="1000" dirty="0"/>
              <a:t>    type: String,</a:t>
            </a:r>
          </a:p>
          <a:p>
            <a:pPr marL="0" indent="0">
              <a:buNone/>
            </a:pPr>
            <a:r>
              <a:rPr lang="en-US" sz="1000" dirty="0"/>
              <a:t>    trim: true,</a:t>
            </a:r>
          </a:p>
          <a:p>
            <a:pPr marL="0" indent="0">
              <a:buNone/>
            </a:pPr>
            <a:r>
              <a:rPr lang="en-US" sz="1000" dirty="0"/>
              <a:t>    required: "Name is required",</a:t>
            </a:r>
          </a:p>
          <a:p>
            <a:pPr marL="0" indent="0">
              <a:buNone/>
            </a:pPr>
            <a:r>
              <a:rPr lang="en-US" sz="1000" dirty="0"/>
              <a:t>  },</a:t>
            </a:r>
          </a:p>
          <a:p>
            <a:pPr marL="0" indent="0">
              <a:buNone/>
            </a:pPr>
            <a:r>
              <a:rPr lang="en-US" sz="1000" dirty="0"/>
              <a:t>  description: {</a:t>
            </a:r>
          </a:p>
          <a:p>
            <a:pPr marL="0" indent="0">
              <a:buNone/>
            </a:pPr>
            <a:r>
              <a:rPr lang="en-US" sz="1000" dirty="0"/>
              <a:t>    type: String,</a:t>
            </a:r>
          </a:p>
          <a:p>
            <a:pPr marL="0" indent="0">
              <a:buNone/>
            </a:pPr>
            <a:r>
              <a:rPr lang="en-US" sz="1000" dirty="0"/>
              <a:t>    trim: true,</a:t>
            </a:r>
          </a:p>
          <a:p>
            <a:pPr marL="0" indent="0">
              <a:buNone/>
            </a:pPr>
            <a:r>
              <a:rPr lang="en-US" sz="1000" dirty="0"/>
              <a:t>  },</a:t>
            </a:r>
          </a:p>
          <a:p>
            <a:pPr marL="0" indent="0">
              <a:buNone/>
            </a:pPr>
            <a:r>
              <a:rPr lang="en-US" sz="1000" dirty="0"/>
              <a:t>  image: {</a:t>
            </a:r>
          </a:p>
          <a:p>
            <a:pPr marL="0" indent="0">
              <a:buNone/>
            </a:pPr>
            <a:r>
              <a:rPr lang="en-US" sz="1000" dirty="0"/>
              <a:t>    data: Buffer,</a:t>
            </a:r>
          </a:p>
          <a:p>
            <a:pPr marL="0" indent="0">
              <a:buNone/>
            </a:pPr>
            <a:r>
              <a:rPr lang="en-US" sz="1000" dirty="0"/>
              <a:t>    </a:t>
            </a:r>
            <a:r>
              <a:rPr lang="en-US" sz="1000" dirty="0" err="1"/>
              <a:t>contentType</a:t>
            </a:r>
            <a:r>
              <a:rPr lang="en-US" sz="1000" dirty="0"/>
              <a:t>: String,</a:t>
            </a:r>
          </a:p>
          <a:p>
            <a:pPr marL="0" indent="0">
              <a:buNone/>
            </a:pPr>
            <a:r>
              <a:rPr lang="en-US" sz="1000" dirty="0"/>
              <a:t>  },</a:t>
            </a:r>
          </a:p>
          <a:p>
            <a:pPr marL="0" indent="0">
              <a:buNone/>
            </a:pPr>
            <a:r>
              <a:rPr lang="en-US" sz="1000" dirty="0"/>
              <a:t>  owner: {</a:t>
            </a:r>
          </a:p>
          <a:p>
            <a:pPr marL="0" indent="0">
              <a:buNone/>
            </a:pPr>
            <a:r>
              <a:rPr lang="en-US" sz="1000" dirty="0"/>
              <a:t>    type: </a:t>
            </a:r>
            <a:r>
              <a:rPr lang="en-US" sz="1000" dirty="0" err="1"/>
              <a:t>mongoose.Schema.ObjectId</a:t>
            </a:r>
            <a:r>
              <a:rPr lang="en-US" sz="1000" dirty="0"/>
              <a:t>,</a:t>
            </a:r>
          </a:p>
          <a:p>
            <a:pPr marL="0" indent="0">
              <a:buNone/>
            </a:pPr>
            <a:r>
              <a:rPr lang="en-US" sz="1000" dirty="0"/>
              <a:t>    ref: "User",</a:t>
            </a:r>
          </a:p>
          <a:p>
            <a:pPr marL="0" indent="0">
              <a:buNone/>
            </a:pPr>
            <a:r>
              <a:rPr lang="en-US" sz="1000" dirty="0"/>
              <a:t>  },</a:t>
            </a:r>
          </a:p>
          <a:p>
            <a:pPr marL="0" indent="0">
              <a:buNone/>
            </a:pPr>
            <a:r>
              <a:rPr lang="en-US" sz="1000" dirty="0"/>
              <a:t>  updated: Date,</a:t>
            </a:r>
          </a:p>
          <a:p>
            <a:pPr marL="0" indent="0">
              <a:buNone/>
            </a:pPr>
            <a:r>
              <a:rPr lang="en-US" sz="1000" dirty="0"/>
              <a:t>  created: {</a:t>
            </a:r>
          </a:p>
          <a:p>
            <a:pPr marL="0" indent="0">
              <a:buNone/>
            </a:pPr>
            <a:r>
              <a:rPr lang="en-US" sz="1000" dirty="0"/>
              <a:t>    type: Date,</a:t>
            </a:r>
          </a:p>
          <a:p>
            <a:pPr marL="0" indent="0">
              <a:buNone/>
            </a:pPr>
            <a:r>
              <a:rPr lang="en-US" sz="1000" dirty="0"/>
              <a:t>    default: </a:t>
            </a:r>
            <a:r>
              <a:rPr lang="en-US" sz="1000" dirty="0" err="1"/>
              <a:t>Date.now</a:t>
            </a:r>
            <a:r>
              <a:rPr lang="en-US" sz="1000" dirty="0"/>
              <a:t>,</a:t>
            </a:r>
          </a:p>
          <a:p>
            <a:pPr marL="0" indent="0">
              <a:buNone/>
            </a:pPr>
            <a:r>
              <a:rPr lang="en-US" sz="1000" dirty="0"/>
              <a:t>  },</a:t>
            </a:r>
          </a:p>
          <a:p>
            <a:pPr marL="0" indent="0">
              <a:buNone/>
            </a:pPr>
            <a:r>
              <a:rPr lang="en-US" sz="1000" dirty="0"/>
              <a:t>});</a:t>
            </a:r>
          </a:p>
          <a:p>
            <a:pPr marL="0" indent="0">
              <a:buNone/>
            </a:pPr>
            <a:r>
              <a:rPr lang="en-US" sz="1000" dirty="0"/>
              <a:t>export default </a:t>
            </a:r>
            <a:r>
              <a:rPr lang="en-US" sz="1000" dirty="0" err="1"/>
              <a:t>mongoose.model</a:t>
            </a:r>
            <a:r>
              <a:rPr lang="en-US" sz="1000" dirty="0"/>
              <a:t>("Shop", </a:t>
            </a:r>
            <a:r>
              <a:rPr lang="en-US" sz="1000" dirty="0" err="1"/>
              <a:t>ShopSchema</a:t>
            </a:r>
            <a:r>
              <a:rPr lang="en-US" sz="1000" dirty="0"/>
              <a:t>);</a:t>
            </a:r>
          </a:p>
          <a:p>
            <a:pPr marL="0" indent="0">
              <a:buNone/>
            </a:pPr>
            <a:endParaRPr lang="en-US" sz="1000" dirty="0"/>
          </a:p>
        </p:txBody>
      </p:sp>
      <p:sp>
        <p:nvSpPr>
          <p:cNvPr id="4" name="Date Placeholder 3">
            <a:extLst>
              <a:ext uri="{FF2B5EF4-FFF2-40B4-BE49-F238E27FC236}">
                <a16:creationId xmlns:a16="http://schemas.microsoft.com/office/drawing/2014/main" id="{94955633-7018-BDA7-6E4B-A005CAA2409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F836FA8-91DB-5EFF-EC40-1FFA28D62E7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1C4249B9-4431-33C5-68C6-BD7D2069A542}"/>
              </a:ext>
            </a:extLst>
          </p:cNvPr>
          <p:cNvSpPr>
            <a:spLocks noGrp="1"/>
          </p:cNvSpPr>
          <p:nvPr>
            <p:ph type="sldNum" sz="quarter" idx="12"/>
          </p:nvPr>
        </p:nvSpPr>
        <p:spPr/>
        <p:txBody>
          <a:bodyPr/>
          <a:lstStyle/>
          <a:p>
            <a:fld id="{7C5CF243-786F-4254-B068-4C9F0B6EA12F}" type="slidenum">
              <a:rPr lang="en-US" altLang="en-US" smtClean="0"/>
              <a:pPr/>
              <a:t>38</a:t>
            </a:fld>
            <a:endParaRPr lang="en-US" altLang="en-US"/>
          </a:p>
        </p:txBody>
      </p:sp>
    </p:spTree>
    <p:extLst>
      <p:ext uri="{BB962C8B-B14F-4D97-AF65-F5344CB8AC3E}">
        <p14:creationId xmlns:p14="http://schemas.microsoft.com/office/powerpoint/2010/main" val="1826383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CBD0-FD25-37DD-6578-58E08EBF4D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84A0E1-236C-9A13-F50C-BD9A4F5A6CFA}"/>
              </a:ext>
            </a:extLst>
          </p:cNvPr>
          <p:cNvSpPr>
            <a:spLocks noGrp="1"/>
          </p:cNvSpPr>
          <p:nvPr>
            <p:ph idx="1"/>
          </p:nvPr>
        </p:nvSpPr>
        <p:spPr/>
        <p:txBody>
          <a:bodyPr/>
          <a:lstStyle/>
          <a:p>
            <a:r>
              <a:rPr lang="en-US" dirty="0"/>
              <a:t>Install formidable in the root </a:t>
            </a:r>
            <a:r>
              <a:rPr lang="en-US" dirty="0" err="1"/>
              <a:t>i.e</a:t>
            </a:r>
            <a:r>
              <a:rPr lang="en-US" dirty="0"/>
              <a:t> terminal using the following command:</a:t>
            </a:r>
          </a:p>
          <a:p>
            <a:r>
              <a:rPr lang="en-US" b="1" dirty="0"/>
              <a:t>Yarn add formidable or </a:t>
            </a:r>
            <a:r>
              <a:rPr lang="en-US" b="1" dirty="0" err="1"/>
              <a:t>npm</a:t>
            </a:r>
            <a:r>
              <a:rPr lang="en-US" b="1" dirty="0"/>
              <a:t> install formidable</a:t>
            </a:r>
          </a:p>
          <a:p>
            <a:endParaRPr lang="en-US" b="1" dirty="0"/>
          </a:p>
          <a:p>
            <a:pPr marL="0" indent="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formidable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This is the name of the package you're installing. In this case, "formidable" is a Node.js library for parsing form data, especially for handling file uploads.</a:t>
            </a:r>
          </a:p>
          <a:p>
            <a:pPr marL="0" indent="0">
              <a:buNone/>
            </a:pPr>
            <a:endParaRPr lang="en-US" b="1" dirty="0"/>
          </a:p>
        </p:txBody>
      </p:sp>
      <p:sp>
        <p:nvSpPr>
          <p:cNvPr id="4" name="Date Placeholder 3">
            <a:extLst>
              <a:ext uri="{FF2B5EF4-FFF2-40B4-BE49-F238E27FC236}">
                <a16:creationId xmlns:a16="http://schemas.microsoft.com/office/drawing/2014/main" id="{1097F7A8-4A4B-6FD1-D449-0B04C57FEFC3}"/>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FCE759E-A929-B81F-BFC1-50DA6E8D55D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524A602-34FA-CB2E-0002-7A20FF2E0CF0}"/>
              </a:ext>
            </a:extLst>
          </p:cNvPr>
          <p:cNvSpPr>
            <a:spLocks noGrp="1"/>
          </p:cNvSpPr>
          <p:nvPr>
            <p:ph type="sldNum" sz="quarter" idx="12"/>
          </p:nvPr>
        </p:nvSpPr>
        <p:spPr/>
        <p:txBody>
          <a:bodyPr/>
          <a:lstStyle/>
          <a:p>
            <a:fld id="{7C5CF243-786F-4254-B068-4C9F0B6EA12F}" type="slidenum">
              <a:rPr lang="en-US" altLang="en-US" smtClean="0"/>
              <a:pPr/>
              <a:t>39</a:t>
            </a:fld>
            <a:endParaRPr lang="en-US" altLang="en-US"/>
          </a:p>
        </p:txBody>
      </p:sp>
    </p:spTree>
    <p:extLst>
      <p:ext uri="{BB962C8B-B14F-4D97-AF65-F5344CB8AC3E}">
        <p14:creationId xmlns:p14="http://schemas.microsoft.com/office/powerpoint/2010/main" val="2823873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C02A9-2F19-C99B-0D7E-56DA170443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4D47B1-19C4-DD6A-54B3-4480C32A962D}"/>
              </a:ext>
            </a:extLst>
          </p:cNvPr>
          <p:cNvSpPr>
            <a:spLocks noGrp="1"/>
          </p:cNvSpPr>
          <p:nvPr>
            <p:ph idx="1"/>
          </p:nvPr>
        </p:nvSpPr>
        <p:spPr>
          <a:xfrm>
            <a:off x="990600" y="914400"/>
            <a:ext cx="8077200" cy="5638800"/>
          </a:xfrm>
        </p:spPr>
        <p:txBody>
          <a:bodyPr/>
          <a:lstStyle/>
          <a:p>
            <a:r>
              <a:rPr lang="en-US" dirty="0"/>
              <a:t>Add a new function </a:t>
            </a:r>
            <a:r>
              <a:rPr lang="en-US" dirty="0" err="1"/>
              <a:t>isSeller</a:t>
            </a:r>
            <a:r>
              <a:rPr lang="en-US" dirty="0"/>
              <a:t> in user.controller.js in server side</a:t>
            </a:r>
          </a:p>
          <a:p>
            <a:r>
              <a:rPr lang="en-US" sz="280" b="0" dirty="0">
                <a:solidFill>
                  <a:srgbClr val="008000"/>
                </a:solidFill>
                <a:effectLst/>
                <a:latin typeface="Consolas" panose="020B0609020204030204" pitchFamily="49" charset="0"/>
              </a:rPr>
              <a:t>import User from '../models/user.model.js'</a:t>
            </a:r>
          </a:p>
          <a:p>
            <a:r>
              <a:rPr lang="en-US" sz="280" b="0" dirty="0">
                <a:solidFill>
                  <a:srgbClr val="008000"/>
                </a:solidFill>
                <a:effectLst/>
                <a:latin typeface="Consolas" panose="020B0609020204030204" pitchFamily="49" charset="0"/>
              </a:rPr>
              <a:t>import extend from '</a:t>
            </a:r>
            <a:r>
              <a:rPr lang="en-US" sz="280" b="0" dirty="0" err="1">
                <a:solidFill>
                  <a:srgbClr val="008000"/>
                </a:solidFill>
                <a:effectLst/>
                <a:latin typeface="Consolas" panose="020B0609020204030204" pitchFamily="49" charset="0"/>
              </a:rPr>
              <a:t>lodash</a:t>
            </a:r>
            <a:r>
              <a:rPr lang="en-US" sz="280" b="0" dirty="0">
                <a:solidFill>
                  <a:srgbClr val="008000"/>
                </a:solidFill>
                <a:effectLst/>
                <a:latin typeface="Consolas" panose="020B0609020204030204" pitchFamily="49" charset="0"/>
              </a:rPr>
              <a:t>/extend.js'</a:t>
            </a:r>
          </a:p>
          <a:p>
            <a:r>
              <a:rPr lang="en-US" sz="280" b="0" dirty="0">
                <a:solidFill>
                  <a:srgbClr val="008000"/>
                </a:solidFill>
                <a:effectLst/>
                <a:latin typeface="Consolas" panose="020B0609020204030204" pitchFamily="49" charset="0"/>
              </a:rPr>
              <a:t>import </a:t>
            </a:r>
            <a:r>
              <a:rPr lang="en-US" sz="280" b="0" dirty="0" err="1">
                <a:solidFill>
                  <a:srgbClr val="008000"/>
                </a:solidFill>
                <a:effectLst/>
                <a:latin typeface="Consolas" panose="020B0609020204030204" pitchFamily="49" charset="0"/>
              </a:rPr>
              <a:t>errorHandler</a:t>
            </a:r>
            <a:r>
              <a:rPr lang="en-US" sz="280" b="0" dirty="0">
                <a:solidFill>
                  <a:srgbClr val="008000"/>
                </a:solidFill>
                <a:effectLst/>
                <a:latin typeface="Consolas" panose="020B0609020204030204" pitchFamily="49" charset="0"/>
              </a:rPr>
              <a:t> from './error.controller.js'</a:t>
            </a:r>
          </a:p>
          <a:p>
            <a:r>
              <a:rPr lang="en-US" sz="280" b="0" dirty="0">
                <a:solidFill>
                  <a:srgbClr val="008000"/>
                </a:solidFill>
                <a:effectLst/>
                <a:latin typeface="Consolas" panose="020B0609020204030204" pitchFamily="49" charset="0"/>
              </a:rPr>
              <a:t>const create = async (req, res) =&gt; { </a:t>
            </a:r>
          </a:p>
          <a:p>
            <a:r>
              <a:rPr lang="en-US" sz="280" b="0" dirty="0">
                <a:solidFill>
                  <a:srgbClr val="008000"/>
                </a:solidFill>
                <a:effectLst/>
                <a:latin typeface="Consolas" panose="020B0609020204030204" pitchFamily="49" charset="0"/>
              </a:rPr>
              <a:t>const user = new User(</a:t>
            </a:r>
            <a:r>
              <a:rPr lang="en-US" sz="280" b="0" dirty="0" err="1">
                <a:solidFill>
                  <a:srgbClr val="008000"/>
                </a:solidFill>
                <a:effectLst/>
                <a:latin typeface="Consolas" panose="020B0609020204030204" pitchFamily="49" charset="0"/>
              </a:rPr>
              <a:t>req.body</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try {</a:t>
            </a:r>
          </a:p>
          <a:p>
            <a:r>
              <a:rPr lang="en-US" sz="280" b="0" dirty="0">
                <a:solidFill>
                  <a:srgbClr val="008000"/>
                </a:solidFill>
                <a:effectLst/>
                <a:latin typeface="Consolas" panose="020B0609020204030204" pitchFamily="49" charset="0"/>
              </a:rPr>
              <a:t>await </a:t>
            </a:r>
            <a:r>
              <a:rPr lang="en-US" sz="280" b="0" dirty="0" err="1">
                <a:solidFill>
                  <a:srgbClr val="008000"/>
                </a:solidFill>
                <a:effectLst/>
                <a:latin typeface="Consolas" panose="020B0609020204030204" pitchFamily="49" charset="0"/>
              </a:rPr>
              <a:t>user.save</a:t>
            </a:r>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(200).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message: "Successfully signed up!"</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 catch (err) {</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error: </a:t>
            </a:r>
            <a:r>
              <a:rPr lang="en-US" sz="280" b="0" dirty="0" err="1">
                <a:solidFill>
                  <a:srgbClr val="008000"/>
                </a:solidFill>
                <a:effectLst/>
                <a:latin typeface="Consolas" panose="020B0609020204030204" pitchFamily="49" charset="0"/>
              </a:rPr>
              <a:t>errorHandler.getErrorMessage</a:t>
            </a:r>
            <a:r>
              <a:rPr lang="en-US" sz="280" b="0" dirty="0">
                <a:solidFill>
                  <a:srgbClr val="008000"/>
                </a:solidFill>
                <a:effectLst/>
                <a:latin typeface="Consolas" panose="020B0609020204030204" pitchFamily="49" charset="0"/>
              </a:rPr>
              <a:t>(err)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const list = async (req, res) =&gt; { </a:t>
            </a:r>
          </a:p>
          <a:p>
            <a:r>
              <a:rPr lang="en-US" sz="280" b="0" dirty="0">
                <a:solidFill>
                  <a:srgbClr val="008000"/>
                </a:solidFill>
                <a:effectLst/>
                <a:latin typeface="Consolas" panose="020B0609020204030204" pitchFamily="49" charset="0"/>
              </a:rPr>
              <a:t>try {</a:t>
            </a:r>
          </a:p>
          <a:p>
            <a:r>
              <a:rPr lang="en-US" sz="280" b="0" dirty="0">
                <a:solidFill>
                  <a:srgbClr val="008000"/>
                </a:solidFill>
                <a:effectLst/>
                <a:latin typeface="Consolas" panose="020B0609020204030204" pitchFamily="49" charset="0"/>
              </a:rPr>
              <a:t>let users = await </a:t>
            </a:r>
            <a:r>
              <a:rPr lang="en-US" sz="280" b="0" dirty="0" err="1">
                <a:solidFill>
                  <a:srgbClr val="008000"/>
                </a:solidFill>
                <a:effectLst/>
                <a:latin typeface="Consolas" panose="020B0609020204030204" pitchFamily="49" charset="0"/>
              </a:rPr>
              <a:t>User.find</a:t>
            </a:r>
            <a:r>
              <a:rPr lang="en-US" sz="280" b="0" dirty="0">
                <a:solidFill>
                  <a:srgbClr val="008000"/>
                </a:solidFill>
                <a:effectLst/>
                <a:latin typeface="Consolas" panose="020B0609020204030204" pitchFamily="49" charset="0"/>
              </a:rPr>
              <a:t>().select('name email updated created') </a:t>
            </a:r>
          </a:p>
          <a:p>
            <a:r>
              <a:rPr lang="en-US" sz="280" b="0" dirty="0" err="1">
                <a:solidFill>
                  <a:srgbClr val="008000"/>
                </a:solidFill>
                <a:effectLst/>
                <a:latin typeface="Consolas" panose="020B0609020204030204" pitchFamily="49" charset="0"/>
              </a:rPr>
              <a:t>res.json</a:t>
            </a:r>
            <a:r>
              <a:rPr lang="en-US" sz="280" b="0" dirty="0">
                <a:solidFill>
                  <a:srgbClr val="008000"/>
                </a:solidFill>
                <a:effectLst/>
                <a:latin typeface="Consolas" panose="020B0609020204030204" pitchFamily="49" charset="0"/>
              </a:rPr>
              <a:t>(users)</a:t>
            </a:r>
          </a:p>
          <a:p>
            <a:r>
              <a:rPr lang="en-US" sz="280" b="0" dirty="0">
                <a:solidFill>
                  <a:srgbClr val="008000"/>
                </a:solidFill>
                <a:effectLst/>
                <a:latin typeface="Consolas" panose="020B0609020204030204" pitchFamily="49" charset="0"/>
              </a:rPr>
              <a:t>} catch (err) {</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error: </a:t>
            </a:r>
            <a:r>
              <a:rPr lang="en-US" sz="280" b="0" dirty="0" err="1">
                <a:solidFill>
                  <a:srgbClr val="008000"/>
                </a:solidFill>
                <a:effectLst/>
                <a:latin typeface="Consolas" panose="020B0609020204030204" pitchFamily="49" charset="0"/>
              </a:rPr>
              <a:t>errorHandler.getErrorMessage</a:t>
            </a:r>
            <a:r>
              <a:rPr lang="en-US" sz="280" b="0" dirty="0">
                <a:solidFill>
                  <a:srgbClr val="008000"/>
                </a:solidFill>
                <a:effectLst/>
                <a:latin typeface="Consolas" panose="020B0609020204030204" pitchFamily="49" charset="0"/>
              </a:rPr>
              <a:t>(err)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const </a:t>
            </a:r>
            <a:r>
              <a:rPr lang="en-US" sz="280" b="0" dirty="0" err="1">
                <a:solidFill>
                  <a:srgbClr val="008000"/>
                </a:solidFill>
                <a:effectLst/>
                <a:latin typeface="Consolas" panose="020B0609020204030204" pitchFamily="49" charset="0"/>
              </a:rPr>
              <a:t>userByID</a:t>
            </a:r>
            <a:r>
              <a:rPr lang="en-US" sz="280" b="0" dirty="0">
                <a:solidFill>
                  <a:srgbClr val="008000"/>
                </a:solidFill>
                <a:effectLst/>
                <a:latin typeface="Consolas" panose="020B0609020204030204" pitchFamily="49" charset="0"/>
              </a:rPr>
              <a:t> = async (req, res, next, id) =&gt; { </a:t>
            </a:r>
          </a:p>
          <a:p>
            <a:r>
              <a:rPr lang="en-US" sz="280" b="0" dirty="0">
                <a:solidFill>
                  <a:srgbClr val="008000"/>
                </a:solidFill>
                <a:effectLst/>
                <a:latin typeface="Consolas" panose="020B0609020204030204" pitchFamily="49" charset="0"/>
              </a:rPr>
              <a:t>try {</a:t>
            </a:r>
          </a:p>
          <a:p>
            <a:r>
              <a:rPr lang="en-US" sz="280" b="0" dirty="0">
                <a:solidFill>
                  <a:srgbClr val="008000"/>
                </a:solidFill>
                <a:effectLst/>
                <a:latin typeface="Consolas" panose="020B0609020204030204" pitchFamily="49" charset="0"/>
              </a:rPr>
              <a:t>let user = await </a:t>
            </a:r>
            <a:r>
              <a:rPr lang="en-US" sz="280" b="0" dirty="0" err="1">
                <a:solidFill>
                  <a:srgbClr val="008000"/>
                </a:solidFill>
                <a:effectLst/>
                <a:latin typeface="Consolas" panose="020B0609020204030204" pitchFamily="49" charset="0"/>
              </a:rPr>
              <a:t>User.findById</a:t>
            </a:r>
            <a:r>
              <a:rPr lang="en-US" sz="280" b="0" dirty="0">
                <a:solidFill>
                  <a:srgbClr val="008000"/>
                </a:solidFill>
                <a:effectLst/>
                <a:latin typeface="Consolas" panose="020B0609020204030204" pitchFamily="49" charset="0"/>
              </a:rPr>
              <a:t>(id) </a:t>
            </a:r>
          </a:p>
          <a:p>
            <a:r>
              <a:rPr lang="en-US" sz="280" b="0" dirty="0">
                <a:solidFill>
                  <a:srgbClr val="008000"/>
                </a:solidFill>
                <a:effectLst/>
                <a:latin typeface="Consolas" panose="020B0609020204030204" pitchFamily="49" charset="0"/>
              </a:rPr>
              <a:t>if (!user)</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error: "User not found"</a:t>
            </a:r>
          </a:p>
          <a:p>
            <a:r>
              <a:rPr lang="en-US" sz="280" b="0" dirty="0">
                <a:solidFill>
                  <a:srgbClr val="008000"/>
                </a:solidFill>
                <a:effectLst/>
                <a:latin typeface="Consolas" panose="020B0609020204030204" pitchFamily="49" charset="0"/>
              </a:rPr>
              <a:t>})</a:t>
            </a:r>
          </a:p>
          <a:p>
            <a:r>
              <a:rPr lang="en-US" sz="280" b="0" dirty="0" err="1">
                <a:solidFill>
                  <a:srgbClr val="008000"/>
                </a:solidFill>
                <a:effectLst/>
                <a:latin typeface="Consolas" panose="020B0609020204030204" pitchFamily="49" charset="0"/>
              </a:rPr>
              <a:t>req.profile</a:t>
            </a:r>
            <a:r>
              <a:rPr lang="en-US" sz="280" b="0" dirty="0">
                <a:solidFill>
                  <a:srgbClr val="008000"/>
                </a:solidFill>
                <a:effectLst/>
                <a:latin typeface="Consolas" panose="020B0609020204030204" pitchFamily="49" charset="0"/>
              </a:rPr>
              <a:t> = user </a:t>
            </a:r>
          </a:p>
          <a:p>
            <a:r>
              <a:rPr lang="en-US" sz="280" b="0" dirty="0">
                <a:solidFill>
                  <a:srgbClr val="008000"/>
                </a:solidFill>
                <a:effectLst/>
                <a:latin typeface="Consolas" panose="020B0609020204030204" pitchFamily="49" charset="0"/>
              </a:rPr>
              <a:t>next()</a:t>
            </a:r>
          </a:p>
          <a:p>
            <a:r>
              <a:rPr lang="en-US" sz="280" b="0" dirty="0">
                <a:solidFill>
                  <a:srgbClr val="008000"/>
                </a:solidFill>
                <a:effectLst/>
                <a:latin typeface="Consolas" panose="020B0609020204030204" pitchFamily="49" charset="0"/>
              </a:rPr>
              <a:t>} catch (err) {</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error: "Could not retrieve user"</a:t>
            </a:r>
          </a:p>
          <a:p>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const read = (req, res) =&gt; {</a:t>
            </a:r>
          </a:p>
          <a:p>
            <a:r>
              <a:rPr lang="en-US" sz="280" b="0" dirty="0" err="1">
                <a:solidFill>
                  <a:srgbClr val="008000"/>
                </a:solidFill>
                <a:effectLst/>
                <a:latin typeface="Consolas" panose="020B0609020204030204" pitchFamily="49" charset="0"/>
              </a:rPr>
              <a:t>req.profile.hashed_password</a:t>
            </a:r>
            <a:r>
              <a:rPr lang="en-US" sz="280" b="0" dirty="0">
                <a:solidFill>
                  <a:srgbClr val="008000"/>
                </a:solidFill>
                <a:effectLst/>
                <a:latin typeface="Consolas" panose="020B0609020204030204" pitchFamily="49" charset="0"/>
              </a:rPr>
              <a:t> = undefined </a:t>
            </a:r>
          </a:p>
          <a:p>
            <a:r>
              <a:rPr lang="en-US" sz="280" b="0" dirty="0" err="1">
                <a:solidFill>
                  <a:srgbClr val="008000"/>
                </a:solidFill>
                <a:effectLst/>
                <a:latin typeface="Consolas" panose="020B0609020204030204" pitchFamily="49" charset="0"/>
              </a:rPr>
              <a:t>req.profile.salt</a:t>
            </a:r>
            <a:r>
              <a:rPr lang="en-US" sz="280" b="0" dirty="0">
                <a:solidFill>
                  <a:srgbClr val="008000"/>
                </a:solidFill>
                <a:effectLst/>
                <a:latin typeface="Consolas" panose="020B0609020204030204" pitchFamily="49" charset="0"/>
              </a:rPr>
              <a:t> = undefined</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res.json</a:t>
            </a:r>
            <a:r>
              <a:rPr lang="en-US" sz="280" b="0" dirty="0">
                <a:solidFill>
                  <a:srgbClr val="008000"/>
                </a:solidFill>
                <a:effectLst/>
                <a:latin typeface="Consolas" panose="020B0609020204030204" pitchFamily="49" charset="0"/>
              </a:rPr>
              <a:t>(</a:t>
            </a:r>
            <a:r>
              <a:rPr lang="en-US" sz="280" b="0" dirty="0" err="1">
                <a:solidFill>
                  <a:srgbClr val="008000"/>
                </a:solidFill>
                <a:effectLst/>
                <a:latin typeface="Consolas" panose="020B0609020204030204" pitchFamily="49" charset="0"/>
              </a:rPr>
              <a:t>req.profile</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const update = async (req, res) =&gt; { </a:t>
            </a:r>
          </a:p>
          <a:p>
            <a:r>
              <a:rPr lang="en-US" sz="280" b="0" dirty="0">
                <a:solidFill>
                  <a:srgbClr val="008000"/>
                </a:solidFill>
                <a:effectLst/>
                <a:latin typeface="Consolas" panose="020B0609020204030204" pitchFamily="49" charset="0"/>
              </a:rPr>
              <a:t>try {</a:t>
            </a:r>
          </a:p>
          <a:p>
            <a:r>
              <a:rPr lang="en-US" sz="280" b="0" dirty="0">
                <a:solidFill>
                  <a:srgbClr val="008000"/>
                </a:solidFill>
                <a:effectLst/>
                <a:latin typeface="Consolas" panose="020B0609020204030204" pitchFamily="49" charset="0"/>
              </a:rPr>
              <a:t>let user = </a:t>
            </a:r>
            <a:r>
              <a:rPr lang="en-US" sz="280" b="0" dirty="0" err="1">
                <a:solidFill>
                  <a:srgbClr val="008000"/>
                </a:solidFill>
                <a:effectLst/>
                <a:latin typeface="Consolas" panose="020B0609020204030204" pitchFamily="49" charset="0"/>
              </a:rPr>
              <a:t>req.profile</a:t>
            </a:r>
            <a:endParaRPr lang="en-US" sz="280" b="0" dirty="0">
              <a:solidFill>
                <a:srgbClr val="008000"/>
              </a:solidFill>
              <a:effectLst/>
              <a:latin typeface="Consolas" panose="020B0609020204030204" pitchFamily="49" charset="0"/>
            </a:endParaRPr>
          </a:p>
          <a:p>
            <a:r>
              <a:rPr lang="en-US" sz="280" b="0" dirty="0">
                <a:solidFill>
                  <a:srgbClr val="008000"/>
                </a:solidFill>
                <a:effectLst/>
                <a:latin typeface="Consolas" panose="020B0609020204030204" pitchFamily="49" charset="0"/>
              </a:rPr>
              <a:t>user = extend(user, </a:t>
            </a:r>
            <a:r>
              <a:rPr lang="en-US" sz="280" b="0" dirty="0" err="1">
                <a:solidFill>
                  <a:srgbClr val="008000"/>
                </a:solidFill>
                <a:effectLst/>
                <a:latin typeface="Consolas" panose="020B0609020204030204" pitchFamily="49" charset="0"/>
              </a:rPr>
              <a:t>req.body</a:t>
            </a:r>
            <a:r>
              <a:rPr lang="en-US" sz="280" b="0" dirty="0">
                <a:solidFill>
                  <a:srgbClr val="008000"/>
                </a:solidFill>
                <a:effectLst/>
                <a:latin typeface="Consolas" panose="020B0609020204030204" pitchFamily="49" charset="0"/>
              </a:rPr>
              <a:t>) </a:t>
            </a:r>
          </a:p>
          <a:p>
            <a:r>
              <a:rPr lang="en-US" sz="280" b="0" dirty="0" err="1">
                <a:solidFill>
                  <a:srgbClr val="008000"/>
                </a:solidFill>
                <a:effectLst/>
                <a:latin typeface="Consolas" panose="020B0609020204030204" pitchFamily="49" charset="0"/>
              </a:rPr>
              <a:t>user.updated</a:t>
            </a:r>
            <a:r>
              <a:rPr lang="en-US" sz="280" b="0" dirty="0">
                <a:solidFill>
                  <a:srgbClr val="008000"/>
                </a:solidFill>
                <a:effectLst/>
                <a:latin typeface="Consolas" panose="020B0609020204030204" pitchFamily="49" charset="0"/>
              </a:rPr>
              <a:t> = </a:t>
            </a:r>
            <a:r>
              <a:rPr lang="en-US" sz="280" b="0" dirty="0" err="1">
                <a:solidFill>
                  <a:srgbClr val="008000"/>
                </a:solidFill>
                <a:effectLst/>
                <a:latin typeface="Consolas" panose="020B0609020204030204" pitchFamily="49" charset="0"/>
              </a:rPr>
              <a:t>Date.now</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await </a:t>
            </a:r>
            <a:r>
              <a:rPr lang="en-US" sz="280" b="0" dirty="0" err="1">
                <a:solidFill>
                  <a:srgbClr val="008000"/>
                </a:solidFill>
                <a:effectLst/>
                <a:latin typeface="Consolas" panose="020B0609020204030204" pitchFamily="49" charset="0"/>
              </a:rPr>
              <a:t>user.save</a:t>
            </a:r>
            <a:r>
              <a:rPr lang="en-US" sz="280" b="0" dirty="0">
                <a:solidFill>
                  <a:srgbClr val="008000"/>
                </a:solidFill>
                <a:effectLst/>
                <a:latin typeface="Consolas" panose="020B0609020204030204" pitchFamily="49" charset="0"/>
              </a:rPr>
              <a:t>()</a:t>
            </a:r>
          </a:p>
          <a:p>
            <a:r>
              <a:rPr lang="en-US" sz="280" b="0" dirty="0" err="1">
                <a:solidFill>
                  <a:srgbClr val="008000"/>
                </a:solidFill>
                <a:effectLst/>
                <a:latin typeface="Consolas" panose="020B0609020204030204" pitchFamily="49" charset="0"/>
              </a:rPr>
              <a:t>user.hashed_password</a:t>
            </a:r>
            <a:r>
              <a:rPr lang="en-US" sz="280" b="0" dirty="0">
                <a:solidFill>
                  <a:srgbClr val="008000"/>
                </a:solidFill>
                <a:effectLst/>
                <a:latin typeface="Consolas" panose="020B0609020204030204" pitchFamily="49" charset="0"/>
              </a:rPr>
              <a:t> = undefined </a:t>
            </a:r>
          </a:p>
          <a:p>
            <a:r>
              <a:rPr lang="en-US" sz="280" b="0" dirty="0" err="1">
                <a:solidFill>
                  <a:srgbClr val="008000"/>
                </a:solidFill>
                <a:effectLst/>
                <a:latin typeface="Consolas" panose="020B0609020204030204" pitchFamily="49" charset="0"/>
              </a:rPr>
              <a:t>user.salt</a:t>
            </a:r>
            <a:r>
              <a:rPr lang="en-US" sz="280" b="0" dirty="0">
                <a:solidFill>
                  <a:srgbClr val="008000"/>
                </a:solidFill>
                <a:effectLst/>
                <a:latin typeface="Consolas" panose="020B0609020204030204" pitchFamily="49" charset="0"/>
              </a:rPr>
              <a:t> = undefined</a:t>
            </a:r>
          </a:p>
          <a:p>
            <a:r>
              <a:rPr lang="en-US" sz="280" b="0" dirty="0" err="1">
                <a:solidFill>
                  <a:srgbClr val="008000"/>
                </a:solidFill>
                <a:effectLst/>
                <a:latin typeface="Consolas" panose="020B0609020204030204" pitchFamily="49" charset="0"/>
              </a:rPr>
              <a:t>res.json</a:t>
            </a:r>
            <a:r>
              <a:rPr lang="en-US" sz="280" b="0" dirty="0">
                <a:solidFill>
                  <a:srgbClr val="008000"/>
                </a:solidFill>
                <a:effectLst/>
                <a:latin typeface="Consolas" panose="020B0609020204030204" pitchFamily="49" charset="0"/>
              </a:rPr>
              <a:t>(user) </a:t>
            </a:r>
          </a:p>
          <a:p>
            <a:r>
              <a:rPr lang="en-US" sz="280" b="0" dirty="0">
                <a:solidFill>
                  <a:srgbClr val="008000"/>
                </a:solidFill>
                <a:effectLst/>
                <a:latin typeface="Consolas" panose="020B0609020204030204" pitchFamily="49" charset="0"/>
              </a:rPr>
              <a:t>} catch (err) {</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error: </a:t>
            </a:r>
            <a:r>
              <a:rPr lang="en-US" sz="280" b="0" dirty="0" err="1">
                <a:solidFill>
                  <a:srgbClr val="008000"/>
                </a:solidFill>
                <a:effectLst/>
                <a:latin typeface="Consolas" panose="020B0609020204030204" pitchFamily="49" charset="0"/>
              </a:rPr>
              <a:t>errorHandler.getErrorMessage</a:t>
            </a:r>
            <a:r>
              <a:rPr lang="en-US" sz="280" b="0" dirty="0">
                <a:solidFill>
                  <a:srgbClr val="008000"/>
                </a:solidFill>
                <a:effectLst/>
                <a:latin typeface="Consolas" panose="020B0609020204030204" pitchFamily="49" charset="0"/>
              </a:rPr>
              <a:t>(err)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const remove = async (req, res) =&gt; { </a:t>
            </a:r>
          </a:p>
          <a:p>
            <a:r>
              <a:rPr lang="en-US" sz="280" b="0" dirty="0">
                <a:solidFill>
                  <a:srgbClr val="008000"/>
                </a:solidFill>
                <a:effectLst/>
                <a:latin typeface="Consolas" panose="020B0609020204030204" pitchFamily="49" charset="0"/>
              </a:rPr>
              <a:t>try {</a:t>
            </a:r>
          </a:p>
          <a:p>
            <a:r>
              <a:rPr lang="en-US" sz="280" b="0" dirty="0">
                <a:solidFill>
                  <a:srgbClr val="008000"/>
                </a:solidFill>
                <a:effectLst/>
                <a:latin typeface="Consolas" panose="020B0609020204030204" pitchFamily="49" charset="0"/>
              </a:rPr>
              <a:t>let user = </a:t>
            </a:r>
            <a:r>
              <a:rPr lang="en-US" sz="280" b="0" dirty="0" err="1">
                <a:solidFill>
                  <a:srgbClr val="008000"/>
                </a:solidFill>
                <a:effectLst/>
                <a:latin typeface="Consolas" panose="020B0609020204030204" pitchFamily="49" charset="0"/>
              </a:rPr>
              <a:t>req.profile</a:t>
            </a:r>
            <a:endParaRPr lang="en-US" sz="280" b="0" dirty="0">
              <a:solidFill>
                <a:srgbClr val="008000"/>
              </a:solidFill>
              <a:effectLst/>
              <a:latin typeface="Consolas" panose="020B0609020204030204" pitchFamily="49" charset="0"/>
            </a:endParaRPr>
          </a:p>
          <a:p>
            <a:r>
              <a:rPr lang="en-US" sz="280" b="0" dirty="0">
                <a:solidFill>
                  <a:srgbClr val="008000"/>
                </a:solidFill>
                <a:effectLst/>
                <a:latin typeface="Consolas" panose="020B0609020204030204" pitchFamily="49" charset="0"/>
              </a:rPr>
              <a:t>let </a:t>
            </a:r>
            <a:r>
              <a:rPr lang="en-US" sz="280" b="0" dirty="0" err="1">
                <a:solidFill>
                  <a:srgbClr val="008000"/>
                </a:solidFill>
                <a:effectLst/>
                <a:latin typeface="Consolas" panose="020B0609020204030204" pitchFamily="49" charset="0"/>
              </a:rPr>
              <a:t>deletedUser</a:t>
            </a:r>
            <a:r>
              <a:rPr lang="en-US" sz="280" b="0" dirty="0">
                <a:solidFill>
                  <a:srgbClr val="008000"/>
                </a:solidFill>
                <a:effectLst/>
                <a:latin typeface="Consolas" panose="020B0609020204030204" pitchFamily="49" charset="0"/>
              </a:rPr>
              <a:t> = await </a:t>
            </a:r>
            <a:r>
              <a:rPr lang="en-US" sz="280" b="0" dirty="0" err="1">
                <a:solidFill>
                  <a:srgbClr val="008000"/>
                </a:solidFill>
                <a:effectLst/>
                <a:latin typeface="Consolas" panose="020B0609020204030204" pitchFamily="49" charset="0"/>
              </a:rPr>
              <a:t>user.deleteOne</a:t>
            </a:r>
            <a:r>
              <a:rPr lang="en-US" sz="280" b="0" dirty="0">
                <a:solidFill>
                  <a:srgbClr val="008000"/>
                </a:solidFill>
                <a:effectLst/>
                <a:latin typeface="Consolas" panose="020B0609020204030204" pitchFamily="49" charset="0"/>
              </a:rPr>
              <a:t>() </a:t>
            </a:r>
          </a:p>
          <a:p>
            <a:r>
              <a:rPr lang="en-US" sz="280" b="0" dirty="0" err="1">
                <a:solidFill>
                  <a:srgbClr val="008000"/>
                </a:solidFill>
                <a:effectLst/>
                <a:latin typeface="Consolas" panose="020B0609020204030204" pitchFamily="49" charset="0"/>
              </a:rPr>
              <a:t>deletedUser.hashed_password</a:t>
            </a:r>
            <a:r>
              <a:rPr lang="en-US" sz="280" b="0" dirty="0">
                <a:solidFill>
                  <a:srgbClr val="008000"/>
                </a:solidFill>
                <a:effectLst/>
                <a:latin typeface="Consolas" panose="020B0609020204030204" pitchFamily="49" charset="0"/>
              </a:rPr>
              <a:t> = undefined </a:t>
            </a:r>
          </a:p>
          <a:p>
            <a:r>
              <a:rPr lang="en-US" sz="280" b="0" dirty="0" err="1">
                <a:solidFill>
                  <a:srgbClr val="008000"/>
                </a:solidFill>
                <a:effectLst/>
                <a:latin typeface="Consolas" panose="020B0609020204030204" pitchFamily="49" charset="0"/>
              </a:rPr>
              <a:t>deletedUser.salt</a:t>
            </a:r>
            <a:r>
              <a:rPr lang="en-US" sz="280" b="0" dirty="0">
                <a:solidFill>
                  <a:srgbClr val="008000"/>
                </a:solidFill>
                <a:effectLst/>
                <a:latin typeface="Consolas" panose="020B0609020204030204" pitchFamily="49" charset="0"/>
              </a:rPr>
              <a:t> = undefined</a:t>
            </a:r>
          </a:p>
          <a:p>
            <a:r>
              <a:rPr lang="en-US" sz="280" b="0" dirty="0" err="1">
                <a:solidFill>
                  <a:srgbClr val="008000"/>
                </a:solidFill>
                <a:effectLst/>
                <a:latin typeface="Consolas" panose="020B0609020204030204" pitchFamily="49" charset="0"/>
              </a:rPr>
              <a:t>res.json</a:t>
            </a:r>
            <a:r>
              <a:rPr lang="en-US" sz="280" b="0" dirty="0">
                <a:solidFill>
                  <a:srgbClr val="008000"/>
                </a:solidFill>
                <a:effectLst/>
                <a:latin typeface="Consolas" panose="020B0609020204030204" pitchFamily="49" charset="0"/>
              </a:rPr>
              <a:t>(</a:t>
            </a:r>
            <a:r>
              <a:rPr lang="en-US" sz="280" b="0" dirty="0" err="1">
                <a:solidFill>
                  <a:srgbClr val="008000"/>
                </a:solidFill>
                <a:effectLst/>
                <a:latin typeface="Consolas" panose="020B0609020204030204" pitchFamily="49" charset="0"/>
              </a:rPr>
              <a:t>deletedUser</a:t>
            </a:r>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 catch (err) {</a:t>
            </a:r>
          </a:p>
          <a:p>
            <a:r>
              <a:rPr lang="en-US" sz="280" b="0" dirty="0">
                <a:solidFill>
                  <a:srgbClr val="008000"/>
                </a:solidFill>
                <a:effectLst/>
                <a:latin typeface="Consolas" panose="020B0609020204030204" pitchFamily="49" charset="0"/>
              </a:rPr>
              <a:t>return </a:t>
            </a:r>
            <a:r>
              <a:rPr lang="en-US" sz="280" b="0" dirty="0" err="1">
                <a:solidFill>
                  <a:srgbClr val="008000"/>
                </a:solidFill>
                <a:effectLst/>
                <a:latin typeface="Consolas" panose="020B0609020204030204" pitchFamily="49" charset="0"/>
              </a:rPr>
              <a:t>res.status</a:t>
            </a:r>
            <a:r>
              <a:rPr lang="en-US" sz="280" b="0" dirty="0">
                <a:solidFill>
                  <a:srgbClr val="008000"/>
                </a:solidFill>
                <a:effectLst/>
                <a:latin typeface="Consolas" panose="020B0609020204030204" pitchFamily="49" charset="0"/>
              </a:rPr>
              <a:t>(400).</a:t>
            </a:r>
            <a:r>
              <a:rPr lang="en-US" sz="280" b="0" dirty="0" err="1">
                <a:solidFill>
                  <a:srgbClr val="008000"/>
                </a:solidFill>
                <a:effectLst/>
                <a:latin typeface="Consolas" panose="020B0609020204030204" pitchFamily="49" charset="0"/>
              </a:rPr>
              <a:t>json</a:t>
            </a:r>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error: </a:t>
            </a:r>
            <a:r>
              <a:rPr lang="en-US" sz="280" b="0" dirty="0" err="1">
                <a:solidFill>
                  <a:srgbClr val="008000"/>
                </a:solidFill>
                <a:effectLst/>
                <a:latin typeface="Consolas" panose="020B0609020204030204" pitchFamily="49" charset="0"/>
              </a:rPr>
              <a:t>errorHandler.getErrorMessage</a:t>
            </a:r>
            <a:r>
              <a:rPr lang="en-US" sz="280" b="0" dirty="0">
                <a:solidFill>
                  <a:srgbClr val="008000"/>
                </a:solidFill>
                <a:effectLst/>
                <a:latin typeface="Consolas" panose="020B0609020204030204" pitchFamily="49" charset="0"/>
              </a:rPr>
              <a:t>(err) </a:t>
            </a:r>
          </a:p>
          <a:p>
            <a:r>
              <a:rPr lang="en-US" sz="280" b="0" dirty="0">
                <a:solidFill>
                  <a:srgbClr val="008000"/>
                </a:solidFill>
                <a:effectLst/>
                <a:latin typeface="Consolas" panose="020B0609020204030204" pitchFamily="49" charset="0"/>
              </a:rPr>
              <a:t>})</a:t>
            </a:r>
          </a:p>
          <a:p>
            <a:r>
              <a:rPr lang="en-US" sz="280" b="0" dirty="0">
                <a:solidFill>
                  <a:srgbClr val="008000"/>
                </a:solidFill>
                <a:effectLst/>
                <a:latin typeface="Consolas" panose="020B0609020204030204" pitchFamily="49" charset="0"/>
              </a:rPr>
              <a:t>} </a:t>
            </a:r>
          </a:p>
          <a:p>
            <a:r>
              <a:rPr lang="en-US" sz="280" b="0" dirty="0">
                <a:solidFill>
                  <a:srgbClr val="008000"/>
                </a:solidFill>
                <a:effectLst/>
                <a:latin typeface="Consolas" panose="020B0609020204030204" pitchFamily="49" charset="0"/>
              </a:rPr>
              <a:t>};</a:t>
            </a:r>
          </a:p>
          <a:p>
            <a:br>
              <a:rPr lang="en-US" sz="280" b="0" dirty="0">
                <a:solidFill>
                  <a:srgbClr val="008000"/>
                </a:solidFill>
                <a:effectLst/>
                <a:latin typeface="Consolas" panose="020B0609020204030204" pitchFamily="49" charset="0"/>
              </a:rPr>
            </a:br>
            <a:r>
              <a:rPr lang="en-US" sz="280" b="0" dirty="0">
                <a:solidFill>
                  <a:srgbClr val="008000"/>
                </a:solidFill>
                <a:effectLst/>
                <a:highlight>
                  <a:srgbClr val="FFFF00"/>
                </a:highlight>
                <a:latin typeface="Consolas" panose="020B0609020204030204" pitchFamily="49" charset="0"/>
              </a:rPr>
              <a:t>const </a:t>
            </a:r>
            <a:r>
              <a:rPr lang="en-US" sz="280" b="0" dirty="0" err="1">
                <a:solidFill>
                  <a:srgbClr val="008000"/>
                </a:solidFill>
                <a:effectLst/>
                <a:highlight>
                  <a:srgbClr val="FFFF00"/>
                </a:highlight>
                <a:latin typeface="Consolas" panose="020B0609020204030204" pitchFamily="49" charset="0"/>
              </a:rPr>
              <a:t>isSeller</a:t>
            </a:r>
            <a:r>
              <a:rPr lang="en-US" sz="280" b="0" dirty="0">
                <a:solidFill>
                  <a:srgbClr val="008000"/>
                </a:solidFill>
                <a:effectLst/>
                <a:highlight>
                  <a:srgbClr val="FFFF00"/>
                </a:highlight>
                <a:latin typeface="Consolas" panose="020B0609020204030204" pitchFamily="49" charset="0"/>
              </a:rPr>
              <a:t> = (req, res, next)=&gt;{</a:t>
            </a:r>
          </a:p>
          <a:p>
            <a:r>
              <a:rPr lang="en-US" sz="280" b="0" dirty="0">
                <a:solidFill>
                  <a:srgbClr val="008000"/>
                </a:solidFill>
                <a:effectLst/>
                <a:highlight>
                  <a:srgbClr val="FFFF00"/>
                </a:highlight>
                <a:latin typeface="Consolas" panose="020B0609020204030204" pitchFamily="49" charset="0"/>
              </a:rPr>
              <a:t>    const </a:t>
            </a:r>
            <a:r>
              <a:rPr lang="en-US" sz="280" b="0" dirty="0" err="1">
                <a:solidFill>
                  <a:srgbClr val="008000"/>
                </a:solidFill>
                <a:effectLst/>
                <a:highlight>
                  <a:srgbClr val="FFFF00"/>
                </a:highlight>
                <a:latin typeface="Consolas" panose="020B0609020204030204" pitchFamily="49" charset="0"/>
              </a:rPr>
              <a:t>isSeller</a:t>
            </a:r>
            <a:r>
              <a:rPr lang="en-US" sz="280" b="0" dirty="0">
                <a:solidFill>
                  <a:srgbClr val="008000"/>
                </a:solidFill>
                <a:effectLst/>
                <a:highlight>
                  <a:srgbClr val="FFFF00"/>
                </a:highlight>
                <a:latin typeface="Consolas" panose="020B0609020204030204" pitchFamily="49" charset="0"/>
              </a:rPr>
              <a:t> = </a:t>
            </a:r>
            <a:r>
              <a:rPr lang="en-US" sz="280" b="0" dirty="0" err="1">
                <a:solidFill>
                  <a:srgbClr val="008000"/>
                </a:solidFill>
                <a:effectLst/>
                <a:highlight>
                  <a:srgbClr val="FFFF00"/>
                </a:highlight>
                <a:latin typeface="Consolas" panose="020B0609020204030204" pitchFamily="49" charset="0"/>
              </a:rPr>
              <a:t>req.profile</a:t>
            </a:r>
            <a:r>
              <a:rPr lang="en-US" sz="280" b="0" dirty="0">
                <a:solidFill>
                  <a:srgbClr val="008000"/>
                </a:solidFill>
                <a:effectLst/>
                <a:highlight>
                  <a:srgbClr val="FFFF00"/>
                </a:highlight>
                <a:latin typeface="Consolas" panose="020B0609020204030204" pitchFamily="49" charset="0"/>
              </a:rPr>
              <a:t> &amp;&amp; </a:t>
            </a:r>
            <a:r>
              <a:rPr lang="en-US" sz="280" b="0" dirty="0" err="1">
                <a:solidFill>
                  <a:srgbClr val="008000"/>
                </a:solidFill>
                <a:effectLst/>
                <a:highlight>
                  <a:srgbClr val="FFFF00"/>
                </a:highlight>
                <a:latin typeface="Consolas" panose="020B0609020204030204" pitchFamily="49" charset="0"/>
              </a:rPr>
              <a:t>req.profile.seller</a:t>
            </a:r>
            <a:r>
              <a:rPr lang="en-US" sz="280" b="0" dirty="0">
                <a:solidFill>
                  <a:srgbClr val="008000"/>
                </a:solidFill>
                <a:effectLst/>
                <a:highlight>
                  <a:srgbClr val="FFFF00"/>
                </a:highlight>
                <a:latin typeface="Consolas" panose="020B0609020204030204" pitchFamily="49" charset="0"/>
              </a:rPr>
              <a:t>;</a:t>
            </a:r>
          </a:p>
          <a:p>
            <a:r>
              <a:rPr lang="en-US" sz="280" b="0" dirty="0">
                <a:solidFill>
                  <a:srgbClr val="008000"/>
                </a:solidFill>
                <a:effectLst/>
                <a:highlight>
                  <a:srgbClr val="FFFF00"/>
                </a:highlight>
                <a:latin typeface="Consolas" panose="020B0609020204030204" pitchFamily="49" charset="0"/>
              </a:rPr>
              <a:t>    if (!</a:t>
            </a:r>
            <a:r>
              <a:rPr lang="en-US" sz="280" b="0" dirty="0" err="1">
                <a:solidFill>
                  <a:srgbClr val="008000"/>
                </a:solidFill>
                <a:effectLst/>
                <a:highlight>
                  <a:srgbClr val="FFFF00"/>
                </a:highlight>
                <a:latin typeface="Consolas" panose="020B0609020204030204" pitchFamily="49" charset="0"/>
              </a:rPr>
              <a:t>isSeller</a:t>
            </a:r>
            <a:r>
              <a:rPr lang="en-US" sz="280" b="0" dirty="0">
                <a:solidFill>
                  <a:srgbClr val="008000"/>
                </a:solidFill>
                <a:effectLst/>
                <a:highlight>
                  <a:srgbClr val="FFFF00"/>
                </a:highlight>
                <a:latin typeface="Consolas" panose="020B0609020204030204" pitchFamily="49" charset="0"/>
              </a:rPr>
              <a:t>){</a:t>
            </a:r>
          </a:p>
          <a:p>
            <a:r>
              <a:rPr lang="en-US" sz="280" b="0" dirty="0">
                <a:solidFill>
                  <a:srgbClr val="008000"/>
                </a:solidFill>
                <a:effectLst/>
                <a:highlight>
                  <a:srgbClr val="FFFF00"/>
                </a:highlight>
                <a:latin typeface="Consolas" panose="020B0609020204030204" pitchFamily="49" charset="0"/>
              </a:rPr>
              <a:t>        return </a:t>
            </a:r>
            <a:r>
              <a:rPr lang="en-US" sz="280" b="0" dirty="0" err="1">
                <a:solidFill>
                  <a:srgbClr val="008000"/>
                </a:solidFill>
                <a:effectLst/>
                <a:highlight>
                  <a:srgbClr val="FFFF00"/>
                </a:highlight>
                <a:latin typeface="Consolas" panose="020B0609020204030204" pitchFamily="49" charset="0"/>
              </a:rPr>
              <a:t>res.status</a:t>
            </a:r>
            <a:r>
              <a:rPr lang="en-US" sz="280" b="0" dirty="0">
                <a:solidFill>
                  <a:srgbClr val="008000"/>
                </a:solidFill>
                <a:effectLst/>
                <a:highlight>
                  <a:srgbClr val="FFFF00"/>
                </a:highlight>
                <a:latin typeface="Consolas" panose="020B0609020204030204" pitchFamily="49" charset="0"/>
              </a:rPr>
              <a:t>("403").</a:t>
            </a:r>
            <a:r>
              <a:rPr lang="en-US" sz="280" b="0" dirty="0" err="1">
                <a:solidFill>
                  <a:srgbClr val="008000"/>
                </a:solidFill>
                <a:effectLst/>
                <a:highlight>
                  <a:srgbClr val="FFFF00"/>
                </a:highlight>
                <a:latin typeface="Consolas" panose="020B0609020204030204" pitchFamily="49" charset="0"/>
              </a:rPr>
              <a:t>json</a:t>
            </a:r>
            <a:r>
              <a:rPr lang="en-US" sz="280" b="0" dirty="0">
                <a:solidFill>
                  <a:srgbClr val="008000"/>
                </a:solidFill>
                <a:effectLst/>
                <a:highlight>
                  <a:srgbClr val="FFFF00"/>
                </a:highlight>
                <a:latin typeface="Consolas" panose="020B0609020204030204" pitchFamily="49" charset="0"/>
              </a:rPr>
              <a:t>({</a:t>
            </a:r>
          </a:p>
          <a:p>
            <a:r>
              <a:rPr lang="en-US" sz="280" b="0" dirty="0">
                <a:solidFill>
                  <a:srgbClr val="008000"/>
                </a:solidFill>
                <a:effectLst/>
                <a:highlight>
                  <a:srgbClr val="FFFF00"/>
                </a:highlight>
                <a:latin typeface="Consolas" panose="020B0609020204030204" pitchFamily="49" charset="0"/>
              </a:rPr>
              <a:t>            </a:t>
            </a:r>
            <a:r>
              <a:rPr lang="en-US" sz="280" b="0" dirty="0" err="1">
                <a:solidFill>
                  <a:srgbClr val="008000"/>
                </a:solidFill>
                <a:effectLst/>
                <a:highlight>
                  <a:srgbClr val="FFFF00"/>
                </a:highlight>
                <a:latin typeface="Consolas" panose="020B0609020204030204" pitchFamily="49" charset="0"/>
              </a:rPr>
              <a:t>error:"user</a:t>
            </a:r>
            <a:r>
              <a:rPr lang="en-US" sz="280" b="0" dirty="0">
                <a:solidFill>
                  <a:srgbClr val="008000"/>
                </a:solidFill>
                <a:effectLst/>
                <a:highlight>
                  <a:srgbClr val="FFFF00"/>
                </a:highlight>
                <a:latin typeface="Consolas" panose="020B0609020204030204" pitchFamily="49" charset="0"/>
              </a:rPr>
              <a:t> is not a seller",</a:t>
            </a:r>
          </a:p>
          <a:p>
            <a:r>
              <a:rPr lang="en-US" sz="280" b="0" dirty="0">
                <a:solidFill>
                  <a:srgbClr val="008000"/>
                </a:solidFill>
                <a:effectLst/>
                <a:highlight>
                  <a:srgbClr val="FFFF00"/>
                </a:highlight>
                <a:latin typeface="Consolas" panose="020B0609020204030204" pitchFamily="49" charset="0"/>
              </a:rPr>
              <a:t>        });    </a:t>
            </a:r>
          </a:p>
          <a:p>
            <a:r>
              <a:rPr lang="en-US" sz="280" b="0" dirty="0">
                <a:solidFill>
                  <a:srgbClr val="008000"/>
                </a:solidFill>
                <a:effectLst/>
                <a:highlight>
                  <a:srgbClr val="FFFF00"/>
                </a:highlight>
                <a:latin typeface="Consolas" panose="020B0609020204030204" pitchFamily="49" charset="0"/>
              </a:rPr>
              <a:t>    }</a:t>
            </a:r>
          </a:p>
          <a:p>
            <a:r>
              <a:rPr lang="en-US" sz="280" b="0" dirty="0">
                <a:solidFill>
                  <a:srgbClr val="008000"/>
                </a:solidFill>
                <a:effectLst/>
                <a:highlight>
                  <a:srgbClr val="FFFF00"/>
                </a:highlight>
                <a:latin typeface="Consolas" panose="020B0609020204030204" pitchFamily="49" charset="0"/>
              </a:rPr>
              <a:t>    next();</a:t>
            </a:r>
          </a:p>
          <a:p>
            <a:r>
              <a:rPr lang="en-US" sz="280" b="0" dirty="0">
                <a:solidFill>
                  <a:srgbClr val="008000"/>
                </a:solidFill>
                <a:effectLst/>
                <a:highlight>
                  <a:srgbClr val="FFFF00"/>
                </a:highlight>
                <a:latin typeface="Consolas" panose="020B0609020204030204" pitchFamily="49" charset="0"/>
              </a:rPr>
              <a:t>};</a:t>
            </a:r>
          </a:p>
          <a:p>
            <a:endParaRPr lang="en-US" sz="280" b="0" dirty="0">
              <a:solidFill>
                <a:srgbClr val="008000"/>
              </a:solidFill>
              <a:effectLst/>
              <a:highlight>
                <a:srgbClr val="FFFF00"/>
              </a:highlight>
              <a:latin typeface="Consolas" panose="020B0609020204030204" pitchFamily="49" charset="0"/>
            </a:endParaRPr>
          </a:p>
          <a:p>
            <a:r>
              <a:rPr lang="en-US" sz="280" b="0" dirty="0">
                <a:solidFill>
                  <a:srgbClr val="008000"/>
                </a:solidFill>
                <a:effectLst/>
                <a:latin typeface="Consolas" panose="020B0609020204030204" pitchFamily="49" charset="0"/>
              </a:rPr>
              <a:t>export default { create, </a:t>
            </a:r>
            <a:r>
              <a:rPr lang="en-US" sz="280" b="0" dirty="0" err="1">
                <a:solidFill>
                  <a:srgbClr val="008000"/>
                </a:solidFill>
                <a:effectLst/>
                <a:latin typeface="Consolas" panose="020B0609020204030204" pitchFamily="49" charset="0"/>
              </a:rPr>
              <a:t>userByID</a:t>
            </a:r>
            <a:r>
              <a:rPr lang="en-US" sz="280" b="0" dirty="0">
                <a:solidFill>
                  <a:srgbClr val="008000"/>
                </a:solidFill>
                <a:effectLst/>
                <a:latin typeface="Consolas" panose="020B0609020204030204" pitchFamily="49" charset="0"/>
              </a:rPr>
              <a:t>, read, list, remove, update }</a:t>
            </a:r>
          </a:p>
          <a:p>
            <a:br>
              <a:rPr lang="en-US" sz="300" b="0" dirty="0">
                <a:solidFill>
                  <a:srgbClr val="008000"/>
                </a:solidFill>
                <a:effectLst/>
                <a:latin typeface="Consolas" panose="020B0609020204030204" pitchFamily="49" charset="0"/>
              </a:rPr>
            </a:br>
            <a:endParaRPr lang="en-US" sz="30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D4B6980F-AFB8-852D-1B09-F412FB869847}"/>
              </a:ext>
            </a:extLst>
          </p:cNvPr>
          <p:cNvSpPr>
            <a:spLocks noGrp="1"/>
          </p:cNvSpPr>
          <p:nvPr>
            <p:ph type="dt" sz="half" idx="10"/>
          </p:nvPr>
        </p:nvSpPr>
        <p:spPr/>
        <p:txBody>
          <a:bodyPr/>
          <a:lstStyle/>
          <a:p>
            <a:pPr>
              <a:defRPr/>
            </a:pPr>
            <a:fld id="{C9C54A8A-EC83-4BC5-B48C-A23671E55882}" type="datetime1">
              <a:rPr lang="en-US" smtClean="0"/>
              <a:t>7/18/2026</a:t>
            </a:fld>
            <a:endParaRPr lang="en-US" dirty="0"/>
          </a:p>
        </p:txBody>
      </p:sp>
      <p:sp>
        <p:nvSpPr>
          <p:cNvPr id="5" name="Footer Placeholder 4">
            <a:extLst>
              <a:ext uri="{FF2B5EF4-FFF2-40B4-BE49-F238E27FC236}">
                <a16:creationId xmlns:a16="http://schemas.microsoft.com/office/drawing/2014/main" id="{7BDD0616-CE02-4B90-4477-90449272D61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D76333E-9EBB-E92B-4616-6E79F208C5A9}"/>
              </a:ext>
            </a:extLst>
          </p:cNvPr>
          <p:cNvSpPr>
            <a:spLocks noGrp="1"/>
          </p:cNvSpPr>
          <p:nvPr>
            <p:ph type="sldNum" sz="quarter" idx="12"/>
          </p:nvPr>
        </p:nvSpPr>
        <p:spPr/>
        <p:txBody>
          <a:bodyPr/>
          <a:lstStyle/>
          <a:p>
            <a:fld id="{7C5CF243-786F-4254-B068-4C9F0B6EA12F}" type="slidenum">
              <a:rPr lang="en-US" altLang="en-US" smtClean="0"/>
              <a:pPr/>
              <a:t>40</a:t>
            </a:fld>
            <a:endParaRPr lang="en-US" altLang="en-US"/>
          </a:p>
        </p:txBody>
      </p:sp>
    </p:spTree>
    <p:extLst>
      <p:ext uri="{BB962C8B-B14F-4D97-AF65-F5344CB8AC3E}">
        <p14:creationId xmlns:p14="http://schemas.microsoft.com/office/powerpoint/2010/main" val="471564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15D4D-CB65-A093-F995-460DBC45204A}"/>
              </a:ext>
            </a:extLst>
          </p:cNvPr>
          <p:cNvSpPr>
            <a:spLocks noGrp="1"/>
          </p:cNvSpPr>
          <p:nvPr>
            <p:ph type="title"/>
          </p:nvPr>
        </p:nvSpPr>
        <p:spPr/>
        <p:txBody>
          <a:bodyPr/>
          <a:lstStyle/>
          <a:p>
            <a:r>
              <a:rPr lang="en-US" dirty="0"/>
              <a:t>Updated server/controllers/user.controller.js</a:t>
            </a:r>
          </a:p>
        </p:txBody>
      </p:sp>
      <p:sp>
        <p:nvSpPr>
          <p:cNvPr id="3" name="Content Placeholder 2">
            <a:extLst>
              <a:ext uri="{FF2B5EF4-FFF2-40B4-BE49-F238E27FC236}">
                <a16:creationId xmlns:a16="http://schemas.microsoft.com/office/drawing/2014/main" id="{706AE43C-C80C-8F9F-3D25-C570EF2B90CD}"/>
              </a:ext>
            </a:extLst>
          </p:cNvPr>
          <p:cNvSpPr>
            <a:spLocks noGrp="1"/>
          </p:cNvSpPr>
          <p:nvPr>
            <p:ph idx="1"/>
          </p:nvPr>
        </p:nvSpPr>
        <p:spPr/>
        <p:txBody>
          <a:bodyPr/>
          <a:lstStyle/>
          <a:p>
            <a:r>
              <a:rPr lang="en-US" sz="320" b="0" dirty="0">
                <a:solidFill>
                  <a:srgbClr val="008000"/>
                </a:solidFill>
                <a:effectLst/>
                <a:latin typeface="Consolas" panose="020B0609020204030204" pitchFamily="49" charset="0"/>
              </a:rPr>
              <a:t>import User from '../models/user.model.js'</a:t>
            </a:r>
          </a:p>
          <a:p>
            <a:r>
              <a:rPr lang="en-US" sz="320" b="0" dirty="0">
                <a:solidFill>
                  <a:srgbClr val="008000"/>
                </a:solidFill>
                <a:effectLst/>
                <a:latin typeface="Consolas" panose="020B0609020204030204" pitchFamily="49" charset="0"/>
              </a:rPr>
              <a:t>import extend from '</a:t>
            </a:r>
            <a:r>
              <a:rPr lang="en-US" sz="320" b="0" dirty="0" err="1">
                <a:solidFill>
                  <a:srgbClr val="008000"/>
                </a:solidFill>
                <a:effectLst/>
                <a:latin typeface="Consolas" panose="020B0609020204030204" pitchFamily="49" charset="0"/>
              </a:rPr>
              <a:t>lodash</a:t>
            </a:r>
            <a:r>
              <a:rPr lang="en-US" sz="320" b="0" dirty="0">
                <a:solidFill>
                  <a:srgbClr val="008000"/>
                </a:solidFill>
                <a:effectLst/>
                <a:latin typeface="Consolas" panose="020B0609020204030204" pitchFamily="49" charset="0"/>
              </a:rPr>
              <a:t>/extend.js'</a:t>
            </a:r>
          </a:p>
          <a:p>
            <a:r>
              <a:rPr lang="en-US" sz="320" b="0" dirty="0">
                <a:solidFill>
                  <a:srgbClr val="008000"/>
                </a:solidFill>
                <a:effectLst/>
                <a:latin typeface="Consolas" panose="020B0609020204030204" pitchFamily="49" charset="0"/>
              </a:rPr>
              <a:t>import </a:t>
            </a:r>
            <a:r>
              <a:rPr lang="en-US" sz="320" b="0" dirty="0" err="1">
                <a:solidFill>
                  <a:srgbClr val="008000"/>
                </a:solidFill>
                <a:effectLst/>
                <a:latin typeface="Consolas" panose="020B0609020204030204" pitchFamily="49" charset="0"/>
              </a:rPr>
              <a:t>errorHandler</a:t>
            </a:r>
            <a:r>
              <a:rPr lang="en-US" sz="320" b="0" dirty="0">
                <a:solidFill>
                  <a:srgbClr val="008000"/>
                </a:solidFill>
                <a:effectLst/>
                <a:latin typeface="Consolas" panose="020B0609020204030204" pitchFamily="49" charset="0"/>
              </a:rPr>
              <a:t> from './error.controller.js'</a:t>
            </a:r>
          </a:p>
          <a:p>
            <a:r>
              <a:rPr lang="en-US" sz="320" b="0" dirty="0">
                <a:solidFill>
                  <a:srgbClr val="008000"/>
                </a:solidFill>
                <a:effectLst/>
                <a:latin typeface="Consolas" panose="020B0609020204030204" pitchFamily="49" charset="0"/>
              </a:rPr>
              <a:t>const create = async (req, res) =&gt; { </a:t>
            </a:r>
          </a:p>
          <a:p>
            <a:r>
              <a:rPr lang="en-US" sz="320" b="0" dirty="0">
                <a:solidFill>
                  <a:srgbClr val="008000"/>
                </a:solidFill>
                <a:effectLst/>
                <a:latin typeface="Consolas" panose="020B0609020204030204" pitchFamily="49" charset="0"/>
              </a:rPr>
              <a:t>const user = new User(</a:t>
            </a:r>
            <a:r>
              <a:rPr lang="en-US" sz="320" b="0" dirty="0" err="1">
                <a:solidFill>
                  <a:srgbClr val="008000"/>
                </a:solidFill>
                <a:effectLst/>
                <a:latin typeface="Consolas" panose="020B0609020204030204" pitchFamily="49" charset="0"/>
              </a:rPr>
              <a:t>req.body</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try {</a:t>
            </a:r>
          </a:p>
          <a:p>
            <a:r>
              <a:rPr lang="en-US" sz="320" b="0" dirty="0">
                <a:solidFill>
                  <a:srgbClr val="008000"/>
                </a:solidFill>
                <a:effectLst/>
                <a:latin typeface="Consolas" panose="020B0609020204030204" pitchFamily="49" charset="0"/>
              </a:rPr>
              <a:t>await </a:t>
            </a:r>
            <a:r>
              <a:rPr lang="en-US" sz="320" b="0" dirty="0" err="1">
                <a:solidFill>
                  <a:srgbClr val="008000"/>
                </a:solidFill>
                <a:effectLst/>
                <a:latin typeface="Consolas" panose="020B0609020204030204" pitchFamily="49" charset="0"/>
              </a:rPr>
              <a:t>user.save</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(200).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message: "Successfully signed up!"</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catch (err) {</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error: </a:t>
            </a:r>
            <a:r>
              <a:rPr lang="en-US" sz="320" b="0" dirty="0" err="1">
                <a:solidFill>
                  <a:srgbClr val="008000"/>
                </a:solidFill>
                <a:effectLst/>
                <a:latin typeface="Consolas" panose="020B0609020204030204" pitchFamily="49" charset="0"/>
              </a:rPr>
              <a:t>errorHandler.getErrorMessage</a:t>
            </a:r>
            <a:r>
              <a:rPr lang="en-US" sz="320" b="0" dirty="0">
                <a:solidFill>
                  <a:srgbClr val="008000"/>
                </a:solidFill>
                <a:effectLst/>
                <a:latin typeface="Consolas" panose="020B0609020204030204" pitchFamily="49" charset="0"/>
              </a:rPr>
              <a:t>(err)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const list = async (req, res) =&gt; { </a:t>
            </a:r>
          </a:p>
          <a:p>
            <a:r>
              <a:rPr lang="en-US" sz="320" b="0" dirty="0">
                <a:solidFill>
                  <a:srgbClr val="008000"/>
                </a:solidFill>
                <a:effectLst/>
                <a:latin typeface="Consolas" panose="020B0609020204030204" pitchFamily="49" charset="0"/>
              </a:rPr>
              <a:t>try {</a:t>
            </a:r>
          </a:p>
          <a:p>
            <a:r>
              <a:rPr lang="en-US" sz="320" b="0" dirty="0">
                <a:solidFill>
                  <a:srgbClr val="008000"/>
                </a:solidFill>
                <a:effectLst/>
                <a:latin typeface="Consolas" panose="020B0609020204030204" pitchFamily="49" charset="0"/>
              </a:rPr>
              <a:t>let users = await </a:t>
            </a:r>
            <a:r>
              <a:rPr lang="en-US" sz="320" b="0" dirty="0" err="1">
                <a:solidFill>
                  <a:srgbClr val="008000"/>
                </a:solidFill>
                <a:effectLst/>
                <a:latin typeface="Consolas" panose="020B0609020204030204" pitchFamily="49" charset="0"/>
              </a:rPr>
              <a:t>User.find</a:t>
            </a:r>
            <a:r>
              <a:rPr lang="en-US" sz="320" b="0" dirty="0">
                <a:solidFill>
                  <a:srgbClr val="008000"/>
                </a:solidFill>
                <a:effectLst/>
                <a:latin typeface="Consolas" panose="020B0609020204030204" pitchFamily="49" charset="0"/>
              </a:rPr>
              <a:t>().select('name email updated created') </a:t>
            </a:r>
          </a:p>
          <a:p>
            <a:r>
              <a:rPr lang="en-US" sz="320" b="0" dirty="0" err="1">
                <a:solidFill>
                  <a:srgbClr val="008000"/>
                </a:solidFill>
                <a:effectLst/>
                <a:latin typeface="Consolas" panose="020B0609020204030204" pitchFamily="49" charset="0"/>
              </a:rPr>
              <a:t>res.json</a:t>
            </a:r>
            <a:r>
              <a:rPr lang="en-US" sz="320" b="0" dirty="0">
                <a:solidFill>
                  <a:srgbClr val="008000"/>
                </a:solidFill>
                <a:effectLst/>
                <a:latin typeface="Consolas" panose="020B0609020204030204" pitchFamily="49" charset="0"/>
              </a:rPr>
              <a:t>(users)</a:t>
            </a:r>
          </a:p>
          <a:p>
            <a:r>
              <a:rPr lang="en-US" sz="320" b="0" dirty="0">
                <a:solidFill>
                  <a:srgbClr val="008000"/>
                </a:solidFill>
                <a:effectLst/>
                <a:latin typeface="Consolas" panose="020B0609020204030204" pitchFamily="49" charset="0"/>
              </a:rPr>
              <a:t>} catch (err) {</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error: </a:t>
            </a:r>
            <a:r>
              <a:rPr lang="en-US" sz="320" b="0" dirty="0" err="1">
                <a:solidFill>
                  <a:srgbClr val="008000"/>
                </a:solidFill>
                <a:effectLst/>
                <a:latin typeface="Consolas" panose="020B0609020204030204" pitchFamily="49" charset="0"/>
              </a:rPr>
              <a:t>errorHandler.getErrorMessage</a:t>
            </a:r>
            <a:r>
              <a:rPr lang="en-US" sz="320" b="0" dirty="0">
                <a:solidFill>
                  <a:srgbClr val="008000"/>
                </a:solidFill>
                <a:effectLst/>
                <a:latin typeface="Consolas" panose="020B0609020204030204" pitchFamily="49" charset="0"/>
              </a:rPr>
              <a:t>(err)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const </a:t>
            </a:r>
            <a:r>
              <a:rPr lang="en-US" sz="320" b="0" dirty="0" err="1">
                <a:solidFill>
                  <a:srgbClr val="008000"/>
                </a:solidFill>
                <a:effectLst/>
                <a:latin typeface="Consolas" panose="020B0609020204030204" pitchFamily="49" charset="0"/>
              </a:rPr>
              <a:t>userByID</a:t>
            </a:r>
            <a:r>
              <a:rPr lang="en-US" sz="320" b="0" dirty="0">
                <a:solidFill>
                  <a:srgbClr val="008000"/>
                </a:solidFill>
                <a:effectLst/>
                <a:latin typeface="Consolas" panose="020B0609020204030204" pitchFamily="49" charset="0"/>
              </a:rPr>
              <a:t> = async (req, res, next, id) =&gt; { </a:t>
            </a:r>
          </a:p>
          <a:p>
            <a:r>
              <a:rPr lang="en-US" sz="320" b="0" dirty="0">
                <a:solidFill>
                  <a:srgbClr val="008000"/>
                </a:solidFill>
                <a:effectLst/>
                <a:latin typeface="Consolas" panose="020B0609020204030204" pitchFamily="49" charset="0"/>
              </a:rPr>
              <a:t>try {</a:t>
            </a:r>
          </a:p>
          <a:p>
            <a:r>
              <a:rPr lang="en-US" sz="320" b="0" dirty="0">
                <a:solidFill>
                  <a:srgbClr val="008000"/>
                </a:solidFill>
                <a:effectLst/>
                <a:latin typeface="Consolas" panose="020B0609020204030204" pitchFamily="49" charset="0"/>
              </a:rPr>
              <a:t>let user = await </a:t>
            </a:r>
            <a:r>
              <a:rPr lang="en-US" sz="320" b="0" dirty="0" err="1">
                <a:solidFill>
                  <a:srgbClr val="008000"/>
                </a:solidFill>
                <a:effectLst/>
                <a:latin typeface="Consolas" panose="020B0609020204030204" pitchFamily="49" charset="0"/>
              </a:rPr>
              <a:t>User.findById</a:t>
            </a:r>
            <a:r>
              <a:rPr lang="en-US" sz="320" b="0" dirty="0">
                <a:solidFill>
                  <a:srgbClr val="008000"/>
                </a:solidFill>
                <a:effectLst/>
                <a:latin typeface="Consolas" panose="020B0609020204030204" pitchFamily="49" charset="0"/>
              </a:rPr>
              <a:t>(id) </a:t>
            </a:r>
          </a:p>
          <a:p>
            <a:r>
              <a:rPr lang="en-US" sz="320" b="0" dirty="0">
                <a:solidFill>
                  <a:srgbClr val="008000"/>
                </a:solidFill>
                <a:effectLst/>
                <a:latin typeface="Consolas" panose="020B0609020204030204" pitchFamily="49" charset="0"/>
              </a:rPr>
              <a:t>if (!user)</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error: "User not found"</a:t>
            </a:r>
          </a:p>
          <a:p>
            <a:r>
              <a:rPr lang="en-US" sz="320" b="0" dirty="0">
                <a:solidFill>
                  <a:srgbClr val="008000"/>
                </a:solidFill>
                <a:effectLst/>
                <a:latin typeface="Consolas" panose="020B0609020204030204" pitchFamily="49" charset="0"/>
              </a:rPr>
              <a:t>})</a:t>
            </a:r>
          </a:p>
          <a:p>
            <a:r>
              <a:rPr lang="en-US" sz="320" b="0" dirty="0" err="1">
                <a:solidFill>
                  <a:srgbClr val="008000"/>
                </a:solidFill>
                <a:effectLst/>
                <a:latin typeface="Consolas" panose="020B0609020204030204" pitchFamily="49" charset="0"/>
              </a:rPr>
              <a:t>req.profile</a:t>
            </a:r>
            <a:r>
              <a:rPr lang="en-US" sz="320" b="0" dirty="0">
                <a:solidFill>
                  <a:srgbClr val="008000"/>
                </a:solidFill>
                <a:effectLst/>
                <a:latin typeface="Consolas" panose="020B0609020204030204" pitchFamily="49" charset="0"/>
              </a:rPr>
              <a:t> = user </a:t>
            </a:r>
          </a:p>
          <a:p>
            <a:r>
              <a:rPr lang="en-US" sz="320" b="0" dirty="0">
                <a:solidFill>
                  <a:srgbClr val="008000"/>
                </a:solidFill>
                <a:effectLst/>
                <a:latin typeface="Consolas" panose="020B0609020204030204" pitchFamily="49" charset="0"/>
              </a:rPr>
              <a:t>next()</a:t>
            </a:r>
          </a:p>
          <a:p>
            <a:r>
              <a:rPr lang="en-US" sz="320" b="0" dirty="0">
                <a:solidFill>
                  <a:srgbClr val="008000"/>
                </a:solidFill>
                <a:effectLst/>
                <a:latin typeface="Consolas" panose="020B0609020204030204" pitchFamily="49" charset="0"/>
              </a:rPr>
              <a:t>} catch (err) {</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error: "Could not retrieve user"</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const read = (req, res) =&gt; {</a:t>
            </a:r>
          </a:p>
          <a:p>
            <a:r>
              <a:rPr lang="en-US" sz="320" b="0" dirty="0" err="1">
                <a:solidFill>
                  <a:srgbClr val="008000"/>
                </a:solidFill>
                <a:effectLst/>
                <a:latin typeface="Consolas" panose="020B0609020204030204" pitchFamily="49" charset="0"/>
              </a:rPr>
              <a:t>req.profile.hashed_password</a:t>
            </a:r>
            <a:r>
              <a:rPr lang="en-US" sz="320" b="0" dirty="0">
                <a:solidFill>
                  <a:srgbClr val="008000"/>
                </a:solidFill>
                <a:effectLst/>
                <a:latin typeface="Consolas" panose="020B0609020204030204" pitchFamily="49" charset="0"/>
              </a:rPr>
              <a:t> = undefined </a:t>
            </a:r>
          </a:p>
          <a:p>
            <a:r>
              <a:rPr lang="en-US" sz="320" b="0" dirty="0" err="1">
                <a:solidFill>
                  <a:srgbClr val="008000"/>
                </a:solidFill>
                <a:effectLst/>
                <a:latin typeface="Consolas" panose="020B0609020204030204" pitchFamily="49" charset="0"/>
              </a:rPr>
              <a:t>req.profile.salt</a:t>
            </a:r>
            <a:r>
              <a:rPr lang="en-US" sz="320" b="0" dirty="0">
                <a:solidFill>
                  <a:srgbClr val="008000"/>
                </a:solidFill>
                <a:effectLst/>
                <a:latin typeface="Consolas" panose="020B0609020204030204" pitchFamily="49" charset="0"/>
              </a:rPr>
              <a:t> = undefined</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res.json</a:t>
            </a:r>
            <a:r>
              <a:rPr lang="en-US" sz="320" b="0" dirty="0">
                <a:solidFill>
                  <a:srgbClr val="008000"/>
                </a:solidFill>
                <a:effectLst/>
                <a:latin typeface="Consolas" panose="020B0609020204030204" pitchFamily="49" charset="0"/>
              </a:rPr>
              <a:t>(</a:t>
            </a:r>
            <a:r>
              <a:rPr lang="en-US" sz="320" b="0" dirty="0" err="1">
                <a:solidFill>
                  <a:srgbClr val="008000"/>
                </a:solidFill>
                <a:effectLst/>
                <a:latin typeface="Consolas" panose="020B0609020204030204" pitchFamily="49" charset="0"/>
              </a:rPr>
              <a:t>req.profile</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const update = async (req, res) =&gt; { </a:t>
            </a:r>
          </a:p>
          <a:p>
            <a:r>
              <a:rPr lang="en-US" sz="320" b="0" dirty="0">
                <a:solidFill>
                  <a:srgbClr val="008000"/>
                </a:solidFill>
                <a:effectLst/>
                <a:latin typeface="Consolas" panose="020B0609020204030204" pitchFamily="49" charset="0"/>
              </a:rPr>
              <a:t>try {</a:t>
            </a:r>
          </a:p>
          <a:p>
            <a:r>
              <a:rPr lang="en-US" sz="320" b="0" dirty="0">
                <a:solidFill>
                  <a:srgbClr val="008000"/>
                </a:solidFill>
                <a:effectLst/>
                <a:latin typeface="Consolas" panose="020B0609020204030204" pitchFamily="49" charset="0"/>
              </a:rPr>
              <a:t>let user = </a:t>
            </a:r>
            <a:r>
              <a:rPr lang="en-US" sz="320" b="0" dirty="0" err="1">
                <a:solidFill>
                  <a:srgbClr val="008000"/>
                </a:solidFill>
                <a:effectLst/>
                <a:latin typeface="Consolas" panose="020B0609020204030204" pitchFamily="49" charset="0"/>
              </a:rPr>
              <a:t>req.profile</a:t>
            </a:r>
            <a:endParaRPr lang="en-US" sz="320" b="0" dirty="0">
              <a:solidFill>
                <a:srgbClr val="008000"/>
              </a:solidFill>
              <a:effectLst/>
              <a:latin typeface="Consolas" panose="020B0609020204030204" pitchFamily="49" charset="0"/>
            </a:endParaRPr>
          </a:p>
          <a:p>
            <a:r>
              <a:rPr lang="en-US" sz="320" b="0" dirty="0">
                <a:solidFill>
                  <a:srgbClr val="008000"/>
                </a:solidFill>
                <a:effectLst/>
                <a:latin typeface="Consolas" panose="020B0609020204030204" pitchFamily="49" charset="0"/>
              </a:rPr>
              <a:t>user = extend(user, </a:t>
            </a:r>
            <a:r>
              <a:rPr lang="en-US" sz="320" b="0" dirty="0" err="1">
                <a:solidFill>
                  <a:srgbClr val="008000"/>
                </a:solidFill>
                <a:effectLst/>
                <a:latin typeface="Consolas" panose="020B0609020204030204" pitchFamily="49" charset="0"/>
              </a:rPr>
              <a:t>req.body</a:t>
            </a:r>
            <a:r>
              <a:rPr lang="en-US" sz="320" b="0" dirty="0">
                <a:solidFill>
                  <a:srgbClr val="008000"/>
                </a:solidFill>
                <a:effectLst/>
                <a:latin typeface="Consolas" panose="020B0609020204030204" pitchFamily="49" charset="0"/>
              </a:rPr>
              <a:t>) </a:t>
            </a:r>
          </a:p>
          <a:p>
            <a:r>
              <a:rPr lang="en-US" sz="320" b="0" dirty="0" err="1">
                <a:solidFill>
                  <a:srgbClr val="008000"/>
                </a:solidFill>
                <a:effectLst/>
                <a:latin typeface="Consolas" panose="020B0609020204030204" pitchFamily="49" charset="0"/>
              </a:rPr>
              <a:t>user.updated</a:t>
            </a:r>
            <a:r>
              <a:rPr lang="en-US" sz="320" b="0" dirty="0">
                <a:solidFill>
                  <a:srgbClr val="008000"/>
                </a:solidFill>
                <a:effectLst/>
                <a:latin typeface="Consolas" panose="020B0609020204030204" pitchFamily="49" charset="0"/>
              </a:rPr>
              <a:t> = </a:t>
            </a:r>
            <a:r>
              <a:rPr lang="en-US" sz="320" b="0" dirty="0" err="1">
                <a:solidFill>
                  <a:srgbClr val="008000"/>
                </a:solidFill>
                <a:effectLst/>
                <a:latin typeface="Consolas" panose="020B0609020204030204" pitchFamily="49" charset="0"/>
              </a:rPr>
              <a:t>Date.now</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await </a:t>
            </a:r>
            <a:r>
              <a:rPr lang="en-US" sz="320" b="0" dirty="0" err="1">
                <a:solidFill>
                  <a:srgbClr val="008000"/>
                </a:solidFill>
                <a:effectLst/>
                <a:latin typeface="Consolas" panose="020B0609020204030204" pitchFamily="49" charset="0"/>
              </a:rPr>
              <a:t>user.save</a:t>
            </a:r>
            <a:r>
              <a:rPr lang="en-US" sz="320" b="0" dirty="0">
                <a:solidFill>
                  <a:srgbClr val="008000"/>
                </a:solidFill>
                <a:effectLst/>
                <a:latin typeface="Consolas" panose="020B0609020204030204" pitchFamily="49" charset="0"/>
              </a:rPr>
              <a:t>()</a:t>
            </a:r>
          </a:p>
          <a:p>
            <a:r>
              <a:rPr lang="en-US" sz="320" b="0" dirty="0" err="1">
                <a:solidFill>
                  <a:srgbClr val="008000"/>
                </a:solidFill>
                <a:effectLst/>
                <a:latin typeface="Consolas" panose="020B0609020204030204" pitchFamily="49" charset="0"/>
              </a:rPr>
              <a:t>user.hashed_password</a:t>
            </a:r>
            <a:r>
              <a:rPr lang="en-US" sz="320" b="0" dirty="0">
                <a:solidFill>
                  <a:srgbClr val="008000"/>
                </a:solidFill>
                <a:effectLst/>
                <a:latin typeface="Consolas" panose="020B0609020204030204" pitchFamily="49" charset="0"/>
              </a:rPr>
              <a:t> = undefined </a:t>
            </a:r>
          </a:p>
          <a:p>
            <a:r>
              <a:rPr lang="en-US" sz="320" b="0" dirty="0" err="1">
                <a:solidFill>
                  <a:srgbClr val="008000"/>
                </a:solidFill>
                <a:effectLst/>
                <a:latin typeface="Consolas" panose="020B0609020204030204" pitchFamily="49" charset="0"/>
              </a:rPr>
              <a:t>user.salt</a:t>
            </a:r>
            <a:r>
              <a:rPr lang="en-US" sz="320" b="0" dirty="0">
                <a:solidFill>
                  <a:srgbClr val="008000"/>
                </a:solidFill>
                <a:effectLst/>
                <a:latin typeface="Consolas" panose="020B0609020204030204" pitchFamily="49" charset="0"/>
              </a:rPr>
              <a:t> = undefined</a:t>
            </a:r>
          </a:p>
          <a:p>
            <a:r>
              <a:rPr lang="en-US" sz="320" b="0" dirty="0" err="1">
                <a:solidFill>
                  <a:srgbClr val="008000"/>
                </a:solidFill>
                <a:effectLst/>
                <a:latin typeface="Consolas" panose="020B0609020204030204" pitchFamily="49" charset="0"/>
              </a:rPr>
              <a:t>res.json</a:t>
            </a:r>
            <a:r>
              <a:rPr lang="en-US" sz="320" b="0" dirty="0">
                <a:solidFill>
                  <a:srgbClr val="008000"/>
                </a:solidFill>
                <a:effectLst/>
                <a:latin typeface="Consolas" panose="020B0609020204030204" pitchFamily="49" charset="0"/>
              </a:rPr>
              <a:t>(user) </a:t>
            </a:r>
          </a:p>
          <a:p>
            <a:r>
              <a:rPr lang="en-US" sz="320" b="0" dirty="0">
                <a:solidFill>
                  <a:srgbClr val="008000"/>
                </a:solidFill>
                <a:effectLst/>
                <a:latin typeface="Consolas" panose="020B0609020204030204" pitchFamily="49" charset="0"/>
              </a:rPr>
              <a:t>} catch (err) {</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error: </a:t>
            </a:r>
            <a:r>
              <a:rPr lang="en-US" sz="320" b="0" dirty="0" err="1">
                <a:solidFill>
                  <a:srgbClr val="008000"/>
                </a:solidFill>
                <a:effectLst/>
                <a:latin typeface="Consolas" panose="020B0609020204030204" pitchFamily="49" charset="0"/>
              </a:rPr>
              <a:t>errorHandler.getErrorMessage</a:t>
            </a:r>
            <a:r>
              <a:rPr lang="en-US" sz="320" b="0" dirty="0">
                <a:solidFill>
                  <a:srgbClr val="008000"/>
                </a:solidFill>
                <a:effectLst/>
                <a:latin typeface="Consolas" panose="020B0609020204030204" pitchFamily="49" charset="0"/>
              </a:rPr>
              <a:t>(err)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const remove = async (req, res) =&gt; { </a:t>
            </a:r>
          </a:p>
          <a:p>
            <a:r>
              <a:rPr lang="en-US" sz="320" b="0" dirty="0">
                <a:solidFill>
                  <a:srgbClr val="008000"/>
                </a:solidFill>
                <a:effectLst/>
                <a:latin typeface="Consolas" panose="020B0609020204030204" pitchFamily="49" charset="0"/>
              </a:rPr>
              <a:t>try {</a:t>
            </a:r>
          </a:p>
          <a:p>
            <a:r>
              <a:rPr lang="en-US" sz="320" b="0" dirty="0">
                <a:solidFill>
                  <a:srgbClr val="008000"/>
                </a:solidFill>
                <a:effectLst/>
                <a:latin typeface="Consolas" panose="020B0609020204030204" pitchFamily="49" charset="0"/>
              </a:rPr>
              <a:t>let user = </a:t>
            </a:r>
            <a:r>
              <a:rPr lang="en-US" sz="320" b="0" dirty="0" err="1">
                <a:solidFill>
                  <a:srgbClr val="008000"/>
                </a:solidFill>
                <a:effectLst/>
                <a:latin typeface="Consolas" panose="020B0609020204030204" pitchFamily="49" charset="0"/>
              </a:rPr>
              <a:t>req.profile</a:t>
            </a:r>
            <a:endParaRPr lang="en-US" sz="320" b="0" dirty="0">
              <a:solidFill>
                <a:srgbClr val="008000"/>
              </a:solidFill>
              <a:effectLst/>
              <a:latin typeface="Consolas" panose="020B0609020204030204" pitchFamily="49" charset="0"/>
            </a:endParaRPr>
          </a:p>
          <a:p>
            <a:r>
              <a:rPr lang="en-US" sz="320" b="0" dirty="0">
                <a:solidFill>
                  <a:srgbClr val="008000"/>
                </a:solidFill>
                <a:effectLst/>
                <a:latin typeface="Consolas" panose="020B0609020204030204" pitchFamily="49" charset="0"/>
              </a:rPr>
              <a:t>let </a:t>
            </a:r>
            <a:r>
              <a:rPr lang="en-US" sz="320" b="0" dirty="0" err="1">
                <a:solidFill>
                  <a:srgbClr val="008000"/>
                </a:solidFill>
                <a:effectLst/>
                <a:latin typeface="Consolas" panose="020B0609020204030204" pitchFamily="49" charset="0"/>
              </a:rPr>
              <a:t>deletedUser</a:t>
            </a:r>
            <a:r>
              <a:rPr lang="en-US" sz="320" b="0" dirty="0">
                <a:solidFill>
                  <a:srgbClr val="008000"/>
                </a:solidFill>
                <a:effectLst/>
                <a:latin typeface="Consolas" panose="020B0609020204030204" pitchFamily="49" charset="0"/>
              </a:rPr>
              <a:t> = await </a:t>
            </a:r>
            <a:r>
              <a:rPr lang="en-US" sz="320" b="0" dirty="0" err="1">
                <a:solidFill>
                  <a:srgbClr val="008000"/>
                </a:solidFill>
                <a:effectLst/>
                <a:latin typeface="Consolas" panose="020B0609020204030204" pitchFamily="49" charset="0"/>
              </a:rPr>
              <a:t>user.deleteOne</a:t>
            </a:r>
            <a:r>
              <a:rPr lang="en-US" sz="320" b="0" dirty="0">
                <a:solidFill>
                  <a:srgbClr val="008000"/>
                </a:solidFill>
                <a:effectLst/>
                <a:latin typeface="Consolas" panose="020B0609020204030204" pitchFamily="49" charset="0"/>
              </a:rPr>
              <a:t>() </a:t>
            </a:r>
          </a:p>
          <a:p>
            <a:r>
              <a:rPr lang="en-US" sz="320" b="0" dirty="0" err="1">
                <a:solidFill>
                  <a:srgbClr val="008000"/>
                </a:solidFill>
                <a:effectLst/>
                <a:latin typeface="Consolas" panose="020B0609020204030204" pitchFamily="49" charset="0"/>
              </a:rPr>
              <a:t>deletedUser.hashed_password</a:t>
            </a:r>
            <a:r>
              <a:rPr lang="en-US" sz="320" b="0" dirty="0">
                <a:solidFill>
                  <a:srgbClr val="008000"/>
                </a:solidFill>
                <a:effectLst/>
                <a:latin typeface="Consolas" panose="020B0609020204030204" pitchFamily="49" charset="0"/>
              </a:rPr>
              <a:t> = undefined </a:t>
            </a:r>
          </a:p>
          <a:p>
            <a:r>
              <a:rPr lang="en-US" sz="320" b="0" dirty="0" err="1">
                <a:solidFill>
                  <a:srgbClr val="008000"/>
                </a:solidFill>
                <a:effectLst/>
                <a:latin typeface="Consolas" panose="020B0609020204030204" pitchFamily="49" charset="0"/>
              </a:rPr>
              <a:t>deletedUser.salt</a:t>
            </a:r>
            <a:r>
              <a:rPr lang="en-US" sz="320" b="0" dirty="0">
                <a:solidFill>
                  <a:srgbClr val="008000"/>
                </a:solidFill>
                <a:effectLst/>
                <a:latin typeface="Consolas" panose="020B0609020204030204" pitchFamily="49" charset="0"/>
              </a:rPr>
              <a:t> = undefined</a:t>
            </a:r>
          </a:p>
          <a:p>
            <a:r>
              <a:rPr lang="en-US" sz="320" b="0" dirty="0" err="1">
                <a:solidFill>
                  <a:srgbClr val="008000"/>
                </a:solidFill>
                <a:effectLst/>
                <a:latin typeface="Consolas" panose="020B0609020204030204" pitchFamily="49" charset="0"/>
              </a:rPr>
              <a:t>res.json</a:t>
            </a:r>
            <a:r>
              <a:rPr lang="en-US" sz="320" b="0" dirty="0">
                <a:solidFill>
                  <a:srgbClr val="008000"/>
                </a:solidFill>
                <a:effectLst/>
                <a:latin typeface="Consolas" panose="020B0609020204030204" pitchFamily="49" charset="0"/>
              </a:rPr>
              <a:t>(</a:t>
            </a:r>
            <a:r>
              <a:rPr lang="en-US" sz="320" b="0" dirty="0" err="1">
                <a:solidFill>
                  <a:srgbClr val="008000"/>
                </a:solidFill>
                <a:effectLst/>
                <a:latin typeface="Consolas" panose="020B0609020204030204" pitchFamily="49" charset="0"/>
              </a:rPr>
              <a:t>deletedUser</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 catch (err) {</a:t>
            </a:r>
          </a:p>
          <a:p>
            <a:r>
              <a:rPr lang="en-US" sz="320" b="0" dirty="0">
                <a:solidFill>
                  <a:srgbClr val="008000"/>
                </a:solidFill>
                <a:effectLst/>
                <a:latin typeface="Consolas" panose="020B0609020204030204" pitchFamily="49" charset="0"/>
              </a:rPr>
              <a:t>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(400).</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error: </a:t>
            </a:r>
            <a:r>
              <a:rPr lang="en-US" sz="320" b="0" dirty="0" err="1">
                <a:solidFill>
                  <a:srgbClr val="008000"/>
                </a:solidFill>
                <a:effectLst/>
                <a:latin typeface="Consolas" panose="020B0609020204030204" pitchFamily="49" charset="0"/>
              </a:rPr>
              <a:t>errorHandler.getErrorMessage</a:t>
            </a:r>
            <a:r>
              <a:rPr lang="en-US" sz="320" b="0" dirty="0">
                <a:solidFill>
                  <a:srgbClr val="008000"/>
                </a:solidFill>
                <a:effectLst/>
                <a:latin typeface="Consolas" panose="020B0609020204030204" pitchFamily="49" charset="0"/>
              </a:rPr>
              <a:t>(err) </a:t>
            </a:r>
          </a:p>
          <a:p>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a:t>
            </a:r>
          </a:p>
          <a:p>
            <a:br>
              <a:rPr lang="en-US" sz="320" b="0" dirty="0">
                <a:solidFill>
                  <a:srgbClr val="008000"/>
                </a:solidFill>
                <a:effectLst/>
                <a:latin typeface="Consolas" panose="020B0609020204030204" pitchFamily="49" charset="0"/>
              </a:rPr>
            </a:br>
            <a:r>
              <a:rPr lang="en-US" sz="320" b="0" dirty="0">
                <a:solidFill>
                  <a:srgbClr val="008000"/>
                </a:solidFill>
                <a:effectLst/>
                <a:latin typeface="Consolas" panose="020B0609020204030204" pitchFamily="49" charset="0"/>
              </a:rPr>
              <a:t>const </a:t>
            </a:r>
            <a:r>
              <a:rPr lang="en-US" sz="320" b="0" dirty="0" err="1">
                <a:solidFill>
                  <a:srgbClr val="008000"/>
                </a:solidFill>
                <a:effectLst/>
                <a:latin typeface="Consolas" panose="020B0609020204030204" pitchFamily="49" charset="0"/>
              </a:rPr>
              <a:t>isSeller</a:t>
            </a:r>
            <a:r>
              <a:rPr lang="en-US" sz="320" b="0" dirty="0">
                <a:solidFill>
                  <a:srgbClr val="008000"/>
                </a:solidFill>
                <a:effectLst/>
                <a:latin typeface="Consolas" panose="020B0609020204030204" pitchFamily="49" charset="0"/>
              </a:rPr>
              <a:t> = (req, res, next) =&gt; {</a:t>
            </a:r>
          </a:p>
          <a:p>
            <a:r>
              <a:rPr lang="en-US" sz="320" b="0" dirty="0">
                <a:solidFill>
                  <a:srgbClr val="008000"/>
                </a:solidFill>
                <a:effectLst/>
                <a:latin typeface="Consolas" panose="020B0609020204030204" pitchFamily="49" charset="0"/>
              </a:rPr>
              <a:t>    const </a:t>
            </a:r>
            <a:r>
              <a:rPr lang="en-US" sz="320" b="0" dirty="0" err="1">
                <a:solidFill>
                  <a:srgbClr val="008000"/>
                </a:solidFill>
                <a:effectLst/>
                <a:latin typeface="Consolas" panose="020B0609020204030204" pitchFamily="49" charset="0"/>
              </a:rPr>
              <a:t>isSeller</a:t>
            </a:r>
            <a:r>
              <a:rPr lang="en-US" sz="320" b="0" dirty="0">
                <a:solidFill>
                  <a:srgbClr val="008000"/>
                </a:solidFill>
                <a:effectLst/>
                <a:latin typeface="Consolas" panose="020B0609020204030204" pitchFamily="49" charset="0"/>
              </a:rPr>
              <a:t> = </a:t>
            </a:r>
            <a:r>
              <a:rPr lang="en-US" sz="320" b="0" dirty="0" err="1">
                <a:solidFill>
                  <a:srgbClr val="008000"/>
                </a:solidFill>
                <a:effectLst/>
                <a:latin typeface="Consolas" panose="020B0609020204030204" pitchFamily="49" charset="0"/>
              </a:rPr>
              <a:t>req.profile</a:t>
            </a:r>
            <a:r>
              <a:rPr lang="en-US" sz="320" b="0" dirty="0">
                <a:solidFill>
                  <a:srgbClr val="008000"/>
                </a:solidFill>
                <a:effectLst/>
                <a:latin typeface="Consolas" panose="020B0609020204030204" pitchFamily="49" charset="0"/>
              </a:rPr>
              <a:t> &amp;&amp; </a:t>
            </a:r>
            <a:r>
              <a:rPr lang="en-US" sz="320" b="0" dirty="0" err="1">
                <a:solidFill>
                  <a:srgbClr val="008000"/>
                </a:solidFill>
                <a:effectLst/>
                <a:latin typeface="Consolas" panose="020B0609020204030204" pitchFamily="49" charset="0"/>
              </a:rPr>
              <a:t>req.profile.seller</a:t>
            </a:r>
            <a:endParaRPr lang="en-US" sz="320" b="0" dirty="0">
              <a:solidFill>
                <a:srgbClr val="008000"/>
              </a:solidFill>
              <a:effectLst/>
              <a:latin typeface="Consolas" panose="020B0609020204030204" pitchFamily="49" charset="0"/>
            </a:endParaRPr>
          </a:p>
          <a:p>
            <a:r>
              <a:rPr lang="en-US" sz="320" b="0" dirty="0">
                <a:solidFill>
                  <a:srgbClr val="008000"/>
                </a:solidFill>
                <a:effectLst/>
                <a:latin typeface="Consolas" panose="020B0609020204030204" pitchFamily="49" charset="0"/>
              </a:rPr>
              <a:t>    if (!</a:t>
            </a:r>
            <a:r>
              <a:rPr lang="en-US" sz="320" b="0" dirty="0" err="1">
                <a:solidFill>
                  <a:srgbClr val="008000"/>
                </a:solidFill>
                <a:effectLst/>
                <a:latin typeface="Consolas" panose="020B0609020204030204" pitchFamily="49" charset="0"/>
              </a:rPr>
              <a:t>isSeller</a:t>
            </a:r>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      return </a:t>
            </a:r>
            <a:r>
              <a:rPr lang="en-US" sz="320" b="0" dirty="0" err="1">
                <a:solidFill>
                  <a:srgbClr val="008000"/>
                </a:solidFill>
                <a:effectLst/>
                <a:latin typeface="Consolas" panose="020B0609020204030204" pitchFamily="49" charset="0"/>
              </a:rPr>
              <a:t>res.status</a:t>
            </a:r>
            <a:r>
              <a:rPr lang="en-US" sz="320" b="0" dirty="0">
                <a:solidFill>
                  <a:srgbClr val="008000"/>
                </a:solidFill>
                <a:effectLst/>
                <a:latin typeface="Consolas" panose="020B0609020204030204" pitchFamily="49" charset="0"/>
              </a:rPr>
              <a:t>('403').</a:t>
            </a:r>
            <a:r>
              <a:rPr lang="en-US" sz="320" b="0" dirty="0" err="1">
                <a:solidFill>
                  <a:srgbClr val="008000"/>
                </a:solidFill>
                <a:effectLst/>
                <a:latin typeface="Consolas" panose="020B0609020204030204" pitchFamily="49" charset="0"/>
              </a:rPr>
              <a:t>json</a:t>
            </a:r>
            <a:r>
              <a:rPr lang="en-US" sz="320" b="0" dirty="0">
                <a:solidFill>
                  <a:srgbClr val="008000"/>
                </a:solidFill>
                <a:effectLst/>
                <a:latin typeface="Consolas" panose="020B0609020204030204" pitchFamily="49" charset="0"/>
              </a:rPr>
              <a:t>({</a:t>
            </a:r>
          </a:p>
          <a:p>
            <a:r>
              <a:rPr lang="en-US" sz="320" b="0" dirty="0">
                <a:solidFill>
                  <a:srgbClr val="008000"/>
                </a:solidFill>
                <a:effectLst/>
                <a:latin typeface="Consolas" panose="020B0609020204030204" pitchFamily="49" charset="0"/>
              </a:rPr>
              <a:t>        error: "User is not a seller"</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    next()</a:t>
            </a:r>
          </a:p>
          <a:p>
            <a:r>
              <a:rPr lang="en-US" sz="320" b="0" dirty="0">
                <a:solidFill>
                  <a:srgbClr val="008000"/>
                </a:solidFill>
                <a:effectLst/>
                <a:latin typeface="Consolas" panose="020B0609020204030204" pitchFamily="49" charset="0"/>
              </a:rPr>
              <a:t>  }</a:t>
            </a:r>
          </a:p>
          <a:p>
            <a:r>
              <a:rPr lang="en-US" sz="320" b="0" dirty="0">
                <a:solidFill>
                  <a:srgbClr val="008000"/>
                </a:solidFill>
                <a:effectLst/>
                <a:latin typeface="Consolas" panose="020B0609020204030204" pitchFamily="49" charset="0"/>
              </a:rPr>
              <a:t>export default { create, </a:t>
            </a:r>
            <a:r>
              <a:rPr lang="en-US" sz="320" b="0" dirty="0" err="1">
                <a:solidFill>
                  <a:srgbClr val="008000"/>
                </a:solidFill>
                <a:effectLst/>
                <a:latin typeface="Consolas" panose="020B0609020204030204" pitchFamily="49" charset="0"/>
              </a:rPr>
              <a:t>userByID</a:t>
            </a:r>
            <a:r>
              <a:rPr lang="en-US" sz="320" b="0" dirty="0">
                <a:solidFill>
                  <a:srgbClr val="008000"/>
                </a:solidFill>
                <a:effectLst/>
                <a:latin typeface="Consolas" panose="020B0609020204030204" pitchFamily="49" charset="0"/>
              </a:rPr>
              <a:t>, read, list, remove, update, </a:t>
            </a:r>
            <a:r>
              <a:rPr lang="en-US" sz="320" b="0" dirty="0" err="1">
                <a:solidFill>
                  <a:srgbClr val="008000"/>
                </a:solidFill>
                <a:effectLst/>
                <a:highlight>
                  <a:srgbClr val="FFFF00"/>
                </a:highlight>
                <a:latin typeface="Consolas" panose="020B0609020204030204" pitchFamily="49" charset="0"/>
              </a:rPr>
              <a:t>isSeller</a:t>
            </a:r>
            <a:r>
              <a:rPr lang="en-US" sz="320" b="0" dirty="0">
                <a:solidFill>
                  <a:srgbClr val="008000"/>
                </a:solidFill>
                <a:effectLst/>
                <a:latin typeface="Consolas" panose="020B0609020204030204" pitchFamily="49" charset="0"/>
              </a:rPr>
              <a:t> }</a:t>
            </a:r>
          </a:p>
          <a:p>
            <a:br>
              <a:rPr lang="en-US" sz="320" b="0" dirty="0">
                <a:solidFill>
                  <a:srgbClr val="008000"/>
                </a:solidFill>
                <a:effectLst/>
                <a:latin typeface="Consolas" panose="020B0609020204030204" pitchFamily="49" charset="0"/>
              </a:rPr>
            </a:br>
            <a:endParaRPr lang="en-US" sz="32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3FA5F6AF-A3D7-CB12-B472-432D25DF787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796A348B-CFBF-BA9F-26DE-891AF1200C5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14B36331-ED85-8EC2-7F1B-84B2AEB7CF60}"/>
              </a:ext>
            </a:extLst>
          </p:cNvPr>
          <p:cNvSpPr>
            <a:spLocks noGrp="1"/>
          </p:cNvSpPr>
          <p:nvPr>
            <p:ph type="sldNum" sz="quarter" idx="12"/>
          </p:nvPr>
        </p:nvSpPr>
        <p:spPr/>
        <p:txBody>
          <a:bodyPr/>
          <a:lstStyle/>
          <a:p>
            <a:fld id="{7C5CF243-786F-4254-B068-4C9F0B6EA12F}" type="slidenum">
              <a:rPr lang="en-US" altLang="en-US" smtClean="0"/>
              <a:pPr/>
              <a:t>41</a:t>
            </a:fld>
            <a:endParaRPr lang="en-US" altLang="en-US"/>
          </a:p>
        </p:txBody>
      </p:sp>
    </p:spTree>
    <p:extLst>
      <p:ext uri="{BB962C8B-B14F-4D97-AF65-F5344CB8AC3E}">
        <p14:creationId xmlns:p14="http://schemas.microsoft.com/office/powerpoint/2010/main" val="2311241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F9A96-228B-6145-C192-11F3B0CEEE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10FCC1-0515-0F0C-7F48-FA2D7B06B05D}"/>
              </a:ext>
            </a:extLst>
          </p:cNvPr>
          <p:cNvSpPr>
            <a:spLocks noGrp="1"/>
          </p:cNvSpPr>
          <p:nvPr>
            <p:ph idx="1"/>
          </p:nvPr>
        </p:nvSpPr>
        <p:spPr/>
        <p:txBody>
          <a:bodyPr/>
          <a:lstStyle/>
          <a:p>
            <a:r>
              <a:rPr lang="en-US" dirty="0"/>
              <a:t>Create routes, models and controller for the shop in server side</a:t>
            </a:r>
          </a:p>
        </p:txBody>
      </p:sp>
      <p:sp>
        <p:nvSpPr>
          <p:cNvPr id="4" name="Date Placeholder 3">
            <a:extLst>
              <a:ext uri="{FF2B5EF4-FFF2-40B4-BE49-F238E27FC236}">
                <a16:creationId xmlns:a16="http://schemas.microsoft.com/office/drawing/2014/main" id="{D4E77E98-B260-8BF0-5592-C3B674C2B4F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D69C03E-5C35-0A49-0CC8-58D6BA81331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90CDD60-70A2-9CB4-F110-24AFB84DB100}"/>
              </a:ext>
            </a:extLst>
          </p:cNvPr>
          <p:cNvSpPr>
            <a:spLocks noGrp="1"/>
          </p:cNvSpPr>
          <p:nvPr>
            <p:ph type="sldNum" sz="quarter" idx="12"/>
          </p:nvPr>
        </p:nvSpPr>
        <p:spPr/>
        <p:txBody>
          <a:bodyPr/>
          <a:lstStyle/>
          <a:p>
            <a:fld id="{7C5CF243-786F-4254-B068-4C9F0B6EA12F}" type="slidenum">
              <a:rPr lang="en-US" altLang="en-US" smtClean="0"/>
              <a:pPr/>
              <a:t>42</a:t>
            </a:fld>
            <a:endParaRPr lang="en-US" altLang="en-US"/>
          </a:p>
        </p:txBody>
      </p:sp>
    </p:spTree>
    <p:extLst>
      <p:ext uri="{BB962C8B-B14F-4D97-AF65-F5344CB8AC3E}">
        <p14:creationId xmlns:p14="http://schemas.microsoft.com/office/powerpoint/2010/main" val="3672378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79155-7B0A-9A05-D5A9-A0B02E89203C}"/>
              </a:ext>
            </a:extLst>
          </p:cNvPr>
          <p:cNvSpPr>
            <a:spLocks noGrp="1"/>
          </p:cNvSpPr>
          <p:nvPr>
            <p:ph type="title"/>
          </p:nvPr>
        </p:nvSpPr>
        <p:spPr/>
        <p:txBody>
          <a:bodyPr/>
          <a:lstStyle/>
          <a:p>
            <a:r>
              <a:rPr lang="en-US" dirty="0"/>
              <a:t>Updated server/controllers/shop.controller.js</a:t>
            </a:r>
          </a:p>
        </p:txBody>
      </p:sp>
      <p:sp>
        <p:nvSpPr>
          <p:cNvPr id="3" name="Content Placeholder 2">
            <a:extLst>
              <a:ext uri="{FF2B5EF4-FFF2-40B4-BE49-F238E27FC236}">
                <a16:creationId xmlns:a16="http://schemas.microsoft.com/office/drawing/2014/main" id="{3C0DBED0-66EC-5DA7-4FDF-9C4B7FBC4154}"/>
              </a:ext>
            </a:extLst>
          </p:cNvPr>
          <p:cNvSpPr>
            <a:spLocks noGrp="1"/>
          </p:cNvSpPr>
          <p:nvPr>
            <p:ph idx="1"/>
          </p:nvPr>
        </p:nvSpPr>
        <p:spPr/>
        <p:txBody>
          <a:bodyPr/>
          <a:lstStyle/>
          <a:p>
            <a:pPr marL="0" indent="0">
              <a:buNone/>
            </a:pPr>
            <a:r>
              <a:rPr lang="en-US" sz="200" dirty="0">
                <a:highlight>
                  <a:srgbClr val="FFFF00"/>
                </a:highlight>
              </a:rPr>
              <a:t>import Shop from "../models/shop.model.js";</a:t>
            </a:r>
          </a:p>
          <a:p>
            <a:pPr marL="0" indent="0">
              <a:buNone/>
            </a:pPr>
            <a:r>
              <a:rPr lang="en-US" sz="200" dirty="0">
                <a:highlight>
                  <a:srgbClr val="FFFF00"/>
                </a:highlight>
              </a:rPr>
              <a:t>import extend from "</a:t>
            </a:r>
            <a:r>
              <a:rPr lang="en-US" sz="200" dirty="0" err="1">
                <a:highlight>
                  <a:srgbClr val="FFFF00"/>
                </a:highlight>
              </a:rPr>
              <a:t>lodash</a:t>
            </a:r>
            <a:r>
              <a:rPr lang="en-US" sz="200" dirty="0">
                <a:highlight>
                  <a:srgbClr val="FFFF00"/>
                </a:highlight>
              </a:rPr>
              <a:t>/extend.js";</a:t>
            </a:r>
          </a:p>
          <a:p>
            <a:pPr marL="0" indent="0">
              <a:buNone/>
            </a:pPr>
            <a:r>
              <a:rPr lang="en-US" sz="200" dirty="0">
                <a:highlight>
                  <a:srgbClr val="FFFF00"/>
                </a:highlight>
              </a:rPr>
              <a:t>import </a:t>
            </a:r>
            <a:r>
              <a:rPr lang="en-US" sz="200" dirty="0" err="1">
                <a:highlight>
                  <a:srgbClr val="FFFF00"/>
                </a:highlight>
              </a:rPr>
              <a:t>errorHandler</a:t>
            </a:r>
            <a:r>
              <a:rPr lang="en-US" sz="200" dirty="0">
                <a:highlight>
                  <a:srgbClr val="FFFF00"/>
                </a:highlight>
              </a:rPr>
              <a:t> from "./../helpers/dbErrorHandler.js";</a:t>
            </a:r>
          </a:p>
          <a:p>
            <a:pPr marL="0" indent="0">
              <a:buNone/>
            </a:pPr>
            <a:r>
              <a:rPr lang="en-US" sz="200" dirty="0">
                <a:highlight>
                  <a:srgbClr val="FFFF00"/>
                </a:highlight>
              </a:rPr>
              <a:t>import formidable from "formidable";</a:t>
            </a:r>
          </a:p>
          <a:p>
            <a:pPr marL="0" indent="0">
              <a:buNone/>
            </a:pPr>
            <a:r>
              <a:rPr lang="en-US" sz="200" dirty="0">
                <a:highlight>
                  <a:srgbClr val="FFFF00"/>
                </a:highlight>
              </a:rPr>
              <a:t>import fs from "fs";</a:t>
            </a:r>
          </a:p>
          <a:p>
            <a:pPr marL="0" indent="0">
              <a:buNone/>
            </a:pPr>
            <a:r>
              <a:rPr lang="en-US" sz="200" dirty="0">
                <a:highlight>
                  <a:srgbClr val="FFFF00"/>
                </a:highlight>
              </a:rPr>
              <a:t>const create = (req, res) =&gt; {</a:t>
            </a:r>
          </a:p>
          <a:p>
            <a:pPr marL="0" indent="0">
              <a:buNone/>
            </a:pPr>
            <a:r>
              <a:rPr lang="en-US" sz="200" dirty="0">
                <a:highlight>
                  <a:srgbClr val="FFFF00"/>
                </a:highlight>
              </a:rPr>
              <a:t>  let form = formidable({ </a:t>
            </a:r>
            <a:r>
              <a:rPr lang="en-US" sz="200" dirty="0" err="1">
                <a:highlight>
                  <a:srgbClr val="FFFF00"/>
                </a:highlight>
              </a:rPr>
              <a:t>keepExtensions</a:t>
            </a:r>
            <a:r>
              <a:rPr lang="en-US" sz="200" dirty="0">
                <a:highlight>
                  <a:srgbClr val="FFFF00"/>
                </a:highlight>
              </a:rPr>
              <a:t>: true });</a:t>
            </a:r>
          </a:p>
          <a:p>
            <a:pPr marL="0" indent="0">
              <a:buNone/>
            </a:pPr>
            <a:r>
              <a:rPr lang="en-US" sz="200" dirty="0">
                <a:highlight>
                  <a:srgbClr val="FFFF00"/>
                </a:highlight>
              </a:rPr>
              <a:t>  </a:t>
            </a:r>
            <a:r>
              <a:rPr lang="en-US" sz="200" dirty="0" err="1">
                <a:highlight>
                  <a:srgbClr val="FFFF00"/>
                </a:highlight>
              </a:rPr>
              <a:t>form.parse</a:t>
            </a:r>
            <a:r>
              <a:rPr lang="en-US" sz="200" dirty="0">
                <a:highlight>
                  <a:srgbClr val="FFFF00"/>
                </a:highlight>
              </a:rPr>
              <a:t>(req, async (err, fields, files) =&gt; {</a:t>
            </a:r>
          </a:p>
          <a:p>
            <a:pPr marL="0" indent="0">
              <a:buNone/>
            </a:pPr>
            <a:r>
              <a:rPr lang="en-US" sz="200" dirty="0">
                <a:highlight>
                  <a:srgbClr val="FFFF00"/>
                </a:highlight>
              </a:rPr>
              <a:t>    if (err) {</a:t>
            </a:r>
          </a:p>
          <a:p>
            <a:pPr marL="0" indent="0">
              <a:buNone/>
            </a:pPr>
            <a:r>
              <a:rPr lang="en-US" sz="200" dirty="0">
                <a:highlight>
                  <a:srgbClr val="FFFF00"/>
                </a:highlight>
              </a:rPr>
              <a:t>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message: "Image could not be uploaded",</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Object.keys</a:t>
            </a:r>
            <a:r>
              <a:rPr lang="en-US" sz="200" dirty="0">
                <a:highlight>
                  <a:srgbClr val="FFFF00"/>
                </a:highlight>
              </a:rPr>
              <a:t>(fields).</a:t>
            </a:r>
            <a:r>
              <a:rPr lang="en-US" sz="200" dirty="0" err="1">
                <a:highlight>
                  <a:srgbClr val="FFFF00"/>
                </a:highlight>
              </a:rPr>
              <a:t>forEach</a:t>
            </a:r>
            <a:r>
              <a:rPr lang="en-US" sz="200" dirty="0">
                <a:highlight>
                  <a:srgbClr val="FFFF00"/>
                </a:highlight>
              </a:rPr>
              <a:t>((key) =&gt; (fields[key] = fields[key][0]));</a:t>
            </a:r>
          </a:p>
          <a:p>
            <a:pPr marL="0" indent="0">
              <a:buNone/>
            </a:pPr>
            <a:r>
              <a:rPr lang="en-US" sz="200" dirty="0">
                <a:highlight>
                  <a:srgbClr val="FFFF00"/>
                </a:highlight>
              </a:rPr>
              <a:t>    </a:t>
            </a:r>
            <a:r>
              <a:rPr lang="en-US" sz="200" dirty="0" err="1">
                <a:highlight>
                  <a:srgbClr val="FFFF00"/>
                </a:highlight>
              </a:rPr>
              <a:t>Object.keys</a:t>
            </a:r>
            <a:r>
              <a:rPr lang="en-US" sz="200" dirty="0">
                <a:highlight>
                  <a:srgbClr val="FFFF00"/>
                </a:highlight>
              </a:rPr>
              <a:t>(files).</a:t>
            </a:r>
            <a:r>
              <a:rPr lang="en-US" sz="200" dirty="0" err="1">
                <a:highlight>
                  <a:srgbClr val="FFFF00"/>
                </a:highlight>
              </a:rPr>
              <a:t>forEach</a:t>
            </a:r>
            <a:r>
              <a:rPr lang="en-US" sz="200" dirty="0">
                <a:highlight>
                  <a:srgbClr val="FFFF00"/>
                </a:highlight>
              </a:rPr>
              <a:t>((key) =&gt; (files[key] = files[key][0]));</a:t>
            </a:r>
          </a:p>
          <a:p>
            <a:pPr marL="0" indent="0">
              <a:buNone/>
            </a:pPr>
            <a:r>
              <a:rPr lang="en-US" sz="200" dirty="0">
                <a:highlight>
                  <a:srgbClr val="FFFF00"/>
                </a:highlight>
              </a:rPr>
              <a:t>    let shop = new Shop(fields);</a:t>
            </a:r>
          </a:p>
          <a:p>
            <a:pPr marL="0" indent="0">
              <a:buNone/>
            </a:pPr>
            <a:r>
              <a:rPr lang="en-US" sz="200" dirty="0">
                <a:highlight>
                  <a:srgbClr val="FFFF00"/>
                </a:highlight>
              </a:rPr>
              <a:t>    </a:t>
            </a:r>
            <a:r>
              <a:rPr lang="en-US" sz="200" dirty="0" err="1">
                <a:highlight>
                  <a:srgbClr val="FFFF00"/>
                </a:highlight>
              </a:rPr>
              <a:t>shop.owner</a:t>
            </a:r>
            <a:r>
              <a:rPr lang="en-US" sz="200" dirty="0">
                <a:highlight>
                  <a:srgbClr val="FFFF00"/>
                </a:highlight>
              </a:rPr>
              <a:t> = </a:t>
            </a:r>
            <a:r>
              <a:rPr lang="en-US" sz="200" dirty="0" err="1">
                <a:highlight>
                  <a:srgbClr val="FFFF00"/>
                </a:highlight>
              </a:rPr>
              <a:t>req.profile</a:t>
            </a:r>
            <a:r>
              <a:rPr lang="en-US" sz="200" dirty="0">
                <a:highlight>
                  <a:srgbClr val="FFFF00"/>
                </a:highlight>
              </a:rPr>
              <a:t>;</a:t>
            </a:r>
          </a:p>
          <a:p>
            <a:pPr marL="0" indent="0">
              <a:buNone/>
            </a:pPr>
            <a:r>
              <a:rPr lang="en-US" sz="200" dirty="0">
                <a:highlight>
                  <a:srgbClr val="FFFF00"/>
                </a:highlight>
              </a:rPr>
              <a:t>    if (</a:t>
            </a:r>
            <a:r>
              <a:rPr lang="en-US" sz="200" dirty="0" err="1">
                <a:highlight>
                  <a:srgbClr val="FFFF00"/>
                </a:highlight>
              </a:rPr>
              <a:t>files.image</a:t>
            </a: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shop.image.data</a:t>
            </a:r>
            <a:r>
              <a:rPr lang="en-US" sz="200" dirty="0">
                <a:highlight>
                  <a:srgbClr val="FFFF00"/>
                </a:highlight>
              </a:rPr>
              <a:t> = </a:t>
            </a:r>
            <a:r>
              <a:rPr lang="en-US" sz="200" dirty="0" err="1">
                <a:highlight>
                  <a:srgbClr val="FFFF00"/>
                </a:highlight>
              </a:rPr>
              <a:t>fs.readFileSync</a:t>
            </a:r>
            <a:r>
              <a:rPr lang="en-US" sz="200" dirty="0">
                <a:highlight>
                  <a:srgbClr val="FFFF00"/>
                </a:highlight>
              </a:rPr>
              <a:t>(</a:t>
            </a:r>
            <a:r>
              <a:rPr lang="en-US" sz="200" dirty="0" err="1">
                <a:highlight>
                  <a:srgbClr val="FFFF00"/>
                </a:highlight>
              </a:rPr>
              <a:t>files.image.filepath</a:t>
            </a:r>
            <a:r>
              <a:rPr lang="en-US" sz="200" dirty="0">
                <a:highlight>
                  <a:srgbClr val="FFFF00"/>
                </a:highlight>
              </a:rPr>
              <a:t>);</a:t>
            </a:r>
          </a:p>
          <a:p>
            <a:pPr marL="0" indent="0">
              <a:buNone/>
            </a:pPr>
            <a:r>
              <a:rPr lang="en-US" sz="200" dirty="0">
                <a:highlight>
                  <a:srgbClr val="FFFF00"/>
                </a:highlight>
              </a:rPr>
              <a:t>      </a:t>
            </a:r>
            <a:r>
              <a:rPr lang="en-US" sz="200" dirty="0" err="1">
                <a:highlight>
                  <a:srgbClr val="FFFF00"/>
                </a:highlight>
              </a:rPr>
              <a:t>shop.image.contentType</a:t>
            </a:r>
            <a:r>
              <a:rPr lang="en-US" sz="200" dirty="0">
                <a:highlight>
                  <a:srgbClr val="FFFF00"/>
                </a:highlight>
              </a:rPr>
              <a:t> = </a:t>
            </a:r>
            <a:r>
              <a:rPr lang="en-US" sz="200" dirty="0" err="1">
                <a:highlight>
                  <a:srgbClr val="FFFF00"/>
                </a:highlight>
              </a:rPr>
              <a:t>files.image.mimetype</a:t>
            </a:r>
            <a:r>
              <a:rPr lang="en-US" sz="200" dirty="0">
                <a:highlight>
                  <a:srgbClr val="FFFF00"/>
                </a:highlight>
              </a:rPr>
              <a:t>;</a:t>
            </a:r>
          </a:p>
          <a:p>
            <a:pPr marL="0" indent="0">
              <a:buNone/>
            </a:pPr>
            <a:r>
              <a:rPr lang="en-US" sz="200" dirty="0">
                <a:highlight>
                  <a:srgbClr val="FFFF00"/>
                </a:highlight>
              </a:rPr>
              <a:t>    }</a:t>
            </a:r>
          </a:p>
          <a:p>
            <a:pPr marL="0" indent="0">
              <a:buNone/>
            </a:pPr>
            <a:r>
              <a:rPr lang="en-US" sz="200" dirty="0">
                <a:highlight>
                  <a:srgbClr val="FFFF00"/>
                </a:highlight>
              </a:rPr>
              <a:t>    try {</a:t>
            </a:r>
          </a:p>
          <a:p>
            <a:pPr marL="0" indent="0">
              <a:buNone/>
            </a:pPr>
            <a:r>
              <a:rPr lang="en-US" sz="200" dirty="0">
                <a:highlight>
                  <a:srgbClr val="FFFF00"/>
                </a:highlight>
              </a:rPr>
              <a:t>      let result = await </a:t>
            </a:r>
            <a:r>
              <a:rPr lang="en-US" sz="200" dirty="0" err="1">
                <a:highlight>
                  <a:srgbClr val="FFFF00"/>
                </a:highlight>
              </a:rPr>
              <a:t>shop.save</a:t>
            </a:r>
            <a:r>
              <a:rPr lang="en-US" sz="200" dirty="0">
                <a:highlight>
                  <a:srgbClr val="FFFF00"/>
                </a:highlight>
              </a:rPr>
              <a:t>();</a:t>
            </a:r>
          </a:p>
          <a:p>
            <a:pPr marL="0" indent="0">
              <a:buNone/>
            </a:pPr>
            <a:r>
              <a:rPr lang="en-US" sz="200" dirty="0">
                <a:highlight>
                  <a:srgbClr val="FFFF00"/>
                </a:highlight>
              </a:rPr>
              <a:t>      </a:t>
            </a:r>
            <a:r>
              <a:rPr lang="en-US" sz="200" dirty="0" err="1">
                <a:highlight>
                  <a:srgbClr val="FFFF00"/>
                </a:highlight>
              </a:rPr>
              <a:t>res.status</a:t>
            </a:r>
            <a:r>
              <a:rPr lang="en-US" sz="200" dirty="0">
                <a:highlight>
                  <a:srgbClr val="FFFF00"/>
                </a:highlight>
              </a:rPr>
              <a:t>(200).</a:t>
            </a:r>
            <a:r>
              <a:rPr lang="en-US" sz="200" dirty="0" err="1">
                <a:highlight>
                  <a:srgbClr val="FFFF00"/>
                </a:highlight>
              </a:rPr>
              <a:t>json</a:t>
            </a:r>
            <a:r>
              <a:rPr lang="en-US" sz="200" dirty="0">
                <a:highlight>
                  <a:srgbClr val="FFFF00"/>
                </a:highlight>
              </a:rPr>
              <a:t>(result);</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a:t>
            </a:r>
            <a:r>
              <a:rPr lang="en-US" sz="200" dirty="0" err="1">
                <a:highlight>
                  <a:srgbClr val="FFFF00"/>
                </a:highlight>
              </a:rPr>
              <a:t>errorHandler.getErrorMessage</a:t>
            </a:r>
            <a:r>
              <a:rPr lang="en-US" sz="200" dirty="0">
                <a:highlight>
                  <a:srgbClr val="FFFF00"/>
                </a:highlight>
              </a:rPr>
              <a:t>(err),</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a:t>
            </a:r>
          </a:p>
          <a:p>
            <a:pPr marL="0" indent="0">
              <a:buNone/>
            </a:pPr>
            <a:r>
              <a:rPr lang="en-US" sz="200" dirty="0">
                <a:highlight>
                  <a:srgbClr val="FFFF00"/>
                </a:highlight>
              </a:rPr>
              <a:t>const </a:t>
            </a:r>
            <a:r>
              <a:rPr lang="en-US" sz="200" dirty="0" err="1">
                <a:highlight>
                  <a:srgbClr val="FFFF00"/>
                </a:highlight>
              </a:rPr>
              <a:t>shopByID</a:t>
            </a:r>
            <a:r>
              <a:rPr lang="en-US" sz="200" dirty="0">
                <a:highlight>
                  <a:srgbClr val="FFFF00"/>
                </a:highlight>
              </a:rPr>
              <a:t> = async (req, res, next, id) =&gt; {</a:t>
            </a:r>
          </a:p>
          <a:p>
            <a:pPr marL="0" indent="0">
              <a:buNone/>
            </a:pPr>
            <a:r>
              <a:rPr lang="en-US" sz="200" dirty="0">
                <a:highlight>
                  <a:srgbClr val="FFFF00"/>
                </a:highlight>
              </a:rPr>
              <a:t>  try {</a:t>
            </a:r>
          </a:p>
          <a:p>
            <a:pPr marL="0" indent="0">
              <a:buNone/>
            </a:pPr>
            <a:r>
              <a:rPr lang="en-US" sz="200" dirty="0">
                <a:highlight>
                  <a:srgbClr val="FFFF00"/>
                </a:highlight>
              </a:rPr>
              <a:t>    let shop = await </a:t>
            </a:r>
            <a:r>
              <a:rPr lang="en-US" sz="200" dirty="0" err="1">
                <a:highlight>
                  <a:srgbClr val="FFFF00"/>
                </a:highlight>
              </a:rPr>
              <a:t>Shop.findById</a:t>
            </a:r>
            <a:r>
              <a:rPr lang="en-US" sz="200" dirty="0">
                <a:highlight>
                  <a:srgbClr val="FFFF00"/>
                </a:highlight>
              </a:rPr>
              <a:t>(id).populate("owner", "_id name").exec();</a:t>
            </a:r>
          </a:p>
          <a:p>
            <a:pPr marL="0" indent="0">
              <a:buNone/>
            </a:pPr>
            <a:r>
              <a:rPr lang="en-US" sz="200" dirty="0">
                <a:highlight>
                  <a:srgbClr val="FFFF00"/>
                </a:highlight>
              </a:rPr>
              <a:t>    if (!shop)</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"Shop not found",</a:t>
            </a:r>
          </a:p>
          <a:p>
            <a:pPr marL="0" indent="0">
              <a:buNone/>
            </a:pP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req.shop</a:t>
            </a:r>
            <a:r>
              <a:rPr lang="en-US" sz="200" dirty="0">
                <a:highlight>
                  <a:srgbClr val="FFFF00"/>
                </a:highlight>
              </a:rPr>
              <a:t> = shop;</a:t>
            </a:r>
          </a:p>
          <a:p>
            <a:pPr marL="0" indent="0">
              <a:buNone/>
            </a:pPr>
            <a:r>
              <a:rPr lang="en-US" sz="200" dirty="0">
                <a:highlight>
                  <a:srgbClr val="FFFF00"/>
                </a:highlight>
              </a:rPr>
              <a:t>    next();</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"Could not retrieve shop",</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a:t>
            </a:r>
          </a:p>
          <a:p>
            <a:pPr marL="0" indent="0">
              <a:buNone/>
            </a:pPr>
            <a:r>
              <a:rPr lang="en-US" sz="200" dirty="0">
                <a:highlight>
                  <a:srgbClr val="FFFF00"/>
                </a:highlight>
              </a:rPr>
              <a:t>const photo = (req, res, next) =&gt; {</a:t>
            </a:r>
          </a:p>
          <a:p>
            <a:pPr marL="0" indent="0">
              <a:buNone/>
            </a:pPr>
            <a:r>
              <a:rPr lang="en-US" sz="200" dirty="0">
                <a:highlight>
                  <a:srgbClr val="FFFF00"/>
                </a:highlight>
              </a:rPr>
              <a:t>  if (</a:t>
            </a:r>
            <a:r>
              <a:rPr lang="en-US" sz="200" dirty="0" err="1">
                <a:highlight>
                  <a:srgbClr val="FFFF00"/>
                </a:highlight>
              </a:rPr>
              <a:t>req.shop.image.data</a:t>
            </a: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res.set</a:t>
            </a:r>
            <a:r>
              <a:rPr lang="en-US" sz="200" dirty="0">
                <a:highlight>
                  <a:srgbClr val="FFFF00"/>
                </a:highlight>
              </a:rPr>
              <a:t>("Content-Type", </a:t>
            </a:r>
            <a:r>
              <a:rPr lang="en-US" sz="200" dirty="0" err="1">
                <a:highlight>
                  <a:srgbClr val="FFFF00"/>
                </a:highlight>
              </a:rPr>
              <a:t>req.shop.image.contentType</a:t>
            </a:r>
            <a:r>
              <a:rPr lang="en-US" sz="200" dirty="0">
                <a:highlight>
                  <a:srgbClr val="FFFF00"/>
                </a:highlight>
              </a:rPr>
              <a:t>);</a:t>
            </a:r>
          </a:p>
          <a:p>
            <a:pPr marL="0" indent="0">
              <a:buNone/>
            </a:pPr>
            <a:r>
              <a:rPr lang="en-US" sz="200" dirty="0">
                <a:highlight>
                  <a:srgbClr val="FFFF00"/>
                </a:highlight>
              </a:rPr>
              <a:t>    return </a:t>
            </a:r>
            <a:r>
              <a:rPr lang="en-US" sz="200" dirty="0" err="1">
                <a:highlight>
                  <a:srgbClr val="FFFF00"/>
                </a:highlight>
              </a:rPr>
              <a:t>res.send</a:t>
            </a:r>
            <a:r>
              <a:rPr lang="en-US" sz="200" dirty="0">
                <a:highlight>
                  <a:srgbClr val="FFFF00"/>
                </a:highlight>
              </a:rPr>
              <a:t>(</a:t>
            </a:r>
            <a:r>
              <a:rPr lang="en-US" sz="200" dirty="0" err="1">
                <a:highlight>
                  <a:srgbClr val="FFFF00"/>
                </a:highlight>
              </a:rPr>
              <a:t>req.shop.image.data</a:t>
            </a:r>
            <a:r>
              <a:rPr lang="en-US" sz="200" dirty="0">
                <a:highlight>
                  <a:srgbClr val="FFFF00"/>
                </a:highlight>
              </a:rPr>
              <a:t>);</a:t>
            </a:r>
          </a:p>
          <a:p>
            <a:pPr marL="0" indent="0">
              <a:buNone/>
            </a:pPr>
            <a:r>
              <a:rPr lang="en-US" sz="200" dirty="0">
                <a:highlight>
                  <a:srgbClr val="FFFF00"/>
                </a:highlight>
              </a:rPr>
              <a:t>  }</a:t>
            </a:r>
          </a:p>
          <a:p>
            <a:pPr marL="0" indent="0">
              <a:buNone/>
            </a:pPr>
            <a:r>
              <a:rPr lang="en-US" sz="200" dirty="0">
                <a:highlight>
                  <a:srgbClr val="FFFF00"/>
                </a:highlight>
              </a:rPr>
              <a:t>  next();</a:t>
            </a:r>
          </a:p>
          <a:p>
            <a:pPr marL="0" indent="0">
              <a:buNone/>
            </a:pPr>
            <a:r>
              <a:rPr lang="en-US" sz="200" dirty="0">
                <a:highlight>
                  <a:srgbClr val="FFFF00"/>
                </a:highlight>
              </a:rPr>
              <a:t>};</a:t>
            </a:r>
          </a:p>
          <a:p>
            <a:pPr marL="0" indent="0">
              <a:buNone/>
            </a:pPr>
            <a:r>
              <a:rPr lang="en-US" sz="200" dirty="0">
                <a:highlight>
                  <a:srgbClr val="FFFF00"/>
                </a:highlight>
              </a:rPr>
              <a:t>const </a:t>
            </a:r>
            <a:r>
              <a:rPr lang="en-US" sz="200" dirty="0" err="1">
                <a:highlight>
                  <a:srgbClr val="FFFF00"/>
                </a:highlight>
              </a:rPr>
              <a:t>defaultPhoto</a:t>
            </a:r>
            <a:r>
              <a:rPr lang="en-US" sz="200" dirty="0">
                <a:highlight>
                  <a:srgbClr val="FFFF00"/>
                </a:highlight>
              </a:rPr>
              <a:t> = (req, res) =&gt; {</a:t>
            </a:r>
          </a:p>
          <a:p>
            <a:pPr marL="0" indent="0">
              <a:buNone/>
            </a:pPr>
            <a:r>
              <a:rPr lang="en-US" sz="200" dirty="0">
                <a:highlight>
                  <a:srgbClr val="FFFF00"/>
                </a:highlight>
              </a:rPr>
              <a:t>  return null;</a:t>
            </a:r>
          </a:p>
          <a:p>
            <a:pPr marL="0" indent="0">
              <a:buNone/>
            </a:pPr>
            <a:r>
              <a:rPr lang="en-US" sz="200" dirty="0">
                <a:highlight>
                  <a:srgbClr val="FFFF00"/>
                </a:highlight>
              </a:rPr>
              <a:t>};</a:t>
            </a:r>
          </a:p>
          <a:p>
            <a:pPr marL="0" indent="0">
              <a:buNone/>
            </a:pPr>
            <a:r>
              <a:rPr lang="en-US" sz="200" dirty="0">
                <a:highlight>
                  <a:srgbClr val="FFFF00"/>
                </a:highlight>
              </a:rPr>
              <a:t>const read = (req, res) =&gt; {</a:t>
            </a:r>
          </a:p>
          <a:p>
            <a:pPr marL="0" indent="0">
              <a:buNone/>
            </a:pPr>
            <a:r>
              <a:rPr lang="en-US" sz="200" dirty="0">
                <a:highlight>
                  <a:srgbClr val="FFFF00"/>
                </a:highlight>
              </a:rPr>
              <a:t>  </a:t>
            </a:r>
            <a:r>
              <a:rPr lang="en-US" sz="200" dirty="0" err="1">
                <a:highlight>
                  <a:srgbClr val="FFFF00"/>
                </a:highlight>
              </a:rPr>
              <a:t>req.shop.image</a:t>
            </a:r>
            <a:r>
              <a:rPr lang="en-US" sz="200" dirty="0">
                <a:highlight>
                  <a:srgbClr val="FFFF00"/>
                </a:highlight>
              </a:rPr>
              <a:t> = undefined;</a:t>
            </a:r>
          </a:p>
          <a:p>
            <a:pPr marL="0" indent="0">
              <a:buNone/>
            </a:pPr>
            <a:r>
              <a:rPr lang="en-US" sz="200" dirty="0">
                <a:highlight>
                  <a:srgbClr val="FFFF00"/>
                </a:highlight>
              </a:rPr>
              <a:t>  return </a:t>
            </a:r>
            <a:r>
              <a:rPr lang="en-US" sz="200" dirty="0" err="1">
                <a:highlight>
                  <a:srgbClr val="FFFF00"/>
                </a:highlight>
              </a:rPr>
              <a:t>res.json</a:t>
            </a:r>
            <a:r>
              <a:rPr lang="en-US" sz="200" dirty="0">
                <a:highlight>
                  <a:srgbClr val="FFFF00"/>
                </a:highlight>
              </a:rPr>
              <a:t>(</a:t>
            </a:r>
            <a:r>
              <a:rPr lang="en-US" sz="200" dirty="0" err="1">
                <a:highlight>
                  <a:srgbClr val="FFFF00"/>
                </a:highlight>
              </a:rPr>
              <a:t>req.shop</a:t>
            </a:r>
            <a:r>
              <a:rPr lang="en-US" sz="200" dirty="0">
                <a:highlight>
                  <a:srgbClr val="FFFF00"/>
                </a:highlight>
              </a:rPr>
              <a:t>);</a:t>
            </a:r>
          </a:p>
          <a:p>
            <a:pPr marL="0" indent="0">
              <a:buNone/>
            </a:pPr>
            <a:r>
              <a:rPr lang="en-US" sz="200" dirty="0">
                <a:highlight>
                  <a:srgbClr val="FFFF00"/>
                </a:highlight>
              </a:rPr>
              <a:t>};</a:t>
            </a:r>
          </a:p>
          <a:p>
            <a:pPr marL="0" indent="0">
              <a:buNone/>
            </a:pPr>
            <a:r>
              <a:rPr lang="en-US" sz="200" dirty="0">
                <a:highlight>
                  <a:srgbClr val="FFFF00"/>
                </a:highlight>
              </a:rPr>
              <a:t>const update = (req, res) =&gt; {</a:t>
            </a:r>
          </a:p>
          <a:p>
            <a:pPr marL="0" indent="0">
              <a:buNone/>
            </a:pPr>
            <a:r>
              <a:rPr lang="en-US" sz="200" dirty="0">
                <a:highlight>
                  <a:srgbClr val="FFFF00"/>
                </a:highlight>
              </a:rPr>
              <a:t>  let form = formidable({ </a:t>
            </a:r>
            <a:r>
              <a:rPr lang="en-US" sz="200" dirty="0" err="1">
                <a:highlight>
                  <a:srgbClr val="FFFF00"/>
                </a:highlight>
              </a:rPr>
              <a:t>keepExtensions</a:t>
            </a:r>
            <a:r>
              <a:rPr lang="en-US" sz="200" dirty="0">
                <a:highlight>
                  <a:srgbClr val="FFFF00"/>
                </a:highlight>
              </a:rPr>
              <a:t>: true });</a:t>
            </a:r>
          </a:p>
          <a:p>
            <a:pPr marL="0" indent="0">
              <a:buNone/>
            </a:pPr>
            <a:r>
              <a:rPr lang="en-US" sz="200" dirty="0">
                <a:highlight>
                  <a:srgbClr val="FFFF00"/>
                </a:highlight>
              </a:rPr>
              <a:t>  </a:t>
            </a:r>
            <a:r>
              <a:rPr lang="en-US" sz="200" dirty="0" err="1">
                <a:highlight>
                  <a:srgbClr val="FFFF00"/>
                </a:highlight>
              </a:rPr>
              <a:t>form.parse</a:t>
            </a:r>
            <a:r>
              <a:rPr lang="en-US" sz="200" dirty="0">
                <a:highlight>
                  <a:srgbClr val="FFFF00"/>
                </a:highlight>
              </a:rPr>
              <a:t>(req, async (err, fields, files) =&gt; {</a:t>
            </a:r>
          </a:p>
          <a:p>
            <a:pPr marL="0" indent="0">
              <a:buNone/>
            </a:pPr>
            <a:r>
              <a:rPr lang="en-US" sz="200" dirty="0">
                <a:highlight>
                  <a:srgbClr val="FFFF00"/>
                </a:highlight>
              </a:rPr>
              <a:t>    if (err) {</a:t>
            </a:r>
          </a:p>
          <a:p>
            <a:pPr marL="0" indent="0">
              <a:buNone/>
            </a:pPr>
            <a:r>
              <a:rPr lang="en-US" sz="200" dirty="0">
                <a:highlight>
                  <a:srgbClr val="FFFF00"/>
                </a:highlight>
              </a:rPr>
              <a:t>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message: "Photo could not be uploaded",</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Object.keys</a:t>
            </a:r>
            <a:r>
              <a:rPr lang="en-US" sz="200" dirty="0">
                <a:highlight>
                  <a:srgbClr val="FFFF00"/>
                </a:highlight>
              </a:rPr>
              <a:t>(fields).</a:t>
            </a:r>
            <a:r>
              <a:rPr lang="en-US" sz="200" dirty="0" err="1">
                <a:highlight>
                  <a:srgbClr val="FFFF00"/>
                </a:highlight>
              </a:rPr>
              <a:t>forEach</a:t>
            </a:r>
            <a:r>
              <a:rPr lang="en-US" sz="200" dirty="0">
                <a:highlight>
                  <a:srgbClr val="FFFF00"/>
                </a:highlight>
              </a:rPr>
              <a:t>((key) =&gt; (fields[key] = fields[key][0]));</a:t>
            </a:r>
          </a:p>
          <a:p>
            <a:pPr marL="0" indent="0">
              <a:buNone/>
            </a:pPr>
            <a:r>
              <a:rPr lang="en-US" sz="200" dirty="0">
                <a:highlight>
                  <a:srgbClr val="FFFF00"/>
                </a:highlight>
              </a:rPr>
              <a:t>    </a:t>
            </a:r>
            <a:r>
              <a:rPr lang="en-US" sz="200" dirty="0" err="1">
                <a:highlight>
                  <a:srgbClr val="FFFF00"/>
                </a:highlight>
              </a:rPr>
              <a:t>Object.keys</a:t>
            </a:r>
            <a:r>
              <a:rPr lang="en-US" sz="200" dirty="0">
                <a:highlight>
                  <a:srgbClr val="FFFF00"/>
                </a:highlight>
              </a:rPr>
              <a:t>(files).</a:t>
            </a:r>
            <a:r>
              <a:rPr lang="en-US" sz="200" dirty="0" err="1">
                <a:highlight>
                  <a:srgbClr val="FFFF00"/>
                </a:highlight>
              </a:rPr>
              <a:t>forEach</a:t>
            </a:r>
            <a:r>
              <a:rPr lang="en-US" sz="200" dirty="0">
                <a:highlight>
                  <a:srgbClr val="FFFF00"/>
                </a:highlight>
              </a:rPr>
              <a:t>((key) =&gt; (files[key] = files[key][0]));</a:t>
            </a:r>
          </a:p>
          <a:p>
            <a:pPr marL="0" indent="0">
              <a:buNone/>
            </a:pPr>
            <a:r>
              <a:rPr lang="en-US" sz="200" dirty="0">
                <a:highlight>
                  <a:srgbClr val="FFFF00"/>
                </a:highlight>
              </a:rPr>
              <a:t>    let shop = </a:t>
            </a:r>
            <a:r>
              <a:rPr lang="en-US" sz="200" dirty="0" err="1">
                <a:highlight>
                  <a:srgbClr val="FFFF00"/>
                </a:highlight>
              </a:rPr>
              <a:t>req.shop</a:t>
            </a:r>
            <a:r>
              <a:rPr lang="en-US" sz="200" dirty="0">
                <a:highlight>
                  <a:srgbClr val="FFFF00"/>
                </a:highlight>
              </a:rPr>
              <a:t>;</a:t>
            </a:r>
          </a:p>
          <a:p>
            <a:pPr marL="0" indent="0">
              <a:buNone/>
            </a:pPr>
            <a:r>
              <a:rPr lang="en-US" sz="200" dirty="0">
                <a:highlight>
                  <a:srgbClr val="FFFF00"/>
                </a:highlight>
              </a:rPr>
              <a:t>    shop = extend(shop, fields);</a:t>
            </a:r>
          </a:p>
          <a:p>
            <a:pPr marL="0" indent="0">
              <a:buNone/>
            </a:pPr>
            <a:r>
              <a:rPr lang="en-US" sz="200" dirty="0">
                <a:highlight>
                  <a:srgbClr val="FFFF00"/>
                </a:highlight>
              </a:rPr>
              <a:t>    </a:t>
            </a:r>
            <a:r>
              <a:rPr lang="en-US" sz="200" dirty="0" err="1">
                <a:highlight>
                  <a:srgbClr val="FFFF00"/>
                </a:highlight>
              </a:rPr>
              <a:t>shop.updated</a:t>
            </a:r>
            <a:r>
              <a:rPr lang="en-US" sz="200" dirty="0">
                <a:highlight>
                  <a:srgbClr val="FFFF00"/>
                </a:highlight>
              </a:rPr>
              <a:t> = </a:t>
            </a:r>
            <a:r>
              <a:rPr lang="en-US" sz="200" dirty="0" err="1">
                <a:highlight>
                  <a:srgbClr val="FFFF00"/>
                </a:highlight>
              </a:rPr>
              <a:t>Date.now</a:t>
            </a:r>
            <a:r>
              <a:rPr lang="en-US" sz="200" dirty="0">
                <a:highlight>
                  <a:srgbClr val="FFFF00"/>
                </a:highlight>
              </a:rPr>
              <a:t>();</a:t>
            </a:r>
          </a:p>
          <a:p>
            <a:pPr marL="0" indent="0">
              <a:buNone/>
            </a:pPr>
            <a:r>
              <a:rPr lang="en-US" sz="200" dirty="0">
                <a:highlight>
                  <a:srgbClr val="FFFF00"/>
                </a:highlight>
              </a:rPr>
              <a:t>    if (</a:t>
            </a:r>
            <a:r>
              <a:rPr lang="en-US" sz="200" dirty="0" err="1">
                <a:highlight>
                  <a:srgbClr val="FFFF00"/>
                </a:highlight>
              </a:rPr>
              <a:t>files.image</a:t>
            </a: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shop.image.data</a:t>
            </a:r>
            <a:r>
              <a:rPr lang="en-US" sz="200" dirty="0">
                <a:highlight>
                  <a:srgbClr val="FFFF00"/>
                </a:highlight>
              </a:rPr>
              <a:t> = </a:t>
            </a:r>
            <a:r>
              <a:rPr lang="en-US" sz="200" dirty="0" err="1">
                <a:highlight>
                  <a:srgbClr val="FFFF00"/>
                </a:highlight>
              </a:rPr>
              <a:t>fs.readFileSync</a:t>
            </a:r>
            <a:r>
              <a:rPr lang="en-US" sz="200" dirty="0">
                <a:highlight>
                  <a:srgbClr val="FFFF00"/>
                </a:highlight>
              </a:rPr>
              <a:t>(</a:t>
            </a:r>
            <a:r>
              <a:rPr lang="en-US" sz="200" dirty="0" err="1">
                <a:highlight>
                  <a:srgbClr val="FFFF00"/>
                </a:highlight>
              </a:rPr>
              <a:t>files.image.filepath</a:t>
            </a:r>
            <a:r>
              <a:rPr lang="en-US" sz="200" dirty="0">
                <a:highlight>
                  <a:srgbClr val="FFFF00"/>
                </a:highlight>
              </a:rPr>
              <a:t>);</a:t>
            </a:r>
          </a:p>
          <a:p>
            <a:pPr marL="0" indent="0">
              <a:buNone/>
            </a:pPr>
            <a:r>
              <a:rPr lang="en-US" sz="200" dirty="0">
                <a:highlight>
                  <a:srgbClr val="FFFF00"/>
                </a:highlight>
              </a:rPr>
              <a:t>      </a:t>
            </a:r>
            <a:r>
              <a:rPr lang="en-US" sz="200" dirty="0" err="1">
                <a:highlight>
                  <a:srgbClr val="FFFF00"/>
                </a:highlight>
              </a:rPr>
              <a:t>shop.image.contentType</a:t>
            </a:r>
            <a:r>
              <a:rPr lang="en-US" sz="200" dirty="0">
                <a:highlight>
                  <a:srgbClr val="FFFF00"/>
                </a:highlight>
              </a:rPr>
              <a:t> = </a:t>
            </a:r>
            <a:r>
              <a:rPr lang="en-US" sz="200" dirty="0" err="1">
                <a:highlight>
                  <a:srgbClr val="FFFF00"/>
                </a:highlight>
              </a:rPr>
              <a:t>files.image.mimetype</a:t>
            </a:r>
            <a:r>
              <a:rPr lang="en-US" sz="200" dirty="0">
                <a:highlight>
                  <a:srgbClr val="FFFF00"/>
                </a:highlight>
              </a:rPr>
              <a:t>;</a:t>
            </a:r>
          </a:p>
          <a:p>
            <a:pPr marL="0" indent="0">
              <a:buNone/>
            </a:pPr>
            <a:r>
              <a:rPr lang="en-US" sz="200" dirty="0">
                <a:highlight>
                  <a:srgbClr val="FFFF00"/>
                </a:highlight>
              </a:rPr>
              <a:t>    }</a:t>
            </a:r>
          </a:p>
          <a:p>
            <a:pPr marL="0" indent="0">
              <a:buNone/>
            </a:pPr>
            <a:r>
              <a:rPr lang="en-US" sz="200" dirty="0">
                <a:highlight>
                  <a:srgbClr val="FFFF00"/>
                </a:highlight>
              </a:rPr>
              <a:t>    try {</a:t>
            </a:r>
          </a:p>
          <a:p>
            <a:pPr marL="0" indent="0">
              <a:buNone/>
            </a:pPr>
            <a:r>
              <a:rPr lang="en-US" sz="200" dirty="0">
                <a:highlight>
                  <a:srgbClr val="FFFF00"/>
                </a:highlight>
              </a:rPr>
              <a:t>      let result = await </a:t>
            </a:r>
            <a:r>
              <a:rPr lang="en-US" sz="200" dirty="0" err="1">
                <a:highlight>
                  <a:srgbClr val="FFFF00"/>
                </a:highlight>
              </a:rPr>
              <a:t>shop.save</a:t>
            </a:r>
            <a:r>
              <a:rPr lang="en-US" sz="200" dirty="0">
                <a:highlight>
                  <a:srgbClr val="FFFF00"/>
                </a:highlight>
              </a:rPr>
              <a:t>();</a:t>
            </a:r>
          </a:p>
          <a:p>
            <a:pPr marL="0" indent="0">
              <a:buNone/>
            </a:pPr>
            <a:r>
              <a:rPr lang="en-US" sz="200" dirty="0">
                <a:highlight>
                  <a:srgbClr val="FFFF00"/>
                </a:highlight>
              </a:rPr>
              <a:t>      </a:t>
            </a:r>
            <a:r>
              <a:rPr lang="en-US" sz="200" dirty="0" err="1">
                <a:highlight>
                  <a:srgbClr val="FFFF00"/>
                </a:highlight>
              </a:rPr>
              <a:t>res.json</a:t>
            </a:r>
            <a:r>
              <a:rPr lang="en-US" sz="200" dirty="0">
                <a:highlight>
                  <a:srgbClr val="FFFF00"/>
                </a:highlight>
              </a:rPr>
              <a:t>(result);</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a:t>
            </a:r>
            <a:r>
              <a:rPr lang="en-US" sz="200" dirty="0" err="1">
                <a:highlight>
                  <a:srgbClr val="FFFF00"/>
                </a:highlight>
              </a:rPr>
              <a:t>errorHandler.getErrorMessage</a:t>
            </a:r>
            <a:r>
              <a:rPr lang="en-US" sz="200" dirty="0">
                <a:highlight>
                  <a:srgbClr val="FFFF00"/>
                </a:highlight>
              </a:rPr>
              <a:t>(err),</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a:t>
            </a:r>
          </a:p>
          <a:p>
            <a:pPr marL="0" indent="0">
              <a:buNone/>
            </a:pPr>
            <a:r>
              <a:rPr lang="en-US" sz="200" dirty="0">
                <a:highlight>
                  <a:srgbClr val="FFFF00"/>
                </a:highlight>
              </a:rPr>
              <a:t>const remove = async (req, res) =&gt; {</a:t>
            </a:r>
          </a:p>
          <a:p>
            <a:pPr marL="0" indent="0">
              <a:buNone/>
            </a:pPr>
            <a:r>
              <a:rPr lang="en-US" sz="200" dirty="0">
                <a:highlight>
                  <a:srgbClr val="FFFF00"/>
                </a:highlight>
              </a:rPr>
              <a:t>  try {</a:t>
            </a:r>
          </a:p>
          <a:p>
            <a:pPr marL="0" indent="0">
              <a:buNone/>
            </a:pPr>
            <a:r>
              <a:rPr lang="en-US" sz="200" dirty="0">
                <a:highlight>
                  <a:srgbClr val="FFFF00"/>
                </a:highlight>
              </a:rPr>
              <a:t>    let shop = </a:t>
            </a:r>
            <a:r>
              <a:rPr lang="en-US" sz="200" dirty="0" err="1">
                <a:highlight>
                  <a:srgbClr val="FFFF00"/>
                </a:highlight>
              </a:rPr>
              <a:t>req.shop</a:t>
            </a:r>
            <a:r>
              <a:rPr lang="en-US" sz="200" dirty="0">
                <a:highlight>
                  <a:srgbClr val="FFFF00"/>
                </a:highlight>
              </a:rPr>
              <a:t>;</a:t>
            </a:r>
          </a:p>
          <a:p>
            <a:pPr marL="0" indent="0">
              <a:buNone/>
            </a:pPr>
            <a:r>
              <a:rPr lang="en-US" sz="200" dirty="0">
                <a:highlight>
                  <a:srgbClr val="FFFF00"/>
                </a:highlight>
              </a:rPr>
              <a:t>    let </a:t>
            </a:r>
            <a:r>
              <a:rPr lang="en-US" sz="200" dirty="0" err="1">
                <a:highlight>
                  <a:srgbClr val="FFFF00"/>
                </a:highlight>
              </a:rPr>
              <a:t>deletedShop</a:t>
            </a:r>
            <a:r>
              <a:rPr lang="en-US" sz="200" dirty="0">
                <a:highlight>
                  <a:srgbClr val="FFFF00"/>
                </a:highlight>
              </a:rPr>
              <a:t> = await </a:t>
            </a:r>
            <a:r>
              <a:rPr lang="en-US" sz="200" dirty="0" err="1">
                <a:highlight>
                  <a:srgbClr val="FFFF00"/>
                </a:highlight>
              </a:rPr>
              <a:t>Shop.deleteOne</a:t>
            </a:r>
            <a:r>
              <a:rPr lang="en-US" sz="200" dirty="0">
                <a:highlight>
                  <a:srgbClr val="FFFF00"/>
                </a:highlight>
              </a:rPr>
              <a:t>({ _id: </a:t>
            </a:r>
            <a:r>
              <a:rPr lang="en-US" sz="200" dirty="0" err="1">
                <a:highlight>
                  <a:srgbClr val="FFFF00"/>
                </a:highlight>
              </a:rPr>
              <a:t>shop._id</a:t>
            </a: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res.json</a:t>
            </a:r>
            <a:r>
              <a:rPr lang="en-US" sz="200" dirty="0">
                <a:highlight>
                  <a:srgbClr val="FFFF00"/>
                </a:highlight>
              </a:rPr>
              <a:t>(</a:t>
            </a:r>
            <a:r>
              <a:rPr lang="en-US" sz="200" dirty="0" err="1">
                <a:highlight>
                  <a:srgbClr val="FFFF00"/>
                </a:highlight>
              </a:rPr>
              <a:t>deletedShop</a:t>
            </a:r>
            <a:r>
              <a:rPr lang="en-US" sz="200" dirty="0">
                <a:highlight>
                  <a:srgbClr val="FFFF00"/>
                </a:highlight>
              </a:rPr>
              <a:t>);</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a:t>
            </a:r>
            <a:r>
              <a:rPr lang="en-US" sz="200" dirty="0" err="1">
                <a:highlight>
                  <a:srgbClr val="FFFF00"/>
                </a:highlight>
              </a:rPr>
              <a:t>errorHandler.getErrorMessage</a:t>
            </a:r>
            <a:r>
              <a:rPr lang="en-US" sz="200" dirty="0">
                <a:highlight>
                  <a:srgbClr val="FFFF00"/>
                </a:highlight>
              </a:rPr>
              <a:t>(err),</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a:t>
            </a:r>
          </a:p>
          <a:p>
            <a:pPr marL="0" indent="0">
              <a:buNone/>
            </a:pPr>
            <a:r>
              <a:rPr lang="en-US" sz="200" dirty="0">
                <a:highlight>
                  <a:srgbClr val="FFFF00"/>
                </a:highlight>
              </a:rPr>
              <a:t>const list = async (req, res) =&gt; {</a:t>
            </a:r>
          </a:p>
          <a:p>
            <a:pPr marL="0" indent="0">
              <a:buNone/>
            </a:pPr>
            <a:r>
              <a:rPr lang="en-US" sz="200" dirty="0">
                <a:highlight>
                  <a:srgbClr val="FFFF00"/>
                </a:highlight>
              </a:rPr>
              <a:t>  try {</a:t>
            </a:r>
          </a:p>
          <a:p>
            <a:pPr marL="0" indent="0">
              <a:buNone/>
            </a:pPr>
            <a:r>
              <a:rPr lang="en-US" sz="200" dirty="0">
                <a:highlight>
                  <a:srgbClr val="FFFF00"/>
                </a:highlight>
              </a:rPr>
              <a:t>    let shops = await </a:t>
            </a:r>
            <a:r>
              <a:rPr lang="en-US" sz="200" dirty="0" err="1">
                <a:highlight>
                  <a:srgbClr val="FFFF00"/>
                </a:highlight>
              </a:rPr>
              <a:t>Shop.find</a:t>
            </a:r>
            <a:r>
              <a:rPr lang="en-US" sz="200" dirty="0">
                <a:highlight>
                  <a:srgbClr val="FFFF00"/>
                </a:highlight>
              </a:rPr>
              <a:t>().populate("owner", "_id name");</a:t>
            </a:r>
          </a:p>
          <a:p>
            <a:pPr marL="0" indent="0">
              <a:buNone/>
            </a:pPr>
            <a:r>
              <a:rPr lang="en-US" sz="200" dirty="0">
                <a:highlight>
                  <a:srgbClr val="FFFF00"/>
                </a:highlight>
              </a:rPr>
              <a:t>    </a:t>
            </a:r>
            <a:r>
              <a:rPr lang="en-US" sz="200" dirty="0" err="1">
                <a:highlight>
                  <a:srgbClr val="FFFF00"/>
                </a:highlight>
              </a:rPr>
              <a:t>res.json</a:t>
            </a:r>
            <a:r>
              <a:rPr lang="en-US" sz="200" dirty="0">
                <a:highlight>
                  <a:srgbClr val="FFFF00"/>
                </a:highlight>
              </a:rPr>
              <a:t>(shops);</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a:t>
            </a:r>
            <a:r>
              <a:rPr lang="en-US" sz="200" dirty="0" err="1">
                <a:highlight>
                  <a:srgbClr val="FFFF00"/>
                </a:highlight>
              </a:rPr>
              <a:t>errorHandler.getErrorMessage</a:t>
            </a:r>
            <a:r>
              <a:rPr lang="en-US" sz="200" dirty="0">
                <a:highlight>
                  <a:srgbClr val="FFFF00"/>
                </a:highlight>
              </a:rPr>
              <a:t>(err),</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const </a:t>
            </a:r>
            <a:r>
              <a:rPr lang="en-US" sz="200" dirty="0" err="1">
                <a:highlight>
                  <a:srgbClr val="FFFF00"/>
                </a:highlight>
              </a:rPr>
              <a:t>listByOwner</a:t>
            </a:r>
            <a:r>
              <a:rPr lang="en-US" sz="200" dirty="0">
                <a:highlight>
                  <a:srgbClr val="FFFF00"/>
                </a:highlight>
              </a:rPr>
              <a:t> = async (req, res) =&gt; {</a:t>
            </a:r>
          </a:p>
          <a:p>
            <a:pPr marL="0" indent="0">
              <a:buNone/>
            </a:pPr>
            <a:r>
              <a:rPr lang="en-US" sz="200" dirty="0">
                <a:highlight>
                  <a:srgbClr val="FFFF00"/>
                </a:highlight>
              </a:rPr>
              <a:t>  try {</a:t>
            </a:r>
          </a:p>
          <a:p>
            <a:pPr marL="0" indent="0">
              <a:buNone/>
            </a:pPr>
            <a:r>
              <a:rPr lang="en-US" sz="200" dirty="0">
                <a:highlight>
                  <a:srgbClr val="FFFF00"/>
                </a:highlight>
              </a:rPr>
              <a:t>    let shops = await </a:t>
            </a:r>
            <a:r>
              <a:rPr lang="en-US" sz="200" dirty="0" err="1">
                <a:highlight>
                  <a:srgbClr val="FFFF00"/>
                </a:highlight>
              </a:rPr>
              <a:t>Shop.find</a:t>
            </a:r>
            <a:r>
              <a:rPr lang="en-US" sz="200" dirty="0">
                <a:highlight>
                  <a:srgbClr val="FFFF00"/>
                </a:highlight>
              </a:rPr>
              <a:t>({ owner: </a:t>
            </a:r>
            <a:r>
              <a:rPr lang="en-US" sz="200" dirty="0" err="1">
                <a:highlight>
                  <a:srgbClr val="FFFF00"/>
                </a:highlight>
              </a:rPr>
              <a:t>req.profile._id</a:t>
            </a:r>
            <a:r>
              <a:rPr lang="en-US" sz="200" dirty="0">
                <a:highlight>
                  <a:srgbClr val="FFFF00"/>
                </a:highlight>
              </a:rPr>
              <a:t> }).populate(</a:t>
            </a:r>
          </a:p>
          <a:p>
            <a:pPr marL="0" indent="0">
              <a:buNone/>
            </a:pPr>
            <a:r>
              <a:rPr lang="en-US" sz="200" dirty="0">
                <a:highlight>
                  <a:srgbClr val="FFFF00"/>
                </a:highlight>
              </a:rPr>
              <a:t>      "owner",</a:t>
            </a:r>
          </a:p>
          <a:p>
            <a:pPr marL="0" indent="0">
              <a:buNone/>
            </a:pPr>
            <a:r>
              <a:rPr lang="en-US" sz="200" dirty="0">
                <a:highlight>
                  <a:srgbClr val="FFFF00"/>
                </a:highlight>
              </a:rPr>
              <a:t>      "_id name"</a:t>
            </a:r>
          </a:p>
          <a:p>
            <a:pPr marL="0" indent="0">
              <a:buNone/>
            </a:pPr>
            <a:r>
              <a:rPr lang="en-US" sz="200" dirty="0">
                <a:highlight>
                  <a:srgbClr val="FFFF00"/>
                </a:highlight>
              </a:rPr>
              <a:t>    );</a:t>
            </a:r>
          </a:p>
          <a:p>
            <a:pPr marL="0" indent="0">
              <a:buNone/>
            </a:pPr>
            <a:r>
              <a:rPr lang="en-US" sz="200" dirty="0">
                <a:highlight>
                  <a:srgbClr val="FFFF00"/>
                </a:highlight>
              </a:rPr>
              <a:t>    </a:t>
            </a:r>
            <a:r>
              <a:rPr lang="en-US" sz="200" dirty="0" err="1">
                <a:highlight>
                  <a:srgbClr val="FFFF00"/>
                </a:highlight>
              </a:rPr>
              <a:t>res.json</a:t>
            </a:r>
            <a:r>
              <a:rPr lang="en-US" sz="200" dirty="0">
                <a:highlight>
                  <a:srgbClr val="FFFF00"/>
                </a:highlight>
              </a:rPr>
              <a:t>(shops);</a:t>
            </a:r>
          </a:p>
          <a:p>
            <a:pPr marL="0" indent="0">
              <a:buNone/>
            </a:pPr>
            <a:r>
              <a:rPr lang="en-US" sz="200" dirty="0">
                <a:highlight>
                  <a:srgbClr val="FFFF00"/>
                </a:highlight>
              </a:rPr>
              <a:t>  } catch (err)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(400).</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a:t>
            </a:r>
            <a:r>
              <a:rPr lang="en-US" sz="200" dirty="0" err="1">
                <a:highlight>
                  <a:srgbClr val="FFFF00"/>
                </a:highlight>
              </a:rPr>
              <a:t>errorHandler.getErrorMessage</a:t>
            </a:r>
            <a:r>
              <a:rPr lang="en-US" sz="200" dirty="0">
                <a:highlight>
                  <a:srgbClr val="FFFF00"/>
                </a:highlight>
              </a:rPr>
              <a:t>(err),</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a:t>
            </a:r>
          </a:p>
          <a:p>
            <a:pPr marL="0" indent="0">
              <a:buNone/>
            </a:pPr>
            <a:r>
              <a:rPr lang="en-US" sz="200" dirty="0">
                <a:highlight>
                  <a:srgbClr val="FFFF00"/>
                </a:highlight>
              </a:rPr>
              <a:t>const </a:t>
            </a:r>
            <a:r>
              <a:rPr lang="en-US" sz="200" dirty="0" err="1">
                <a:highlight>
                  <a:srgbClr val="FFFF00"/>
                </a:highlight>
              </a:rPr>
              <a:t>isOwner</a:t>
            </a:r>
            <a:r>
              <a:rPr lang="en-US" sz="200" dirty="0">
                <a:highlight>
                  <a:srgbClr val="FFFF00"/>
                </a:highlight>
              </a:rPr>
              <a:t> = (req, res, next) =&gt; {</a:t>
            </a:r>
          </a:p>
          <a:p>
            <a:pPr marL="0" indent="0">
              <a:buNone/>
            </a:pPr>
            <a:r>
              <a:rPr lang="en-US" sz="200" dirty="0">
                <a:highlight>
                  <a:srgbClr val="FFFF00"/>
                </a:highlight>
              </a:rPr>
              <a:t>  const </a:t>
            </a:r>
            <a:r>
              <a:rPr lang="en-US" sz="200" dirty="0" err="1">
                <a:highlight>
                  <a:srgbClr val="FFFF00"/>
                </a:highlight>
              </a:rPr>
              <a:t>isOwner</a:t>
            </a:r>
            <a:r>
              <a:rPr lang="en-US" sz="200" dirty="0">
                <a:highlight>
                  <a:srgbClr val="FFFF00"/>
                </a:highlight>
              </a:rPr>
              <a:t> = </a:t>
            </a:r>
            <a:r>
              <a:rPr lang="en-US" sz="200" dirty="0" err="1">
                <a:highlight>
                  <a:srgbClr val="FFFF00"/>
                </a:highlight>
              </a:rPr>
              <a:t>req.shop</a:t>
            </a:r>
            <a:r>
              <a:rPr lang="en-US" sz="200" dirty="0">
                <a:highlight>
                  <a:srgbClr val="FFFF00"/>
                </a:highlight>
              </a:rPr>
              <a:t> &amp;&amp; </a:t>
            </a:r>
            <a:r>
              <a:rPr lang="en-US" sz="200" dirty="0" err="1">
                <a:highlight>
                  <a:srgbClr val="FFFF00"/>
                </a:highlight>
              </a:rPr>
              <a:t>req.auth</a:t>
            </a:r>
            <a:r>
              <a:rPr lang="en-US" sz="200" dirty="0">
                <a:highlight>
                  <a:srgbClr val="FFFF00"/>
                </a:highlight>
              </a:rPr>
              <a:t> &amp;&amp; </a:t>
            </a:r>
            <a:r>
              <a:rPr lang="en-US" sz="200" dirty="0" err="1">
                <a:highlight>
                  <a:srgbClr val="FFFF00"/>
                </a:highlight>
              </a:rPr>
              <a:t>req.shop.owner._id</a:t>
            </a:r>
            <a:r>
              <a:rPr lang="en-US" sz="200" dirty="0">
                <a:highlight>
                  <a:srgbClr val="FFFF00"/>
                </a:highlight>
              </a:rPr>
              <a:t> == </a:t>
            </a:r>
            <a:r>
              <a:rPr lang="en-US" sz="200" dirty="0" err="1">
                <a:highlight>
                  <a:srgbClr val="FFFF00"/>
                </a:highlight>
              </a:rPr>
              <a:t>req.auth._id</a:t>
            </a:r>
            <a:r>
              <a:rPr lang="en-US" sz="200" dirty="0">
                <a:highlight>
                  <a:srgbClr val="FFFF00"/>
                </a:highlight>
              </a:rPr>
              <a:t>;</a:t>
            </a:r>
          </a:p>
          <a:p>
            <a:pPr marL="0" indent="0">
              <a:buNone/>
            </a:pPr>
            <a:r>
              <a:rPr lang="en-US" sz="200" dirty="0">
                <a:highlight>
                  <a:srgbClr val="FFFF00"/>
                </a:highlight>
              </a:rPr>
              <a:t>  if (!</a:t>
            </a:r>
            <a:r>
              <a:rPr lang="en-US" sz="200" dirty="0" err="1">
                <a:highlight>
                  <a:srgbClr val="FFFF00"/>
                </a:highlight>
              </a:rPr>
              <a:t>isOwner</a:t>
            </a:r>
            <a:r>
              <a:rPr lang="en-US" sz="200" dirty="0">
                <a:highlight>
                  <a:srgbClr val="FFFF00"/>
                </a:highlight>
              </a:rPr>
              <a:t>) {</a:t>
            </a:r>
          </a:p>
          <a:p>
            <a:pPr marL="0" indent="0">
              <a:buNone/>
            </a:pPr>
            <a:r>
              <a:rPr lang="en-US" sz="200" dirty="0">
                <a:highlight>
                  <a:srgbClr val="FFFF00"/>
                </a:highlight>
              </a:rPr>
              <a:t>    return </a:t>
            </a:r>
            <a:r>
              <a:rPr lang="en-US" sz="200" dirty="0" err="1">
                <a:highlight>
                  <a:srgbClr val="FFFF00"/>
                </a:highlight>
              </a:rPr>
              <a:t>res.status</a:t>
            </a:r>
            <a:r>
              <a:rPr lang="en-US" sz="200" dirty="0">
                <a:highlight>
                  <a:srgbClr val="FFFF00"/>
                </a:highlight>
              </a:rPr>
              <a:t>("403").</a:t>
            </a:r>
            <a:r>
              <a:rPr lang="en-US" sz="200" dirty="0" err="1">
                <a:highlight>
                  <a:srgbClr val="FFFF00"/>
                </a:highlight>
              </a:rPr>
              <a:t>json</a:t>
            </a:r>
            <a:r>
              <a:rPr lang="en-US" sz="200" dirty="0">
                <a:highlight>
                  <a:srgbClr val="FFFF00"/>
                </a:highlight>
              </a:rPr>
              <a:t>({</a:t>
            </a:r>
          </a:p>
          <a:p>
            <a:pPr marL="0" indent="0">
              <a:buNone/>
            </a:pPr>
            <a:r>
              <a:rPr lang="en-US" sz="200" dirty="0">
                <a:highlight>
                  <a:srgbClr val="FFFF00"/>
                </a:highlight>
              </a:rPr>
              <a:t>      error: "User is not authorized",</a:t>
            </a:r>
          </a:p>
          <a:p>
            <a:pPr marL="0" indent="0">
              <a:buNone/>
            </a:pPr>
            <a:r>
              <a:rPr lang="en-US" sz="200" dirty="0">
                <a:highlight>
                  <a:srgbClr val="FFFF00"/>
                </a:highlight>
              </a:rPr>
              <a:t>    });</a:t>
            </a:r>
          </a:p>
          <a:p>
            <a:pPr marL="0" indent="0">
              <a:buNone/>
            </a:pPr>
            <a:r>
              <a:rPr lang="en-US" sz="200" dirty="0">
                <a:highlight>
                  <a:srgbClr val="FFFF00"/>
                </a:highlight>
              </a:rPr>
              <a:t>  }</a:t>
            </a:r>
          </a:p>
          <a:p>
            <a:pPr marL="0" indent="0">
              <a:buNone/>
            </a:pPr>
            <a:r>
              <a:rPr lang="en-US" sz="200" dirty="0">
                <a:highlight>
                  <a:srgbClr val="FFFF00"/>
                </a:highlight>
              </a:rPr>
              <a:t>  next();</a:t>
            </a:r>
          </a:p>
          <a:p>
            <a:pPr marL="0" indent="0">
              <a:buNone/>
            </a:pPr>
            <a:r>
              <a:rPr lang="en-US" sz="200" dirty="0">
                <a:highlight>
                  <a:srgbClr val="FFFF00"/>
                </a:highlight>
              </a:rPr>
              <a:t>};</a:t>
            </a:r>
          </a:p>
          <a:p>
            <a:pPr marL="0" indent="0">
              <a:buNone/>
            </a:pPr>
            <a:r>
              <a:rPr lang="en-US" sz="200" dirty="0">
                <a:highlight>
                  <a:srgbClr val="FFFF00"/>
                </a:highlight>
              </a:rPr>
              <a:t>export default {</a:t>
            </a:r>
          </a:p>
          <a:p>
            <a:pPr marL="0" indent="0">
              <a:buNone/>
            </a:pPr>
            <a:r>
              <a:rPr lang="en-US" sz="200" dirty="0">
                <a:highlight>
                  <a:srgbClr val="FFFF00"/>
                </a:highlight>
              </a:rPr>
              <a:t>  create,</a:t>
            </a:r>
          </a:p>
          <a:p>
            <a:pPr marL="0" indent="0">
              <a:buNone/>
            </a:pPr>
            <a:r>
              <a:rPr lang="en-US" sz="200" dirty="0">
                <a:highlight>
                  <a:srgbClr val="FFFF00"/>
                </a:highlight>
              </a:rPr>
              <a:t>  </a:t>
            </a:r>
            <a:r>
              <a:rPr lang="en-US" sz="200" dirty="0" err="1">
                <a:highlight>
                  <a:srgbClr val="FFFF00"/>
                </a:highlight>
              </a:rPr>
              <a:t>shopByID</a:t>
            </a:r>
            <a:r>
              <a:rPr lang="en-US" sz="200" dirty="0">
                <a:highlight>
                  <a:srgbClr val="FFFF00"/>
                </a:highlight>
              </a:rPr>
              <a:t>,</a:t>
            </a:r>
          </a:p>
          <a:p>
            <a:pPr marL="0" indent="0">
              <a:buNone/>
            </a:pPr>
            <a:r>
              <a:rPr lang="en-US" sz="200" dirty="0">
                <a:highlight>
                  <a:srgbClr val="FFFF00"/>
                </a:highlight>
              </a:rPr>
              <a:t>  photo,</a:t>
            </a:r>
          </a:p>
          <a:p>
            <a:pPr marL="0" indent="0">
              <a:buNone/>
            </a:pPr>
            <a:r>
              <a:rPr lang="en-US" sz="200" dirty="0">
                <a:highlight>
                  <a:srgbClr val="FFFF00"/>
                </a:highlight>
              </a:rPr>
              <a:t>  </a:t>
            </a:r>
            <a:r>
              <a:rPr lang="en-US" sz="200" dirty="0" err="1">
                <a:highlight>
                  <a:srgbClr val="FFFF00"/>
                </a:highlight>
              </a:rPr>
              <a:t>defaultPhoto</a:t>
            </a:r>
            <a:r>
              <a:rPr lang="en-US" sz="200" dirty="0">
                <a:highlight>
                  <a:srgbClr val="FFFF00"/>
                </a:highlight>
              </a:rPr>
              <a:t>,</a:t>
            </a:r>
          </a:p>
          <a:p>
            <a:pPr marL="0" indent="0">
              <a:buNone/>
            </a:pPr>
            <a:r>
              <a:rPr lang="en-US" sz="200" dirty="0">
                <a:highlight>
                  <a:srgbClr val="FFFF00"/>
                </a:highlight>
              </a:rPr>
              <a:t>  list,</a:t>
            </a:r>
          </a:p>
          <a:p>
            <a:pPr marL="0" indent="0">
              <a:buNone/>
            </a:pPr>
            <a:r>
              <a:rPr lang="en-US" sz="200" dirty="0">
                <a:highlight>
                  <a:srgbClr val="FFFF00"/>
                </a:highlight>
              </a:rPr>
              <a:t>  </a:t>
            </a:r>
            <a:r>
              <a:rPr lang="en-US" sz="200" dirty="0" err="1">
                <a:highlight>
                  <a:srgbClr val="FFFF00"/>
                </a:highlight>
              </a:rPr>
              <a:t>listByOwner</a:t>
            </a:r>
            <a:r>
              <a:rPr lang="en-US" sz="200" dirty="0">
                <a:highlight>
                  <a:srgbClr val="FFFF00"/>
                </a:highlight>
              </a:rPr>
              <a:t>,</a:t>
            </a:r>
          </a:p>
          <a:p>
            <a:pPr marL="0" indent="0">
              <a:buNone/>
            </a:pPr>
            <a:r>
              <a:rPr lang="en-US" sz="200" dirty="0">
                <a:highlight>
                  <a:srgbClr val="FFFF00"/>
                </a:highlight>
              </a:rPr>
              <a:t>  read,</a:t>
            </a:r>
          </a:p>
          <a:p>
            <a:pPr marL="0" indent="0">
              <a:buNone/>
            </a:pPr>
            <a:r>
              <a:rPr lang="en-US" sz="200" dirty="0">
                <a:highlight>
                  <a:srgbClr val="FFFF00"/>
                </a:highlight>
              </a:rPr>
              <a:t>  update,</a:t>
            </a:r>
          </a:p>
          <a:p>
            <a:pPr marL="0" indent="0">
              <a:buNone/>
            </a:pPr>
            <a:r>
              <a:rPr lang="en-US" sz="200" dirty="0">
                <a:highlight>
                  <a:srgbClr val="FFFF00"/>
                </a:highlight>
              </a:rPr>
              <a:t>  </a:t>
            </a:r>
            <a:r>
              <a:rPr lang="en-US" sz="200" dirty="0" err="1">
                <a:highlight>
                  <a:srgbClr val="FFFF00"/>
                </a:highlight>
              </a:rPr>
              <a:t>isOwner</a:t>
            </a:r>
            <a:r>
              <a:rPr lang="en-US" sz="200" dirty="0">
                <a:highlight>
                  <a:srgbClr val="FFFF00"/>
                </a:highlight>
              </a:rPr>
              <a:t>,</a:t>
            </a:r>
          </a:p>
          <a:p>
            <a:pPr marL="0" indent="0">
              <a:buNone/>
            </a:pPr>
            <a:r>
              <a:rPr lang="en-US" sz="200" dirty="0">
                <a:highlight>
                  <a:srgbClr val="FFFF00"/>
                </a:highlight>
              </a:rPr>
              <a:t>  remove,</a:t>
            </a:r>
          </a:p>
          <a:p>
            <a:pPr marL="0" indent="0">
              <a:buNone/>
            </a:pPr>
            <a:r>
              <a:rPr lang="en-US" sz="200" dirty="0">
                <a:highlight>
                  <a:srgbClr val="FFFF00"/>
                </a:highlight>
              </a:rPr>
              <a:t>};</a:t>
            </a:r>
          </a:p>
          <a:p>
            <a:pPr marL="0" indent="0">
              <a:buNone/>
            </a:pPr>
            <a:endParaRPr lang="en-US" sz="200" dirty="0">
              <a:highlight>
                <a:srgbClr val="FFFF00"/>
              </a:highlight>
            </a:endParaRPr>
          </a:p>
        </p:txBody>
      </p:sp>
      <p:sp>
        <p:nvSpPr>
          <p:cNvPr id="4" name="Date Placeholder 3">
            <a:extLst>
              <a:ext uri="{FF2B5EF4-FFF2-40B4-BE49-F238E27FC236}">
                <a16:creationId xmlns:a16="http://schemas.microsoft.com/office/drawing/2014/main" id="{3CCDBA59-893A-C91F-C46E-90237304D7B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FAB4352-66A9-A96E-8013-5F81335DD57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0333F2B-3AAA-EA0F-5FF7-429886A2170E}"/>
              </a:ext>
            </a:extLst>
          </p:cNvPr>
          <p:cNvSpPr>
            <a:spLocks noGrp="1"/>
          </p:cNvSpPr>
          <p:nvPr>
            <p:ph type="sldNum" sz="quarter" idx="12"/>
          </p:nvPr>
        </p:nvSpPr>
        <p:spPr/>
        <p:txBody>
          <a:bodyPr/>
          <a:lstStyle/>
          <a:p>
            <a:fld id="{7C5CF243-786F-4254-B068-4C9F0B6EA12F}" type="slidenum">
              <a:rPr lang="en-US" altLang="en-US" smtClean="0"/>
              <a:pPr/>
              <a:t>43</a:t>
            </a:fld>
            <a:endParaRPr lang="en-US" altLang="en-US"/>
          </a:p>
        </p:txBody>
      </p:sp>
    </p:spTree>
    <p:extLst>
      <p:ext uri="{BB962C8B-B14F-4D97-AF65-F5344CB8AC3E}">
        <p14:creationId xmlns:p14="http://schemas.microsoft.com/office/powerpoint/2010/main" val="1381820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7A56C-0E0F-EF08-8B84-DC1CE457C7C2}"/>
              </a:ext>
            </a:extLst>
          </p:cNvPr>
          <p:cNvSpPr>
            <a:spLocks noGrp="1"/>
          </p:cNvSpPr>
          <p:nvPr>
            <p:ph type="title"/>
          </p:nvPr>
        </p:nvSpPr>
        <p:spPr/>
        <p:txBody>
          <a:bodyPr/>
          <a:lstStyle/>
          <a:p>
            <a:r>
              <a:rPr lang="en-US" dirty="0"/>
              <a:t>Shop controller.js code explanation</a:t>
            </a:r>
          </a:p>
        </p:txBody>
      </p:sp>
      <p:sp>
        <p:nvSpPr>
          <p:cNvPr id="3" name="Content Placeholder 2">
            <a:extLst>
              <a:ext uri="{FF2B5EF4-FFF2-40B4-BE49-F238E27FC236}">
                <a16:creationId xmlns:a16="http://schemas.microsoft.com/office/drawing/2014/main" id="{1FE2778A-1829-CC8C-815F-9F5E69C43226}"/>
              </a:ext>
            </a:extLst>
          </p:cNvPr>
          <p:cNvSpPr>
            <a:spLocks noGrp="1"/>
          </p:cNvSpPr>
          <p:nvPr>
            <p:ph idx="1"/>
          </p:nvPr>
        </p:nvSpPr>
        <p:spPr/>
        <p:txBody>
          <a:bodyPr/>
          <a:lstStyle/>
          <a:p>
            <a:r>
              <a:rPr lang="en-US" sz="450" b="1" dirty="0"/>
              <a:t>Imports</a:t>
            </a:r>
            <a:endParaRPr lang="en-US" sz="450" dirty="0"/>
          </a:p>
          <a:p>
            <a:pPr lvl="0"/>
            <a:r>
              <a:rPr lang="en-US" sz="450" dirty="0"/>
              <a:t>import extend from '</a:t>
            </a:r>
            <a:r>
              <a:rPr lang="en-US" sz="450" dirty="0" err="1"/>
              <a:t>lodash</a:t>
            </a:r>
            <a:r>
              <a:rPr lang="en-US" sz="450" dirty="0"/>
              <a:t>/extend.js': Import the extend function from the </a:t>
            </a:r>
            <a:r>
              <a:rPr lang="en-US" sz="450" dirty="0" err="1"/>
              <a:t>Lodash</a:t>
            </a:r>
            <a:r>
              <a:rPr lang="en-US" sz="450" dirty="0"/>
              <a:t> library, which is used to merge objects.</a:t>
            </a:r>
          </a:p>
          <a:p>
            <a:pPr lvl="0"/>
            <a:r>
              <a:rPr lang="en-US" sz="450" dirty="0"/>
              <a:t>import </a:t>
            </a:r>
            <a:r>
              <a:rPr lang="en-US" sz="450" dirty="0" err="1"/>
              <a:t>errorHandler</a:t>
            </a:r>
            <a:r>
              <a:rPr lang="en-US" sz="450" dirty="0"/>
              <a:t> from './../helpers/dbErrorHandler.js': Import a custom error handler from the specified path.</a:t>
            </a:r>
          </a:p>
          <a:p>
            <a:pPr lvl="0"/>
            <a:r>
              <a:rPr lang="en-US" sz="450" dirty="0"/>
              <a:t>import formidable from 'formidable': Import the formidable module, which handles form parsing, including file uploads.</a:t>
            </a:r>
          </a:p>
          <a:p>
            <a:pPr lvl="0"/>
            <a:r>
              <a:rPr lang="en-US" sz="450" dirty="0"/>
              <a:t>import fs from 'fs': Import the fs (File System) module to interact with files on the server.</a:t>
            </a:r>
          </a:p>
          <a:p>
            <a:r>
              <a:rPr lang="en-US" sz="450" b="1" dirty="0"/>
              <a:t>Controller Functions</a:t>
            </a:r>
            <a:endParaRPr lang="en-US" sz="450" dirty="0"/>
          </a:p>
          <a:p>
            <a:pPr lvl="0"/>
            <a:r>
              <a:rPr lang="en-US" sz="450" b="1" dirty="0"/>
              <a:t>create (req, res)</a:t>
            </a:r>
            <a:endParaRPr lang="en-US" sz="450" dirty="0"/>
          </a:p>
          <a:p>
            <a:pPr lvl="1"/>
            <a:r>
              <a:rPr lang="en-US" sz="450" dirty="0"/>
              <a:t>This function handles creating a new shop. It uses formidable to parse the incoming request (which may contain files).</a:t>
            </a:r>
          </a:p>
          <a:p>
            <a:pPr lvl="1"/>
            <a:r>
              <a:rPr lang="en-US" sz="450" dirty="0" err="1"/>
              <a:t>form.parse</a:t>
            </a:r>
            <a:r>
              <a:rPr lang="en-US" sz="450" dirty="0"/>
              <a:t>(req, async (err, fields, files) =&gt; {...}): Parses the request, separating fields (form data) and files (uploaded files).</a:t>
            </a:r>
          </a:p>
          <a:p>
            <a:pPr lvl="1"/>
            <a:r>
              <a:rPr lang="en-US" sz="450" dirty="0"/>
              <a:t>if (err) {...}: Handles errors during form parsing by responding with a 400 status and a message.</a:t>
            </a:r>
          </a:p>
          <a:p>
            <a:pPr lvl="1"/>
            <a:r>
              <a:rPr lang="en-US" sz="450" dirty="0" err="1"/>
              <a:t>Object.keys</a:t>
            </a:r>
            <a:r>
              <a:rPr lang="en-US" sz="450" dirty="0"/>
              <a:t>(fields).</a:t>
            </a:r>
            <a:r>
              <a:rPr lang="en-US" sz="450" dirty="0" err="1"/>
              <a:t>forEach</a:t>
            </a:r>
            <a:r>
              <a:rPr lang="en-US" sz="450" dirty="0"/>
              <a:t>(key =&gt; fields[key] = fields[key][0]): Converts fields (which may be arrays) into single values.</a:t>
            </a:r>
          </a:p>
          <a:p>
            <a:pPr lvl="1"/>
            <a:r>
              <a:rPr lang="en-US" sz="450" dirty="0" err="1"/>
              <a:t>Object.keys</a:t>
            </a:r>
            <a:r>
              <a:rPr lang="en-US" sz="450" dirty="0"/>
              <a:t>(files).</a:t>
            </a:r>
            <a:r>
              <a:rPr lang="en-US" sz="450" dirty="0" err="1"/>
              <a:t>forEach</a:t>
            </a:r>
            <a:r>
              <a:rPr lang="en-US" sz="450" dirty="0"/>
              <a:t>(key =&gt; files[key] = files[key][0]): Converts files into single values (if multiple files are uploaded).</a:t>
            </a:r>
          </a:p>
          <a:p>
            <a:pPr lvl="1"/>
            <a:r>
              <a:rPr lang="en-US" sz="450" dirty="0"/>
              <a:t>let shop = new Shop(fields): Creates a new Shop instance using the parsed form fields.</a:t>
            </a:r>
          </a:p>
          <a:p>
            <a:pPr lvl="1"/>
            <a:r>
              <a:rPr lang="en-US" sz="450" dirty="0" err="1"/>
              <a:t>shop.owner</a:t>
            </a:r>
            <a:r>
              <a:rPr lang="en-US" sz="450" dirty="0"/>
              <a:t> = </a:t>
            </a:r>
            <a:r>
              <a:rPr lang="en-US" sz="450" dirty="0" err="1"/>
              <a:t>req.profile</a:t>
            </a:r>
            <a:r>
              <a:rPr lang="en-US" sz="450" dirty="0"/>
              <a:t>: Sets the shop's owner to the authenticated user's profile.</a:t>
            </a:r>
          </a:p>
          <a:p>
            <a:pPr lvl="1"/>
            <a:r>
              <a:rPr lang="en-US" sz="450" dirty="0"/>
              <a:t>if (</a:t>
            </a:r>
            <a:r>
              <a:rPr lang="en-US" sz="450" dirty="0" err="1"/>
              <a:t>files.image</a:t>
            </a:r>
            <a:r>
              <a:rPr lang="en-US" sz="450" dirty="0"/>
              <a:t>) {...}: If an image file is uploaded, it reads the file content using </a:t>
            </a:r>
            <a:r>
              <a:rPr lang="en-US" sz="450" dirty="0" err="1"/>
              <a:t>fs.readFileSync</a:t>
            </a:r>
            <a:r>
              <a:rPr lang="en-US" sz="450" dirty="0"/>
              <a:t>() and assigns it to the shop’s image field.</a:t>
            </a:r>
          </a:p>
          <a:p>
            <a:pPr lvl="1"/>
            <a:r>
              <a:rPr lang="en-US" sz="450" dirty="0"/>
              <a:t>let result = await </a:t>
            </a:r>
            <a:r>
              <a:rPr lang="en-US" sz="450" dirty="0" err="1"/>
              <a:t>shop.save</a:t>
            </a:r>
            <a:r>
              <a:rPr lang="en-US" sz="450" dirty="0"/>
              <a:t>(): Saves the shop to the database asynchronously.</a:t>
            </a:r>
          </a:p>
          <a:p>
            <a:pPr lvl="1"/>
            <a:r>
              <a:rPr lang="en-US" sz="450" dirty="0" err="1"/>
              <a:t>res.status</a:t>
            </a:r>
            <a:r>
              <a:rPr lang="en-US" sz="450" dirty="0"/>
              <a:t>(200).</a:t>
            </a:r>
            <a:r>
              <a:rPr lang="en-US" sz="450" dirty="0" err="1"/>
              <a:t>json</a:t>
            </a:r>
            <a:r>
              <a:rPr lang="en-US" sz="450" dirty="0"/>
              <a:t>(result): Responds with the saved shop object.</a:t>
            </a:r>
          </a:p>
          <a:p>
            <a:pPr lvl="1"/>
            <a:r>
              <a:rPr lang="en-US" sz="450" dirty="0"/>
              <a:t>catch (err) {...}: If an error occurs during saving, an error message is sent.</a:t>
            </a:r>
          </a:p>
          <a:p>
            <a:pPr lvl="0"/>
            <a:r>
              <a:rPr lang="en-US" sz="450" b="1" dirty="0" err="1"/>
              <a:t>shopByID</a:t>
            </a:r>
            <a:r>
              <a:rPr lang="en-US" sz="450" b="1" dirty="0"/>
              <a:t> (req, res, next, id)</a:t>
            </a:r>
            <a:endParaRPr lang="en-US" sz="450" dirty="0"/>
          </a:p>
          <a:p>
            <a:pPr lvl="1"/>
            <a:r>
              <a:rPr lang="en-US" sz="450" dirty="0"/>
              <a:t>This function finds a shop by its ID and populates its owner field with their _id and name.</a:t>
            </a:r>
          </a:p>
          <a:p>
            <a:pPr lvl="1"/>
            <a:r>
              <a:rPr lang="en-US" sz="450" dirty="0"/>
              <a:t>let shop = await </a:t>
            </a:r>
            <a:r>
              <a:rPr lang="en-US" sz="450" dirty="0" err="1"/>
              <a:t>Shop.findById</a:t>
            </a:r>
            <a:r>
              <a:rPr lang="en-US" sz="450" dirty="0"/>
              <a:t>(id).populate('owner', '_id name').exec(): Finds a shop by ID and populates its owner information.</a:t>
            </a:r>
          </a:p>
          <a:p>
            <a:pPr lvl="1"/>
            <a:r>
              <a:rPr lang="en-US" sz="450" dirty="0"/>
              <a:t>if (!shop) {...}: If the shop is not found, it responds with a 400 status and an error message.</a:t>
            </a:r>
          </a:p>
          <a:p>
            <a:pPr lvl="1"/>
            <a:r>
              <a:rPr lang="en-US" sz="450" dirty="0" err="1"/>
              <a:t>req.shop</a:t>
            </a:r>
            <a:r>
              <a:rPr lang="en-US" sz="450" dirty="0"/>
              <a:t> = shop: Attaches the found shop to the req object for use in subsequent middleware.</a:t>
            </a:r>
          </a:p>
          <a:p>
            <a:pPr lvl="1"/>
            <a:r>
              <a:rPr lang="en-US" sz="450" dirty="0"/>
              <a:t>next(): Passes control to the next middleware.</a:t>
            </a:r>
          </a:p>
          <a:p>
            <a:pPr lvl="1"/>
            <a:r>
              <a:rPr lang="en-US" sz="450" dirty="0"/>
              <a:t>catch (err) {...}: If an error occurs during the shop lookup, it responds with a 400 status and an error message.</a:t>
            </a:r>
          </a:p>
          <a:p>
            <a:pPr lvl="0"/>
            <a:r>
              <a:rPr lang="en-US" sz="450" b="1" dirty="0"/>
              <a:t>photo (req, res, next)</a:t>
            </a:r>
            <a:endParaRPr lang="en-US" sz="450" dirty="0"/>
          </a:p>
          <a:p>
            <a:pPr lvl="1"/>
            <a:r>
              <a:rPr lang="en-US" sz="450" dirty="0"/>
              <a:t>This function sends the shop's image data as a response.</a:t>
            </a:r>
          </a:p>
          <a:p>
            <a:pPr lvl="1"/>
            <a:r>
              <a:rPr lang="en-US" sz="450" dirty="0"/>
              <a:t>if(</a:t>
            </a:r>
            <a:r>
              <a:rPr lang="en-US" sz="450" dirty="0" err="1"/>
              <a:t>req.shop.image.data</a:t>
            </a:r>
            <a:r>
              <a:rPr lang="en-US" sz="450" dirty="0"/>
              <a:t>){...}: If the shop has an image, it sets the response's Content-Type to the image's MIME type and sends the image data.</a:t>
            </a:r>
          </a:p>
          <a:p>
            <a:pPr lvl="1"/>
            <a:r>
              <a:rPr lang="en-US" sz="450" dirty="0"/>
              <a:t>next(): If no image exists, it passes control to the next middleware.</a:t>
            </a:r>
          </a:p>
          <a:p>
            <a:pPr lvl="0"/>
            <a:r>
              <a:rPr lang="en-US" sz="450" b="1" dirty="0" err="1"/>
              <a:t>defaultPhoto</a:t>
            </a:r>
            <a:r>
              <a:rPr lang="en-US" sz="450" b="1" dirty="0"/>
              <a:t> (req, res)</a:t>
            </a:r>
            <a:endParaRPr lang="en-US" sz="450" dirty="0"/>
          </a:p>
          <a:p>
            <a:pPr lvl="1"/>
            <a:r>
              <a:rPr lang="en-US" sz="450" dirty="0"/>
              <a:t>This function returns null, which could be used when a shop doesn't have an image.</a:t>
            </a:r>
          </a:p>
          <a:p>
            <a:pPr lvl="0"/>
            <a:r>
              <a:rPr lang="en-US" sz="450" b="1" dirty="0"/>
              <a:t>read (req, res)</a:t>
            </a:r>
            <a:endParaRPr lang="en-US" sz="450" dirty="0"/>
          </a:p>
          <a:p>
            <a:pPr lvl="1"/>
            <a:r>
              <a:rPr lang="en-US" sz="450" dirty="0"/>
              <a:t>This function sends the shop data as a JSON response, excluding the image field.</a:t>
            </a:r>
          </a:p>
          <a:p>
            <a:pPr lvl="1"/>
            <a:r>
              <a:rPr lang="en-US" sz="450" dirty="0" err="1"/>
              <a:t>req.shop.image</a:t>
            </a:r>
            <a:r>
              <a:rPr lang="en-US" sz="450" dirty="0"/>
              <a:t> = undefined: Removes the image field from the shop data before sending the response.</a:t>
            </a:r>
          </a:p>
          <a:p>
            <a:pPr lvl="1"/>
            <a:r>
              <a:rPr lang="en-US" sz="450" dirty="0"/>
              <a:t>return </a:t>
            </a:r>
            <a:r>
              <a:rPr lang="en-US" sz="450" dirty="0" err="1"/>
              <a:t>res.json</a:t>
            </a:r>
            <a:r>
              <a:rPr lang="en-US" sz="450" dirty="0"/>
              <a:t>(</a:t>
            </a:r>
            <a:r>
              <a:rPr lang="en-US" sz="450" dirty="0" err="1"/>
              <a:t>req.shop</a:t>
            </a:r>
            <a:r>
              <a:rPr lang="en-US" sz="450" dirty="0"/>
              <a:t>): Sends the shop data as a JSON response.</a:t>
            </a:r>
          </a:p>
          <a:p>
            <a:pPr lvl="0"/>
            <a:r>
              <a:rPr lang="en-US" sz="450" b="1" dirty="0"/>
              <a:t>update (req, res)</a:t>
            </a:r>
            <a:endParaRPr lang="en-US" sz="450" dirty="0"/>
          </a:p>
          <a:p>
            <a:pPr lvl="1"/>
            <a:r>
              <a:rPr lang="en-US" sz="450" dirty="0"/>
              <a:t>Similar to create, but updates an existing shop.</a:t>
            </a:r>
          </a:p>
          <a:p>
            <a:pPr lvl="1"/>
            <a:r>
              <a:rPr lang="en-US" sz="450" dirty="0"/>
              <a:t>let shop = </a:t>
            </a:r>
            <a:r>
              <a:rPr lang="en-US" sz="450" dirty="0" err="1"/>
              <a:t>req.shop</a:t>
            </a:r>
            <a:r>
              <a:rPr lang="en-US" sz="450" dirty="0"/>
              <a:t>: Retrieves the shop to update from the req object (already set by </a:t>
            </a:r>
            <a:r>
              <a:rPr lang="en-US" sz="450" dirty="0" err="1"/>
              <a:t>shopByID</a:t>
            </a:r>
            <a:r>
              <a:rPr lang="en-US" sz="450" dirty="0"/>
              <a:t>).</a:t>
            </a:r>
          </a:p>
          <a:p>
            <a:pPr lvl="1"/>
            <a:r>
              <a:rPr lang="en-US" sz="450" dirty="0"/>
              <a:t>shop = extend(shop, fields): Merges the new form fields into the existing shop object.</a:t>
            </a:r>
          </a:p>
          <a:p>
            <a:pPr lvl="1"/>
            <a:r>
              <a:rPr lang="en-US" sz="450" dirty="0" err="1"/>
              <a:t>shop.updated</a:t>
            </a:r>
            <a:r>
              <a:rPr lang="en-US" sz="450" dirty="0"/>
              <a:t> = </a:t>
            </a:r>
            <a:r>
              <a:rPr lang="en-US" sz="450" dirty="0" err="1"/>
              <a:t>Date.now</a:t>
            </a:r>
            <a:r>
              <a:rPr lang="en-US" sz="450" dirty="0"/>
              <a:t>(): Updates the shop's updated timestamp.</a:t>
            </a:r>
          </a:p>
          <a:p>
            <a:pPr lvl="1"/>
            <a:r>
              <a:rPr lang="en-US" sz="450" dirty="0"/>
              <a:t>if(</a:t>
            </a:r>
            <a:r>
              <a:rPr lang="en-US" sz="450" dirty="0" err="1"/>
              <a:t>files.image</a:t>
            </a:r>
            <a:r>
              <a:rPr lang="en-US" sz="450" dirty="0"/>
              <a:t>) {...}: If an image file is uploaded, it reads the file content and assigns it to the shop’s image.</a:t>
            </a:r>
          </a:p>
          <a:p>
            <a:pPr lvl="1"/>
            <a:r>
              <a:rPr lang="en-US" sz="450" dirty="0"/>
              <a:t>let result = await </a:t>
            </a:r>
            <a:r>
              <a:rPr lang="en-US" sz="450" dirty="0" err="1"/>
              <a:t>shop.save</a:t>
            </a:r>
            <a:r>
              <a:rPr lang="en-US" sz="450" dirty="0"/>
              <a:t>(): Saves the updated shop to the database.</a:t>
            </a:r>
          </a:p>
          <a:p>
            <a:pPr lvl="1"/>
            <a:r>
              <a:rPr lang="en-US" sz="450" dirty="0" err="1"/>
              <a:t>res.json</a:t>
            </a:r>
            <a:r>
              <a:rPr lang="en-US" sz="450" dirty="0"/>
              <a:t>(result): Responds with the updated shop object.</a:t>
            </a:r>
          </a:p>
          <a:p>
            <a:pPr lvl="1"/>
            <a:r>
              <a:rPr lang="en-US" sz="450" dirty="0"/>
              <a:t>catch (err) {...}: If an error occurs, an error message is returned.</a:t>
            </a:r>
          </a:p>
          <a:p>
            <a:pPr lvl="0"/>
            <a:r>
              <a:rPr lang="en-US" sz="450" b="1" dirty="0"/>
              <a:t>remove (req, res)</a:t>
            </a:r>
            <a:endParaRPr lang="en-US" sz="450" dirty="0"/>
          </a:p>
          <a:p>
            <a:pPr lvl="1"/>
            <a:r>
              <a:rPr lang="en-US" sz="450" dirty="0"/>
              <a:t>This function deletes a shop from the database.</a:t>
            </a:r>
          </a:p>
          <a:p>
            <a:pPr lvl="1"/>
            <a:r>
              <a:rPr lang="en-US" sz="450" dirty="0"/>
              <a:t>let shop = </a:t>
            </a:r>
            <a:r>
              <a:rPr lang="en-US" sz="450" dirty="0" err="1"/>
              <a:t>req.shop</a:t>
            </a:r>
            <a:r>
              <a:rPr lang="en-US" sz="450" dirty="0"/>
              <a:t>: Retrieves the shop to delete from the req object (set by </a:t>
            </a:r>
            <a:r>
              <a:rPr lang="en-US" sz="450" dirty="0" err="1"/>
              <a:t>shopByID</a:t>
            </a:r>
            <a:r>
              <a:rPr lang="en-US" sz="450" dirty="0"/>
              <a:t>).</a:t>
            </a:r>
          </a:p>
          <a:p>
            <a:pPr lvl="1"/>
            <a:r>
              <a:rPr lang="en-US" sz="450" dirty="0"/>
              <a:t>let </a:t>
            </a:r>
            <a:r>
              <a:rPr lang="en-US" sz="450" dirty="0" err="1"/>
              <a:t>deletedShop</a:t>
            </a:r>
            <a:r>
              <a:rPr lang="en-US" sz="450" dirty="0"/>
              <a:t> = await </a:t>
            </a:r>
            <a:r>
              <a:rPr lang="en-US" sz="450" dirty="0" err="1"/>
              <a:t>Shop.deleteOne</a:t>
            </a:r>
            <a:r>
              <a:rPr lang="en-US" sz="450" dirty="0"/>
              <a:t>({ _id: </a:t>
            </a:r>
            <a:r>
              <a:rPr lang="en-US" sz="450" dirty="0" err="1"/>
              <a:t>shop._id</a:t>
            </a:r>
            <a:r>
              <a:rPr lang="en-US" sz="450" dirty="0"/>
              <a:t> }): Deletes the shop by its _id.</a:t>
            </a:r>
          </a:p>
          <a:p>
            <a:pPr lvl="1"/>
            <a:r>
              <a:rPr lang="en-US" sz="450" dirty="0" err="1"/>
              <a:t>res.json</a:t>
            </a:r>
            <a:r>
              <a:rPr lang="en-US" sz="450" dirty="0"/>
              <a:t>(</a:t>
            </a:r>
            <a:r>
              <a:rPr lang="en-US" sz="450" dirty="0" err="1"/>
              <a:t>deletedShop</a:t>
            </a:r>
            <a:r>
              <a:rPr lang="en-US" sz="450" dirty="0"/>
              <a:t>): Responds with the result of the delete operation (the deleted shop).</a:t>
            </a:r>
          </a:p>
          <a:p>
            <a:pPr lvl="1"/>
            <a:r>
              <a:rPr lang="en-US" sz="450" dirty="0"/>
              <a:t>catch (err) {...}: If an error occurs, an error message is returned.</a:t>
            </a:r>
          </a:p>
          <a:p>
            <a:pPr lvl="0"/>
            <a:r>
              <a:rPr lang="en-US" sz="450" b="1" dirty="0" err="1"/>
              <a:t>listByOwner</a:t>
            </a:r>
            <a:r>
              <a:rPr lang="en-US" sz="450" b="1" dirty="0"/>
              <a:t> (req, res)</a:t>
            </a:r>
            <a:endParaRPr lang="en-US" sz="450" dirty="0"/>
          </a:p>
          <a:p>
            <a:pPr lvl="1"/>
            <a:r>
              <a:rPr lang="en-US" sz="450" dirty="0"/>
              <a:t>This function lists all shops owned by the authenticated user.</a:t>
            </a:r>
          </a:p>
          <a:p>
            <a:pPr lvl="1"/>
            <a:r>
              <a:rPr lang="en-US" sz="450" dirty="0"/>
              <a:t>let shops = await </a:t>
            </a:r>
            <a:r>
              <a:rPr lang="en-US" sz="450" dirty="0" err="1"/>
              <a:t>Shop.find</a:t>
            </a:r>
            <a:r>
              <a:rPr lang="en-US" sz="450" dirty="0"/>
              <a:t>({owner: </a:t>
            </a:r>
            <a:r>
              <a:rPr lang="en-US" sz="450" dirty="0" err="1"/>
              <a:t>req.profile._id</a:t>
            </a:r>
            <a:r>
              <a:rPr lang="en-US" sz="450" dirty="0"/>
              <a:t>}).populate('owner', '_id name'): Finds all shops owned by the authenticated user, populating the owner's data.</a:t>
            </a:r>
          </a:p>
          <a:p>
            <a:pPr lvl="1"/>
            <a:r>
              <a:rPr lang="en-US" sz="450" dirty="0" err="1"/>
              <a:t>res.json</a:t>
            </a:r>
            <a:r>
              <a:rPr lang="en-US" sz="450" dirty="0"/>
              <a:t>(shops): Responds with a list of the shops.</a:t>
            </a:r>
          </a:p>
          <a:p>
            <a:pPr lvl="1"/>
            <a:r>
              <a:rPr lang="en-US" sz="450" dirty="0"/>
              <a:t>catch (err) {...}: If an error occurs, an error message is returned.</a:t>
            </a:r>
          </a:p>
          <a:p>
            <a:pPr lvl="0"/>
            <a:r>
              <a:rPr lang="en-US" sz="450" b="1" dirty="0" err="1"/>
              <a:t>isOwner</a:t>
            </a:r>
            <a:r>
              <a:rPr lang="en-US" sz="450" b="1" dirty="0"/>
              <a:t> (req, res, next)</a:t>
            </a:r>
            <a:endParaRPr lang="en-US" sz="450" dirty="0"/>
          </a:p>
          <a:p>
            <a:pPr lvl="1"/>
            <a:r>
              <a:rPr lang="en-US" sz="450" dirty="0"/>
              <a:t>This middleware checks if the authenticated user is the owner of the shop.</a:t>
            </a:r>
          </a:p>
          <a:p>
            <a:pPr lvl="1"/>
            <a:r>
              <a:rPr lang="en-US" sz="450" dirty="0"/>
              <a:t>const </a:t>
            </a:r>
            <a:r>
              <a:rPr lang="en-US" sz="450" dirty="0" err="1"/>
              <a:t>isOwner</a:t>
            </a:r>
            <a:r>
              <a:rPr lang="en-US" sz="450" dirty="0"/>
              <a:t> = </a:t>
            </a:r>
            <a:r>
              <a:rPr lang="en-US" sz="450" dirty="0" err="1"/>
              <a:t>req.shop</a:t>
            </a:r>
            <a:r>
              <a:rPr lang="en-US" sz="450" dirty="0"/>
              <a:t> &amp;&amp; </a:t>
            </a:r>
            <a:r>
              <a:rPr lang="en-US" sz="450" dirty="0" err="1"/>
              <a:t>req.auth</a:t>
            </a:r>
            <a:r>
              <a:rPr lang="en-US" sz="450" dirty="0"/>
              <a:t> &amp;&amp; </a:t>
            </a:r>
            <a:r>
              <a:rPr lang="en-US" sz="450" dirty="0" err="1"/>
              <a:t>req.shop.owner._id</a:t>
            </a:r>
            <a:r>
              <a:rPr lang="en-US" sz="450" dirty="0"/>
              <a:t> == </a:t>
            </a:r>
            <a:r>
              <a:rPr lang="en-US" sz="450" dirty="0" err="1"/>
              <a:t>req.auth._id</a:t>
            </a:r>
            <a:r>
              <a:rPr lang="en-US" sz="450" dirty="0"/>
              <a:t>: Checks if the shop’s owner matches the authenticated user’s ID.</a:t>
            </a:r>
          </a:p>
          <a:p>
            <a:pPr lvl="1"/>
            <a:r>
              <a:rPr lang="en-US" sz="450" dirty="0"/>
              <a:t>if(!</a:t>
            </a:r>
            <a:r>
              <a:rPr lang="en-US" sz="450" dirty="0" err="1"/>
              <a:t>isOwner</a:t>
            </a:r>
            <a:r>
              <a:rPr lang="en-US" sz="450" dirty="0"/>
              <a:t>){...}: If the user is not the owner, it responds with a 403 status and an error message.</a:t>
            </a:r>
          </a:p>
          <a:p>
            <a:pPr lvl="1"/>
            <a:r>
              <a:rPr lang="en-US" sz="450" dirty="0"/>
              <a:t>next(): If the user is the owner, it passes control to the next middleware.</a:t>
            </a:r>
          </a:p>
          <a:p>
            <a:r>
              <a:rPr lang="en-US" sz="450" b="1" dirty="0"/>
              <a:t>Export</a:t>
            </a:r>
            <a:endParaRPr lang="en-US" sz="450" dirty="0"/>
          </a:p>
          <a:p>
            <a:pPr lvl="0"/>
            <a:r>
              <a:rPr lang="en-US" sz="450" dirty="0"/>
              <a:t>export default {...}: Exports all the functions in an object so they can be used elsewhere in the application.</a:t>
            </a:r>
          </a:p>
          <a:p>
            <a:pPr marL="0" indent="0">
              <a:buNone/>
            </a:pPr>
            <a:endParaRPr lang="en-US" sz="450" dirty="0"/>
          </a:p>
        </p:txBody>
      </p:sp>
      <p:sp>
        <p:nvSpPr>
          <p:cNvPr id="4" name="Date Placeholder 3">
            <a:extLst>
              <a:ext uri="{FF2B5EF4-FFF2-40B4-BE49-F238E27FC236}">
                <a16:creationId xmlns:a16="http://schemas.microsoft.com/office/drawing/2014/main" id="{4A48DD25-988D-ABFC-32AD-D21F6A2605D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37F554F9-9F09-6918-2F33-EF15D71B45F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568AA26-898C-BE6E-3C66-A3C504C845E5}"/>
              </a:ext>
            </a:extLst>
          </p:cNvPr>
          <p:cNvSpPr>
            <a:spLocks noGrp="1"/>
          </p:cNvSpPr>
          <p:nvPr>
            <p:ph type="sldNum" sz="quarter" idx="12"/>
          </p:nvPr>
        </p:nvSpPr>
        <p:spPr/>
        <p:txBody>
          <a:bodyPr/>
          <a:lstStyle/>
          <a:p>
            <a:fld id="{7C5CF243-786F-4254-B068-4C9F0B6EA12F}" type="slidenum">
              <a:rPr lang="en-US" altLang="en-US" smtClean="0"/>
              <a:pPr/>
              <a:t>44</a:t>
            </a:fld>
            <a:endParaRPr lang="en-US" altLang="en-US"/>
          </a:p>
        </p:txBody>
      </p:sp>
    </p:spTree>
    <p:extLst>
      <p:ext uri="{BB962C8B-B14F-4D97-AF65-F5344CB8AC3E}">
        <p14:creationId xmlns:p14="http://schemas.microsoft.com/office/powerpoint/2010/main" val="528550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2D0D9-CC0E-EF1C-507F-CB73F7529589}"/>
              </a:ext>
            </a:extLst>
          </p:cNvPr>
          <p:cNvSpPr>
            <a:spLocks noGrp="1"/>
          </p:cNvSpPr>
          <p:nvPr>
            <p:ph type="title"/>
          </p:nvPr>
        </p:nvSpPr>
        <p:spPr/>
        <p:txBody>
          <a:bodyPr/>
          <a:lstStyle/>
          <a:p>
            <a:r>
              <a:rPr lang="en-US" dirty="0"/>
              <a:t>Server/routes/shop.routes.js</a:t>
            </a:r>
          </a:p>
        </p:txBody>
      </p:sp>
      <p:sp>
        <p:nvSpPr>
          <p:cNvPr id="3" name="Content Placeholder 2">
            <a:extLst>
              <a:ext uri="{FF2B5EF4-FFF2-40B4-BE49-F238E27FC236}">
                <a16:creationId xmlns:a16="http://schemas.microsoft.com/office/drawing/2014/main" id="{6AEC3A16-C94C-B4BB-8EC9-2C82B9C7B20D}"/>
              </a:ext>
            </a:extLst>
          </p:cNvPr>
          <p:cNvSpPr>
            <a:spLocks noGrp="1"/>
          </p:cNvSpPr>
          <p:nvPr>
            <p:ph idx="1"/>
          </p:nvPr>
        </p:nvSpPr>
        <p:spPr/>
        <p:txBody>
          <a:bodyPr/>
          <a:lstStyle/>
          <a:p>
            <a:pPr marL="0" indent="0">
              <a:buNone/>
            </a:pPr>
            <a:r>
              <a:rPr lang="en-US" sz="1050" dirty="0"/>
              <a:t>import express from "express";</a:t>
            </a:r>
          </a:p>
          <a:p>
            <a:pPr marL="0" indent="0">
              <a:buNone/>
            </a:pPr>
            <a:r>
              <a:rPr lang="en-US" sz="1050" dirty="0"/>
              <a:t>import </a:t>
            </a:r>
            <a:r>
              <a:rPr lang="en-US" sz="1050" dirty="0" err="1"/>
              <a:t>userCtrl</a:t>
            </a:r>
            <a:r>
              <a:rPr lang="en-US" sz="1050" dirty="0"/>
              <a:t> from "../controllers/user.controller.js";</a:t>
            </a:r>
          </a:p>
          <a:p>
            <a:pPr marL="0" indent="0">
              <a:buNone/>
            </a:pPr>
            <a:r>
              <a:rPr lang="en-US" sz="1050" dirty="0"/>
              <a:t>import </a:t>
            </a:r>
            <a:r>
              <a:rPr lang="en-US" sz="1050" dirty="0" err="1"/>
              <a:t>authCtrl</a:t>
            </a:r>
            <a:r>
              <a:rPr lang="en-US" sz="1050" dirty="0"/>
              <a:t> from "../controllers/auth.controller.js";</a:t>
            </a:r>
          </a:p>
          <a:p>
            <a:pPr marL="0" indent="0">
              <a:buNone/>
            </a:pPr>
            <a:r>
              <a:rPr lang="en-US" sz="1050" dirty="0"/>
              <a:t>import </a:t>
            </a:r>
            <a:r>
              <a:rPr lang="en-US" sz="1050" dirty="0" err="1"/>
              <a:t>shopCtrl</a:t>
            </a:r>
            <a:r>
              <a:rPr lang="en-US" sz="1050" dirty="0"/>
              <a:t> from "../controllers/shop.controller.js";</a:t>
            </a:r>
          </a:p>
          <a:p>
            <a:pPr marL="0" indent="0">
              <a:buNone/>
            </a:pPr>
            <a:r>
              <a:rPr lang="en-US" sz="1050" dirty="0"/>
              <a:t>const router = </a:t>
            </a:r>
            <a:r>
              <a:rPr lang="en-US" sz="1050" dirty="0" err="1"/>
              <a:t>express.Router</a:t>
            </a:r>
            <a:r>
              <a:rPr lang="en-US" sz="1050" dirty="0"/>
              <a:t>();</a:t>
            </a:r>
          </a:p>
          <a:p>
            <a:pPr marL="0" indent="0">
              <a:buNone/>
            </a:pPr>
            <a:r>
              <a:rPr lang="en-US" sz="1050" dirty="0" err="1"/>
              <a:t>router.route</a:t>
            </a:r>
            <a:r>
              <a:rPr lang="en-US" sz="1050" dirty="0"/>
              <a:t>("/</a:t>
            </a:r>
            <a:r>
              <a:rPr lang="en-US" sz="1050" dirty="0" err="1"/>
              <a:t>api</a:t>
            </a:r>
            <a:r>
              <a:rPr lang="en-US" sz="1050" dirty="0"/>
              <a:t>/shop/:</a:t>
            </a:r>
            <a:r>
              <a:rPr lang="en-US" sz="1050" dirty="0" err="1"/>
              <a:t>shopId</a:t>
            </a:r>
            <a:r>
              <a:rPr lang="en-US" sz="1050" dirty="0"/>
              <a:t>").get(</a:t>
            </a:r>
            <a:r>
              <a:rPr lang="en-US" sz="1050" dirty="0" err="1"/>
              <a:t>shopCtrl.read</a:t>
            </a:r>
            <a:r>
              <a:rPr lang="en-US" sz="1050" dirty="0"/>
              <a:t>);</a:t>
            </a:r>
          </a:p>
          <a:p>
            <a:pPr marL="0" indent="0">
              <a:buNone/>
            </a:pPr>
            <a:r>
              <a:rPr lang="en-US" sz="1050" dirty="0" err="1"/>
              <a:t>router.route</a:t>
            </a:r>
            <a:r>
              <a:rPr lang="en-US" sz="1050" dirty="0"/>
              <a:t>("/</a:t>
            </a:r>
            <a:r>
              <a:rPr lang="en-US" sz="1050" dirty="0" err="1"/>
              <a:t>api</a:t>
            </a:r>
            <a:r>
              <a:rPr lang="en-US" sz="1050" dirty="0"/>
              <a:t>/shops").get(</a:t>
            </a:r>
            <a:r>
              <a:rPr lang="en-US" sz="1050" dirty="0" err="1"/>
              <a:t>shopCtrl.list</a:t>
            </a:r>
            <a:r>
              <a:rPr lang="en-US" sz="1050" dirty="0"/>
              <a:t>);</a:t>
            </a:r>
          </a:p>
          <a:p>
            <a:pPr marL="0" indent="0">
              <a:buNone/>
            </a:pPr>
            <a:r>
              <a:rPr lang="en-US" sz="1050" dirty="0"/>
              <a:t>router</a:t>
            </a:r>
          </a:p>
          <a:p>
            <a:pPr marL="0" indent="0">
              <a:buNone/>
            </a:pPr>
            <a:r>
              <a:rPr lang="en-US" sz="1050" dirty="0"/>
              <a:t>  .route("/</a:t>
            </a:r>
            <a:r>
              <a:rPr lang="en-US" sz="1050" dirty="0" err="1"/>
              <a:t>api</a:t>
            </a:r>
            <a:r>
              <a:rPr lang="en-US" sz="1050" dirty="0"/>
              <a:t>/shops/by/:</a:t>
            </a:r>
            <a:r>
              <a:rPr lang="en-US" sz="1050" dirty="0" err="1"/>
              <a:t>userId</a:t>
            </a:r>
            <a:r>
              <a:rPr lang="en-US" sz="1050" dirty="0"/>
              <a:t>")</a:t>
            </a:r>
          </a:p>
          <a:p>
            <a:pPr marL="0" indent="0">
              <a:buNone/>
            </a:pPr>
            <a:r>
              <a:rPr lang="en-US" sz="1050" dirty="0"/>
              <a:t>  .post(</a:t>
            </a:r>
          </a:p>
          <a:p>
            <a:pPr marL="0" indent="0">
              <a:buNone/>
            </a:pPr>
            <a:r>
              <a:rPr lang="en-US" sz="1050" dirty="0"/>
              <a:t>    </a:t>
            </a:r>
            <a:r>
              <a:rPr lang="en-US" sz="1050" dirty="0" err="1"/>
              <a:t>authCtrl.requireSignin</a:t>
            </a:r>
            <a:r>
              <a:rPr lang="en-US" sz="1050" dirty="0"/>
              <a:t>,</a:t>
            </a:r>
          </a:p>
          <a:p>
            <a:pPr marL="0" indent="0">
              <a:buNone/>
            </a:pPr>
            <a:r>
              <a:rPr lang="en-US" sz="1050" dirty="0"/>
              <a:t>    </a:t>
            </a:r>
            <a:r>
              <a:rPr lang="en-US" sz="1050" dirty="0" err="1"/>
              <a:t>authCtrl.hasAuthorization</a:t>
            </a:r>
            <a:r>
              <a:rPr lang="en-US" sz="1050" dirty="0"/>
              <a:t>,</a:t>
            </a:r>
          </a:p>
          <a:p>
            <a:pPr marL="0" indent="0">
              <a:buNone/>
            </a:pPr>
            <a:r>
              <a:rPr lang="en-US" sz="1050" dirty="0"/>
              <a:t>    </a:t>
            </a:r>
            <a:r>
              <a:rPr lang="en-US" sz="1050" dirty="0" err="1"/>
              <a:t>userCtrl.isSeller</a:t>
            </a:r>
            <a:r>
              <a:rPr lang="en-US" sz="1050" dirty="0"/>
              <a:t>,</a:t>
            </a:r>
          </a:p>
          <a:p>
            <a:pPr marL="0" indent="0">
              <a:buNone/>
            </a:pPr>
            <a:r>
              <a:rPr lang="en-US" sz="1050" dirty="0"/>
              <a:t>    </a:t>
            </a:r>
            <a:r>
              <a:rPr lang="en-US" sz="1050" dirty="0" err="1"/>
              <a:t>shopCtrl.create</a:t>
            </a:r>
            <a:endParaRPr lang="en-US" sz="1050" dirty="0"/>
          </a:p>
          <a:p>
            <a:pPr marL="0" indent="0">
              <a:buNone/>
            </a:pPr>
            <a:r>
              <a:rPr lang="en-US" sz="1050" dirty="0"/>
              <a:t>  )</a:t>
            </a:r>
          </a:p>
          <a:p>
            <a:pPr marL="0" indent="0">
              <a:buNone/>
            </a:pPr>
            <a:r>
              <a:rPr lang="en-US" sz="1050" dirty="0"/>
              <a:t>  .get(</a:t>
            </a:r>
            <a:r>
              <a:rPr lang="en-US" sz="1050" dirty="0" err="1"/>
              <a:t>authCtrl.requireSignin</a:t>
            </a:r>
            <a:r>
              <a:rPr lang="en-US" sz="1050" dirty="0"/>
              <a:t>, </a:t>
            </a:r>
            <a:r>
              <a:rPr lang="en-US" sz="1050" dirty="0" err="1"/>
              <a:t>authCtrl.hasAuthorization</a:t>
            </a:r>
            <a:r>
              <a:rPr lang="en-US" sz="1050" dirty="0"/>
              <a:t>, </a:t>
            </a:r>
            <a:r>
              <a:rPr lang="en-US" sz="1050" dirty="0" err="1"/>
              <a:t>shopCtrl.listByOwner</a:t>
            </a:r>
            <a:r>
              <a:rPr lang="en-US" sz="1050" dirty="0"/>
              <a:t>);</a:t>
            </a:r>
          </a:p>
          <a:p>
            <a:pPr marL="0" indent="0">
              <a:buNone/>
            </a:pPr>
            <a:r>
              <a:rPr lang="en-US" sz="1050" dirty="0"/>
              <a:t>router</a:t>
            </a:r>
          </a:p>
          <a:p>
            <a:pPr marL="0" indent="0">
              <a:buNone/>
            </a:pPr>
            <a:r>
              <a:rPr lang="en-US" sz="1050" dirty="0"/>
              <a:t>  .route("/</a:t>
            </a:r>
            <a:r>
              <a:rPr lang="en-US" sz="1050" dirty="0" err="1"/>
              <a:t>api</a:t>
            </a:r>
            <a:r>
              <a:rPr lang="en-US" sz="1050" dirty="0"/>
              <a:t>/shops/:</a:t>
            </a:r>
            <a:r>
              <a:rPr lang="en-US" sz="1050" dirty="0" err="1"/>
              <a:t>shopId</a:t>
            </a:r>
            <a:r>
              <a:rPr lang="en-US" sz="1050" dirty="0"/>
              <a:t>")</a:t>
            </a:r>
          </a:p>
          <a:p>
            <a:pPr marL="0" indent="0">
              <a:buNone/>
            </a:pPr>
            <a:r>
              <a:rPr lang="en-US" sz="1050" dirty="0"/>
              <a:t>  .put(</a:t>
            </a:r>
            <a:r>
              <a:rPr lang="en-US" sz="1050" dirty="0" err="1"/>
              <a:t>authCtrl.requireSignin</a:t>
            </a:r>
            <a:r>
              <a:rPr lang="en-US" sz="1050" dirty="0"/>
              <a:t>, </a:t>
            </a:r>
            <a:r>
              <a:rPr lang="en-US" sz="1050" dirty="0" err="1"/>
              <a:t>shopCtrl.isOwner</a:t>
            </a:r>
            <a:r>
              <a:rPr lang="en-US" sz="1050" dirty="0"/>
              <a:t>, </a:t>
            </a:r>
            <a:r>
              <a:rPr lang="en-US" sz="1050" dirty="0" err="1"/>
              <a:t>shopCtrl.update</a:t>
            </a:r>
            <a:r>
              <a:rPr lang="en-US" sz="1050" dirty="0"/>
              <a:t>)</a:t>
            </a:r>
          </a:p>
          <a:p>
            <a:pPr marL="0" indent="0">
              <a:buNone/>
            </a:pPr>
            <a:r>
              <a:rPr lang="en-US" sz="1050" dirty="0"/>
              <a:t>  .delete(</a:t>
            </a:r>
            <a:r>
              <a:rPr lang="en-US" sz="1050" dirty="0" err="1"/>
              <a:t>authCtrl.requireSignin</a:t>
            </a:r>
            <a:r>
              <a:rPr lang="en-US" sz="1050" dirty="0"/>
              <a:t>, </a:t>
            </a:r>
            <a:r>
              <a:rPr lang="en-US" sz="1050" dirty="0" err="1"/>
              <a:t>shopCtrl.isOwner</a:t>
            </a:r>
            <a:r>
              <a:rPr lang="en-US" sz="1050" dirty="0"/>
              <a:t>, </a:t>
            </a:r>
            <a:r>
              <a:rPr lang="en-US" sz="1050" dirty="0" err="1"/>
              <a:t>shopCtrl.remove</a:t>
            </a:r>
            <a:r>
              <a:rPr lang="en-US" sz="1050" dirty="0"/>
              <a:t>);</a:t>
            </a:r>
          </a:p>
          <a:p>
            <a:pPr marL="0" indent="0">
              <a:buNone/>
            </a:pPr>
            <a:r>
              <a:rPr lang="en-US" sz="1050" dirty="0"/>
              <a:t>router</a:t>
            </a:r>
          </a:p>
          <a:p>
            <a:pPr marL="0" indent="0">
              <a:buNone/>
            </a:pPr>
            <a:r>
              <a:rPr lang="en-US" sz="1050" dirty="0"/>
              <a:t>  .route("/</a:t>
            </a:r>
            <a:r>
              <a:rPr lang="en-US" sz="1050" dirty="0" err="1"/>
              <a:t>api</a:t>
            </a:r>
            <a:r>
              <a:rPr lang="en-US" sz="1050" dirty="0"/>
              <a:t>/shops/logo/:</a:t>
            </a:r>
            <a:r>
              <a:rPr lang="en-US" sz="1050" dirty="0" err="1"/>
              <a:t>shopId</a:t>
            </a:r>
            <a:r>
              <a:rPr lang="en-US" sz="1050" dirty="0"/>
              <a:t>")</a:t>
            </a:r>
          </a:p>
          <a:p>
            <a:pPr marL="0" indent="0">
              <a:buNone/>
            </a:pPr>
            <a:r>
              <a:rPr lang="en-US" sz="1050" dirty="0"/>
              <a:t>  .get(</a:t>
            </a:r>
            <a:r>
              <a:rPr lang="en-US" sz="1050" dirty="0" err="1"/>
              <a:t>shopCtrl.photo</a:t>
            </a:r>
            <a:r>
              <a:rPr lang="en-US" sz="1050" dirty="0"/>
              <a:t>, </a:t>
            </a:r>
            <a:r>
              <a:rPr lang="en-US" sz="1050" dirty="0" err="1"/>
              <a:t>shopCtrl.defaultPhoto</a:t>
            </a:r>
            <a:r>
              <a:rPr lang="en-US" sz="1050" dirty="0"/>
              <a:t>);</a:t>
            </a:r>
          </a:p>
          <a:p>
            <a:pPr marL="0" indent="0">
              <a:buNone/>
            </a:pPr>
            <a:r>
              <a:rPr lang="en-US" sz="1050" dirty="0" err="1"/>
              <a:t>router.route</a:t>
            </a:r>
            <a:r>
              <a:rPr lang="en-US" sz="1050" dirty="0"/>
              <a:t>("/</a:t>
            </a:r>
            <a:r>
              <a:rPr lang="en-US" sz="1050" dirty="0" err="1"/>
              <a:t>api</a:t>
            </a:r>
            <a:r>
              <a:rPr lang="en-US" sz="1050" dirty="0"/>
              <a:t>/shops/</a:t>
            </a:r>
            <a:r>
              <a:rPr lang="en-US" sz="1050" dirty="0" err="1"/>
              <a:t>defaultphoto</a:t>
            </a:r>
            <a:r>
              <a:rPr lang="en-US" sz="1050" dirty="0"/>
              <a:t>").get(</a:t>
            </a:r>
            <a:r>
              <a:rPr lang="en-US" sz="1050" dirty="0" err="1"/>
              <a:t>shopCtrl.defaultPhoto</a:t>
            </a:r>
            <a:r>
              <a:rPr lang="en-US" sz="1050" dirty="0"/>
              <a:t>);</a:t>
            </a:r>
          </a:p>
          <a:p>
            <a:pPr marL="0" indent="0">
              <a:buNone/>
            </a:pPr>
            <a:r>
              <a:rPr lang="en-US" sz="1050" dirty="0" err="1"/>
              <a:t>router.param</a:t>
            </a:r>
            <a:r>
              <a:rPr lang="en-US" sz="1050" dirty="0"/>
              <a:t>("</a:t>
            </a:r>
            <a:r>
              <a:rPr lang="en-US" sz="1050" dirty="0" err="1"/>
              <a:t>shopId</a:t>
            </a:r>
            <a:r>
              <a:rPr lang="en-US" sz="1050" dirty="0"/>
              <a:t>", </a:t>
            </a:r>
            <a:r>
              <a:rPr lang="en-US" sz="1050" dirty="0" err="1"/>
              <a:t>shopCtrl.shopByID</a:t>
            </a:r>
            <a:r>
              <a:rPr lang="en-US" sz="1050" dirty="0"/>
              <a:t>);</a:t>
            </a:r>
          </a:p>
          <a:p>
            <a:pPr marL="0" indent="0">
              <a:buNone/>
            </a:pPr>
            <a:r>
              <a:rPr lang="en-US" sz="1050" dirty="0" err="1"/>
              <a:t>router.param</a:t>
            </a:r>
            <a:r>
              <a:rPr lang="en-US" sz="1050" dirty="0"/>
              <a:t>("</a:t>
            </a:r>
            <a:r>
              <a:rPr lang="en-US" sz="1050" dirty="0" err="1"/>
              <a:t>userId</a:t>
            </a:r>
            <a:r>
              <a:rPr lang="en-US" sz="1050" dirty="0"/>
              <a:t>", </a:t>
            </a:r>
            <a:r>
              <a:rPr lang="en-US" sz="1050" dirty="0" err="1"/>
              <a:t>userCtrl.userByID</a:t>
            </a:r>
            <a:r>
              <a:rPr lang="en-US" sz="1050" dirty="0"/>
              <a:t>);</a:t>
            </a:r>
          </a:p>
          <a:p>
            <a:pPr marL="0" indent="0">
              <a:buNone/>
            </a:pPr>
            <a:r>
              <a:rPr lang="en-US" sz="1050" dirty="0"/>
              <a:t>export default router;</a:t>
            </a:r>
          </a:p>
          <a:p>
            <a:pPr marL="0" indent="0">
              <a:buNone/>
            </a:pPr>
            <a:br>
              <a:rPr lang="en-US" sz="1050" b="0" dirty="0">
                <a:solidFill>
                  <a:srgbClr val="008000"/>
                </a:solidFill>
                <a:effectLst/>
                <a:latin typeface="Consolas" panose="020B0609020204030204" pitchFamily="49" charset="0"/>
              </a:rPr>
            </a:br>
            <a:endParaRPr lang="en-US" sz="1050" b="0" dirty="0">
              <a:solidFill>
                <a:srgbClr val="008000"/>
              </a:solidFill>
              <a:effectLst/>
              <a:latin typeface="Consolas" panose="020B0609020204030204" pitchFamily="49" charset="0"/>
            </a:endParaRPr>
          </a:p>
          <a:p>
            <a:pPr marL="0" indent="0">
              <a:buNone/>
            </a:pPr>
            <a:endParaRPr lang="en-US" sz="1050" dirty="0"/>
          </a:p>
        </p:txBody>
      </p:sp>
      <p:sp>
        <p:nvSpPr>
          <p:cNvPr id="4" name="Date Placeholder 3">
            <a:extLst>
              <a:ext uri="{FF2B5EF4-FFF2-40B4-BE49-F238E27FC236}">
                <a16:creationId xmlns:a16="http://schemas.microsoft.com/office/drawing/2014/main" id="{95511019-88AA-39FF-D0E8-98CD4FADD4E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725F993-8965-6563-CC7F-F5F3441489F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F6F888E-39BB-548C-CC44-008FBC3D8553}"/>
              </a:ext>
            </a:extLst>
          </p:cNvPr>
          <p:cNvSpPr>
            <a:spLocks noGrp="1"/>
          </p:cNvSpPr>
          <p:nvPr>
            <p:ph type="sldNum" sz="quarter" idx="12"/>
          </p:nvPr>
        </p:nvSpPr>
        <p:spPr/>
        <p:txBody>
          <a:bodyPr/>
          <a:lstStyle/>
          <a:p>
            <a:fld id="{7C5CF243-786F-4254-B068-4C9F0B6EA12F}" type="slidenum">
              <a:rPr lang="en-US" altLang="en-US" smtClean="0"/>
              <a:pPr/>
              <a:t>45</a:t>
            </a:fld>
            <a:endParaRPr lang="en-US" altLang="en-US"/>
          </a:p>
        </p:txBody>
      </p:sp>
    </p:spTree>
    <p:extLst>
      <p:ext uri="{BB962C8B-B14F-4D97-AF65-F5344CB8AC3E}">
        <p14:creationId xmlns:p14="http://schemas.microsoft.com/office/powerpoint/2010/main" val="1595209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A856F-1538-C855-165D-1987D4BA65BD}"/>
              </a:ext>
            </a:extLst>
          </p:cNvPr>
          <p:cNvSpPr>
            <a:spLocks noGrp="1"/>
          </p:cNvSpPr>
          <p:nvPr>
            <p:ph type="title"/>
          </p:nvPr>
        </p:nvSpPr>
        <p:spPr/>
        <p:txBody>
          <a:bodyPr/>
          <a:lstStyle/>
          <a:p>
            <a:r>
              <a:rPr lang="en-US" dirty="0"/>
              <a:t>Shop.routes.js code explanation</a:t>
            </a:r>
          </a:p>
        </p:txBody>
      </p:sp>
      <p:sp>
        <p:nvSpPr>
          <p:cNvPr id="3" name="Content Placeholder 2">
            <a:extLst>
              <a:ext uri="{FF2B5EF4-FFF2-40B4-BE49-F238E27FC236}">
                <a16:creationId xmlns:a16="http://schemas.microsoft.com/office/drawing/2014/main" id="{8E80E297-A7F6-4557-DDBC-98418F235E3A}"/>
              </a:ext>
            </a:extLst>
          </p:cNvPr>
          <p:cNvSpPr>
            <a:spLocks noGrp="1"/>
          </p:cNvSpPr>
          <p:nvPr>
            <p:ph idx="1"/>
          </p:nvPr>
        </p:nvSpPr>
        <p:spPr/>
        <p:txBody>
          <a:bodyPr/>
          <a:lstStyle/>
          <a:p>
            <a:r>
              <a:rPr lang="en-US" sz="640" b="1" dirty="0"/>
              <a:t>Imports:</a:t>
            </a:r>
            <a:endParaRPr lang="en-US" sz="640" dirty="0"/>
          </a:p>
          <a:p>
            <a:pPr lvl="0"/>
            <a:r>
              <a:rPr lang="en-US" sz="640" b="1" dirty="0"/>
              <a:t>import express from 'express': Imports the express module, which is used to create and manage the routing for the web application.</a:t>
            </a:r>
            <a:endParaRPr lang="en-US" sz="640" dirty="0"/>
          </a:p>
          <a:p>
            <a:pPr lvl="0"/>
            <a:r>
              <a:rPr lang="en-US" sz="640" b="1" dirty="0"/>
              <a:t>import </a:t>
            </a:r>
            <a:r>
              <a:rPr lang="en-US" sz="640" b="1" dirty="0" err="1"/>
              <a:t>userCtrl</a:t>
            </a:r>
            <a:r>
              <a:rPr lang="en-US" sz="640" b="1" dirty="0"/>
              <a:t> from '../controllers/user.controller.js': Imports the user controller, which likely contains functions related to user management (e.g., user information retrieval and validation).</a:t>
            </a:r>
            <a:endParaRPr lang="en-US" sz="640" dirty="0"/>
          </a:p>
          <a:p>
            <a:pPr lvl="0"/>
            <a:r>
              <a:rPr lang="en-US" sz="640" b="1" dirty="0"/>
              <a:t>import </a:t>
            </a:r>
            <a:r>
              <a:rPr lang="en-US" sz="640" b="1" dirty="0" err="1"/>
              <a:t>authCtrl</a:t>
            </a:r>
            <a:r>
              <a:rPr lang="en-US" sz="640" b="1" dirty="0"/>
              <a:t> from '../controllers/auth.controller.js': Imports the authentication controller, which handles authentication-related logic (e.g., login, authorization).</a:t>
            </a:r>
            <a:endParaRPr lang="en-US" sz="640" dirty="0"/>
          </a:p>
          <a:p>
            <a:pPr lvl="0"/>
            <a:r>
              <a:rPr lang="en-US" sz="640" b="1" dirty="0"/>
              <a:t>import </a:t>
            </a:r>
            <a:r>
              <a:rPr lang="en-US" sz="640" b="1" dirty="0" err="1"/>
              <a:t>shopCtrl</a:t>
            </a:r>
            <a:r>
              <a:rPr lang="en-US" sz="640" b="1" dirty="0"/>
              <a:t> from '../controllers/shop.controller.js': Imports the shop controller, which handles logic related to managing shops (e.g., creating, updating, retrieving, or deleting a shop).</a:t>
            </a:r>
            <a:endParaRPr lang="en-US" sz="640" dirty="0"/>
          </a:p>
          <a:p>
            <a:r>
              <a:rPr lang="en-US" sz="640" b="1" dirty="0"/>
              <a:t>Router Setup:</a:t>
            </a:r>
            <a:endParaRPr lang="en-US" sz="640" dirty="0"/>
          </a:p>
          <a:p>
            <a:pPr lvl="0"/>
            <a:r>
              <a:rPr lang="en-US" sz="640" b="1" dirty="0"/>
              <a:t>const router = </a:t>
            </a:r>
            <a:r>
              <a:rPr lang="en-US" sz="640" b="1" dirty="0" err="1"/>
              <a:t>express.Router</a:t>
            </a:r>
            <a:r>
              <a:rPr lang="en-US" sz="640" b="1" dirty="0"/>
              <a:t>(): Creates a new instance of an Express router. This router will define routes and their associated handlers for the API.</a:t>
            </a:r>
            <a:endParaRPr lang="en-US" sz="640" dirty="0"/>
          </a:p>
          <a:p>
            <a:r>
              <a:rPr lang="en-US" sz="640" b="1" dirty="0"/>
              <a:t>Routes Definition:</a:t>
            </a:r>
            <a:endParaRPr lang="en-US" sz="640" dirty="0"/>
          </a:p>
          <a:p>
            <a:pPr lvl="0"/>
            <a:r>
              <a:rPr lang="en-US" sz="640" b="1" dirty="0"/>
              <a:t>/</a:t>
            </a:r>
            <a:r>
              <a:rPr lang="en-US" sz="640" b="1" dirty="0" err="1"/>
              <a:t>api</a:t>
            </a:r>
            <a:r>
              <a:rPr lang="en-US" sz="640" b="1" dirty="0"/>
              <a:t>/shop/:</a:t>
            </a:r>
            <a:r>
              <a:rPr lang="en-US" sz="640" b="1" dirty="0" err="1"/>
              <a:t>shopId</a:t>
            </a:r>
            <a:r>
              <a:rPr lang="en-US" sz="640" b="1" dirty="0"/>
              <a:t>:</a:t>
            </a:r>
            <a:endParaRPr lang="en-US" sz="640" dirty="0"/>
          </a:p>
          <a:p>
            <a:pPr lvl="1"/>
            <a:r>
              <a:rPr lang="en-US" sz="640" b="1" dirty="0" err="1"/>
              <a:t>router.route</a:t>
            </a:r>
            <a:r>
              <a:rPr lang="en-US" sz="640" b="1" dirty="0"/>
              <a:t>('/</a:t>
            </a:r>
            <a:r>
              <a:rPr lang="en-US" sz="640" b="1" dirty="0" err="1"/>
              <a:t>api</a:t>
            </a:r>
            <a:r>
              <a:rPr lang="en-US" sz="640" b="1" dirty="0"/>
              <a:t>/shop/:</a:t>
            </a:r>
            <a:r>
              <a:rPr lang="en-US" sz="640" b="1" dirty="0" err="1"/>
              <a:t>shopId</a:t>
            </a:r>
            <a:r>
              <a:rPr lang="en-US" sz="640" b="1" dirty="0"/>
              <a:t>'): Defines a route that includes a dynamic </a:t>
            </a:r>
            <a:r>
              <a:rPr lang="en-US" sz="640" b="1" dirty="0" err="1"/>
              <a:t>shopId</a:t>
            </a:r>
            <a:r>
              <a:rPr lang="en-US" sz="640" b="1" dirty="0"/>
              <a:t> parameter.</a:t>
            </a:r>
            <a:endParaRPr lang="en-US" sz="640" dirty="0"/>
          </a:p>
          <a:p>
            <a:pPr lvl="1"/>
            <a:r>
              <a:rPr lang="en-US" sz="640" b="1" dirty="0"/>
              <a:t>.get(</a:t>
            </a:r>
            <a:r>
              <a:rPr lang="en-US" sz="640" b="1" dirty="0" err="1"/>
              <a:t>shopCtrl.read</a:t>
            </a:r>
            <a:r>
              <a:rPr lang="en-US" sz="640" b="1" dirty="0"/>
              <a:t>): When a GET request is made to this route, the read method from the </a:t>
            </a:r>
            <a:r>
              <a:rPr lang="en-US" sz="640" b="1" dirty="0" err="1"/>
              <a:t>shopCtrl</a:t>
            </a:r>
            <a:r>
              <a:rPr lang="en-US" sz="640" b="1" dirty="0"/>
              <a:t> controller is called. This likely retrieves the details of the shop specified by </a:t>
            </a:r>
            <a:r>
              <a:rPr lang="en-US" sz="640" b="1" dirty="0" err="1"/>
              <a:t>shopId</a:t>
            </a:r>
            <a:r>
              <a:rPr lang="en-US" sz="640" b="1" dirty="0"/>
              <a:t>.</a:t>
            </a:r>
            <a:endParaRPr lang="en-US" sz="640" dirty="0"/>
          </a:p>
          <a:p>
            <a:pPr lvl="0"/>
            <a:r>
              <a:rPr lang="en-US" sz="640" b="1" dirty="0"/>
              <a:t>/</a:t>
            </a:r>
            <a:r>
              <a:rPr lang="en-US" sz="640" b="1" dirty="0" err="1"/>
              <a:t>api</a:t>
            </a:r>
            <a:r>
              <a:rPr lang="en-US" sz="640" b="1" dirty="0"/>
              <a:t>/shops/by/:</a:t>
            </a:r>
            <a:r>
              <a:rPr lang="en-US" sz="640" b="1" dirty="0" err="1"/>
              <a:t>userId</a:t>
            </a:r>
            <a:r>
              <a:rPr lang="en-US" sz="640" b="1" dirty="0"/>
              <a:t>:</a:t>
            </a:r>
            <a:endParaRPr lang="en-US" sz="640" dirty="0"/>
          </a:p>
          <a:p>
            <a:pPr lvl="1"/>
            <a:r>
              <a:rPr lang="en-US" sz="640" b="1" dirty="0" err="1"/>
              <a:t>router.route</a:t>
            </a:r>
            <a:r>
              <a:rPr lang="en-US" sz="640" b="1" dirty="0"/>
              <a:t>('/</a:t>
            </a:r>
            <a:r>
              <a:rPr lang="en-US" sz="640" b="1" dirty="0" err="1"/>
              <a:t>api</a:t>
            </a:r>
            <a:r>
              <a:rPr lang="en-US" sz="640" b="1" dirty="0"/>
              <a:t>/shops/by/:</a:t>
            </a:r>
            <a:r>
              <a:rPr lang="en-US" sz="640" b="1" dirty="0" err="1"/>
              <a:t>userId</a:t>
            </a:r>
            <a:r>
              <a:rPr lang="en-US" sz="640" b="1" dirty="0"/>
              <a:t>'): Defines a route where a </a:t>
            </a:r>
            <a:r>
              <a:rPr lang="en-US" sz="640" b="1" dirty="0" err="1"/>
              <a:t>userId</a:t>
            </a:r>
            <a:r>
              <a:rPr lang="en-US" sz="640" b="1" dirty="0"/>
              <a:t> parameter is provided in the URL.</a:t>
            </a:r>
            <a:endParaRPr lang="en-US" sz="640" dirty="0"/>
          </a:p>
          <a:p>
            <a:pPr lvl="1"/>
            <a:r>
              <a:rPr lang="en-US" sz="640" b="1" dirty="0"/>
              <a:t>.post(</a:t>
            </a:r>
            <a:r>
              <a:rPr lang="en-US" sz="640" b="1" dirty="0" err="1"/>
              <a:t>authCtrl.requireSignin</a:t>
            </a:r>
            <a:r>
              <a:rPr lang="en-US" sz="640" b="1" dirty="0"/>
              <a:t>, </a:t>
            </a:r>
            <a:r>
              <a:rPr lang="en-US" sz="640" b="1" dirty="0" err="1"/>
              <a:t>authCtrl.hasAuthorization</a:t>
            </a:r>
            <a:r>
              <a:rPr lang="en-US" sz="640" b="1" dirty="0"/>
              <a:t>, </a:t>
            </a:r>
            <a:r>
              <a:rPr lang="en-US" sz="640" b="1" dirty="0" err="1"/>
              <a:t>userCtrl.isSeller</a:t>
            </a:r>
            <a:r>
              <a:rPr lang="en-US" sz="640" b="1" dirty="0"/>
              <a:t>, </a:t>
            </a:r>
            <a:r>
              <a:rPr lang="en-US" sz="640" b="1" dirty="0" err="1"/>
              <a:t>shopCtrl.create</a:t>
            </a:r>
            <a:r>
              <a:rPr lang="en-US" sz="640" b="1" dirty="0"/>
              <a:t>): This handles the POST request. It first ensures that the user is signed in (</a:t>
            </a:r>
            <a:r>
              <a:rPr lang="en-US" sz="640" b="1" dirty="0" err="1"/>
              <a:t>authCtrl.requireSignin</a:t>
            </a:r>
            <a:r>
              <a:rPr lang="en-US" sz="640" b="1" dirty="0"/>
              <a:t>), then verifies if the user is authorized (</a:t>
            </a:r>
            <a:r>
              <a:rPr lang="en-US" sz="640" b="1" dirty="0" err="1"/>
              <a:t>authCtrl.hasAuthorization</a:t>
            </a:r>
            <a:r>
              <a:rPr lang="en-US" sz="640" b="1" dirty="0"/>
              <a:t>). After that, it checks if the user is a seller (</a:t>
            </a:r>
            <a:r>
              <a:rPr lang="en-US" sz="640" b="1" dirty="0" err="1"/>
              <a:t>userCtrl.isSeller</a:t>
            </a:r>
            <a:r>
              <a:rPr lang="en-US" sz="640" b="1" dirty="0"/>
              <a:t>) and finally, it invokes </a:t>
            </a:r>
            <a:r>
              <a:rPr lang="en-US" sz="640" b="1" dirty="0" err="1"/>
              <a:t>shopCtrl.create</a:t>
            </a:r>
            <a:r>
              <a:rPr lang="en-US" sz="640" b="1" dirty="0"/>
              <a:t> to create a new shop.</a:t>
            </a:r>
            <a:endParaRPr lang="en-US" sz="640" dirty="0"/>
          </a:p>
          <a:p>
            <a:pPr lvl="1"/>
            <a:r>
              <a:rPr lang="en-US" sz="640" b="1" dirty="0"/>
              <a:t>.get(</a:t>
            </a:r>
            <a:r>
              <a:rPr lang="en-US" sz="640" b="1" dirty="0" err="1"/>
              <a:t>authCtrl.requireSignin</a:t>
            </a:r>
            <a:r>
              <a:rPr lang="en-US" sz="640" b="1" dirty="0"/>
              <a:t>, </a:t>
            </a:r>
            <a:r>
              <a:rPr lang="en-US" sz="640" b="1" dirty="0" err="1"/>
              <a:t>authCtrl.hasAuthorization</a:t>
            </a:r>
            <a:r>
              <a:rPr lang="en-US" sz="640" b="1" dirty="0"/>
              <a:t>, </a:t>
            </a:r>
            <a:r>
              <a:rPr lang="en-US" sz="640" b="1" dirty="0" err="1"/>
              <a:t>shopCtrl.listByOwner</a:t>
            </a:r>
            <a:r>
              <a:rPr lang="en-US" sz="640" b="1" dirty="0"/>
              <a:t>): This handles the GET request. It first checks if the user is signed in and authorized, and then invokes </a:t>
            </a:r>
            <a:r>
              <a:rPr lang="en-US" sz="640" b="1" dirty="0" err="1"/>
              <a:t>shopCtrl.listByOwner</a:t>
            </a:r>
            <a:r>
              <a:rPr lang="en-US" sz="640" b="1" dirty="0"/>
              <a:t>, which presumably returns a list of shops owned by the user.</a:t>
            </a:r>
            <a:endParaRPr lang="en-US" sz="640" dirty="0"/>
          </a:p>
          <a:p>
            <a:pPr lvl="0"/>
            <a:r>
              <a:rPr lang="en-US" sz="640" b="1" dirty="0"/>
              <a:t>/</a:t>
            </a:r>
            <a:r>
              <a:rPr lang="en-US" sz="640" b="1" dirty="0" err="1"/>
              <a:t>api</a:t>
            </a:r>
            <a:r>
              <a:rPr lang="en-US" sz="640" b="1" dirty="0"/>
              <a:t>/shops/:</a:t>
            </a:r>
            <a:r>
              <a:rPr lang="en-US" sz="640" b="1" dirty="0" err="1"/>
              <a:t>shopId</a:t>
            </a:r>
            <a:r>
              <a:rPr lang="en-US" sz="640" b="1" dirty="0"/>
              <a:t>:</a:t>
            </a:r>
            <a:endParaRPr lang="en-US" sz="640" dirty="0"/>
          </a:p>
          <a:p>
            <a:pPr lvl="1"/>
            <a:r>
              <a:rPr lang="en-US" sz="640" b="1" dirty="0" err="1"/>
              <a:t>router.route</a:t>
            </a:r>
            <a:r>
              <a:rPr lang="en-US" sz="640" b="1" dirty="0"/>
              <a:t>('/</a:t>
            </a:r>
            <a:r>
              <a:rPr lang="en-US" sz="640" b="1" dirty="0" err="1"/>
              <a:t>api</a:t>
            </a:r>
            <a:r>
              <a:rPr lang="en-US" sz="640" b="1" dirty="0"/>
              <a:t>/shops/:</a:t>
            </a:r>
            <a:r>
              <a:rPr lang="en-US" sz="640" b="1" dirty="0" err="1"/>
              <a:t>shopId</a:t>
            </a:r>
            <a:r>
              <a:rPr lang="en-US" sz="640" b="1" dirty="0"/>
              <a:t>'): Defines a route with a </a:t>
            </a:r>
            <a:r>
              <a:rPr lang="en-US" sz="640" b="1" dirty="0" err="1"/>
              <a:t>shopId</a:t>
            </a:r>
            <a:r>
              <a:rPr lang="en-US" sz="640" b="1" dirty="0"/>
              <a:t> parameter for modifying a specific shop.</a:t>
            </a:r>
            <a:endParaRPr lang="en-US" sz="640" dirty="0"/>
          </a:p>
          <a:p>
            <a:pPr lvl="1"/>
            <a:r>
              <a:rPr lang="en-US" sz="640" b="1" dirty="0"/>
              <a:t>.put(</a:t>
            </a:r>
            <a:r>
              <a:rPr lang="en-US" sz="640" b="1" dirty="0" err="1"/>
              <a:t>authCtrl.requireSignin</a:t>
            </a:r>
            <a:r>
              <a:rPr lang="en-US" sz="640" b="1" dirty="0"/>
              <a:t>, </a:t>
            </a:r>
            <a:r>
              <a:rPr lang="en-US" sz="640" b="1" dirty="0" err="1"/>
              <a:t>shopCtrl.isOwner</a:t>
            </a:r>
            <a:r>
              <a:rPr lang="en-US" sz="640" b="1" dirty="0"/>
              <a:t>, </a:t>
            </a:r>
            <a:r>
              <a:rPr lang="en-US" sz="640" b="1" dirty="0" err="1"/>
              <a:t>shopCtrl.update</a:t>
            </a:r>
            <a:r>
              <a:rPr lang="en-US" sz="640" b="1" dirty="0"/>
              <a:t>): This handles the PUT request, where it ensures the user is signed in, and checks if the authenticated user is the owner of the shop (</a:t>
            </a:r>
            <a:r>
              <a:rPr lang="en-US" sz="640" b="1" dirty="0" err="1"/>
              <a:t>shopCtrl.isOwner</a:t>
            </a:r>
            <a:r>
              <a:rPr lang="en-US" sz="640" b="1" dirty="0"/>
              <a:t>) before calling </a:t>
            </a:r>
            <a:r>
              <a:rPr lang="en-US" sz="640" b="1" dirty="0" err="1"/>
              <a:t>shopCtrl.update</a:t>
            </a:r>
            <a:r>
              <a:rPr lang="en-US" sz="640" b="1" dirty="0"/>
              <a:t> to update the shop.</a:t>
            </a:r>
            <a:endParaRPr lang="en-US" sz="640" dirty="0"/>
          </a:p>
          <a:p>
            <a:pPr lvl="1"/>
            <a:r>
              <a:rPr lang="en-US" sz="640" b="1" dirty="0"/>
              <a:t>.delete(</a:t>
            </a:r>
            <a:r>
              <a:rPr lang="en-US" sz="640" b="1" dirty="0" err="1"/>
              <a:t>authCtrl.requireSignin</a:t>
            </a:r>
            <a:r>
              <a:rPr lang="en-US" sz="640" b="1" dirty="0"/>
              <a:t>, </a:t>
            </a:r>
            <a:r>
              <a:rPr lang="en-US" sz="640" b="1" dirty="0" err="1"/>
              <a:t>shopCtrl.isOwner</a:t>
            </a:r>
            <a:r>
              <a:rPr lang="en-US" sz="640" b="1" dirty="0"/>
              <a:t>, </a:t>
            </a:r>
            <a:r>
              <a:rPr lang="en-US" sz="640" b="1" dirty="0" err="1"/>
              <a:t>shopCtrl.remove</a:t>
            </a:r>
            <a:r>
              <a:rPr lang="en-US" sz="640" b="1" dirty="0"/>
              <a:t>): This handles the DELETE request. It ensures the user is signed in, and checks if they are the shop owner before calling </a:t>
            </a:r>
            <a:r>
              <a:rPr lang="en-US" sz="640" b="1" dirty="0" err="1"/>
              <a:t>shopCtrl.remove</a:t>
            </a:r>
            <a:r>
              <a:rPr lang="en-US" sz="640" b="1" dirty="0"/>
              <a:t> to delete the shop.</a:t>
            </a:r>
            <a:endParaRPr lang="en-US" sz="640" dirty="0"/>
          </a:p>
          <a:p>
            <a:pPr lvl="0"/>
            <a:r>
              <a:rPr lang="en-US" sz="640" b="1" dirty="0"/>
              <a:t>/</a:t>
            </a:r>
            <a:r>
              <a:rPr lang="en-US" sz="640" b="1" dirty="0" err="1"/>
              <a:t>api</a:t>
            </a:r>
            <a:r>
              <a:rPr lang="en-US" sz="640" b="1" dirty="0"/>
              <a:t>/shops/logo/:</a:t>
            </a:r>
            <a:r>
              <a:rPr lang="en-US" sz="640" b="1" dirty="0" err="1"/>
              <a:t>shopId</a:t>
            </a:r>
            <a:r>
              <a:rPr lang="en-US" sz="640" b="1" dirty="0"/>
              <a:t>:</a:t>
            </a:r>
            <a:endParaRPr lang="en-US" sz="640" dirty="0"/>
          </a:p>
          <a:p>
            <a:pPr lvl="1"/>
            <a:r>
              <a:rPr lang="en-US" sz="640" b="1" dirty="0" err="1"/>
              <a:t>router.route</a:t>
            </a:r>
            <a:r>
              <a:rPr lang="en-US" sz="640" b="1" dirty="0"/>
              <a:t>('/</a:t>
            </a:r>
            <a:r>
              <a:rPr lang="en-US" sz="640" b="1" dirty="0" err="1"/>
              <a:t>api</a:t>
            </a:r>
            <a:r>
              <a:rPr lang="en-US" sz="640" b="1" dirty="0"/>
              <a:t>/shops/logo/:</a:t>
            </a:r>
            <a:r>
              <a:rPr lang="en-US" sz="640" b="1" dirty="0" err="1"/>
              <a:t>shopId</a:t>
            </a:r>
            <a:r>
              <a:rPr lang="en-US" sz="640" b="1" dirty="0"/>
              <a:t>'): Defines a route for retrieving a shop’s logo by the </a:t>
            </a:r>
            <a:r>
              <a:rPr lang="en-US" sz="640" b="1" dirty="0" err="1"/>
              <a:t>shopId</a:t>
            </a:r>
            <a:r>
              <a:rPr lang="en-US" sz="640" b="1" dirty="0"/>
              <a:t>.</a:t>
            </a:r>
            <a:endParaRPr lang="en-US" sz="640" dirty="0"/>
          </a:p>
          <a:p>
            <a:pPr lvl="1"/>
            <a:r>
              <a:rPr lang="en-US" sz="640" b="1" dirty="0"/>
              <a:t>.get(</a:t>
            </a:r>
            <a:r>
              <a:rPr lang="en-US" sz="640" b="1" dirty="0" err="1"/>
              <a:t>shopCtrl.photo</a:t>
            </a:r>
            <a:r>
              <a:rPr lang="en-US" sz="640" b="1" dirty="0"/>
              <a:t>, </a:t>
            </a:r>
            <a:r>
              <a:rPr lang="en-US" sz="640" b="1" dirty="0" err="1"/>
              <a:t>shopCtrl.defaultPhoto</a:t>
            </a:r>
            <a:r>
              <a:rPr lang="en-US" sz="640" b="1" dirty="0"/>
              <a:t>): When a GET request is made to this route, it first invokes </a:t>
            </a:r>
            <a:r>
              <a:rPr lang="en-US" sz="640" b="1" dirty="0" err="1"/>
              <a:t>shopCtrl.photo</a:t>
            </a:r>
            <a:r>
              <a:rPr lang="en-US" sz="640" b="1" dirty="0"/>
              <a:t> (which is responsible for sending the shop’s image) and if the shop doesn't have a logo, </a:t>
            </a:r>
            <a:r>
              <a:rPr lang="en-US" sz="640" b="1" dirty="0" err="1"/>
              <a:t>shopCtrl.defaultPhoto</a:t>
            </a:r>
            <a:r>
              <a:rPr lang="en-US" sz="640" b="1" dirty="0"/>
              <a:t> is called to handle the case where a default photo is returned.</a:t>
            </a:r>
            <a:endParaRPr lang="en-US" sz="640" dirty="0"/>
          </a:p>
          <a:p>
            <a:pPr lvl="0"/>
            <a:r>
              <a:rPr lang="en-US" sz="640" b="1" dirty="0"/>
              <a:t>/</a:t>
            </a:r>
            <a:r>
              <a:rPr lang="en-US" sz="640" b="1" dirty="0" err="1"/>
              <a:t>api</a:t>
            </a:r>
            <a:r>
              <a:rPr lang="en-US" sz="640" b="1" dirty="0"/>
              <a:t>/shops/</a:t>
            </a:r>
            <a:r>
              <a:rPr lang="en-US" sz="640" b="1" dirty="0" err="1"/>
              <a:t>defaultphoto</a:t>
            </a:r>
            <a:r>
              <a:rPr lang="en-US" sz="640" b="1" dirty="0"/>
              <a:t>:</a:t>
            </a:r>
            <a:endParaRPr lang="en-US" sz="640" dirty="0"/>
          </a:p>
          <a:p>
            <a:pPr lvl="1"/>
            <a:r>
              <a:rPr lang="en-US" sz="640" b="1" dirty="0" err="1"/>
              <a:t>router.route</a:t>
            </a:r>
            <a:r>
              <a:rPr lang="en-US" sz="640" b="1" dirty="0"/>
              <a:t>('/</a:t>
            </a:r>
            <a:r>
              <a:rPr lang="en-US" sz="640" b="1" dirty="0" err="1"/>
              <a:t>api</a:t>
            </a:r>
            <a:r>
              <a:rPr lang="en-US" sz="640" b="1" dirty="0"/>
              <a:t>/shops/</a:t>
            </a:r>
            <a:r>
              <a:rPr lang="en-US" sz="640" b="1" dirty="0" err="1"/>
              <a:t>defaultphoto</a:t>
            </a:r>
            <a:r>
              <a:rPr lang="en-US" sz="640" b="1" dirty="0"/>
              <a:t>'): Defines a route for fetching a default photo for shops.</a:t>
            </a:r>
            <a:endParaRPr lang="en-US" sz="640" dirty="0"/>
          </a:p>
          <a:p>
            <a:pPr lvl="1"/>
            <a:r>
              <a:rPr lang="en-US" sz="640" b="1" dirty="0"/>
              <a:t>.get(</a:t>
            </a:r>
            <a:r>
              <a:rPr lang="en-US" sz="640" b="1" dirty="0" err="1"/>
              <a:t>shopCtrl.defaultPhoto</a:t>
            </a:r>
            <a:r>
              <a:rPr lang="en-US" sz="640" b="1" dirty="0"/>
              <a:t>): Responds to a GET request by invoking </a:t>
            </a:r>
            <a:r>
              <a:rPr lang="en-US" sz="640" b="1" dirty="0" err="1"/>
              <a:t>shopCtrl.defaultPhoto</a:t>
            </a:r>
            <a:r>
              <a:rPr lang="en-US" sz="640" b="1" dirty="0"/>
              <a:t>, which probably returns a default image if no specific photo is assigned to a shop.</a:t>
            </a:r>
            <a:endParaRPr lang="en-US" sz="640" dirty="0"/>
          </a:p>
          <a:p>
            <a:r>
              <a:rPr lang="en-US" sz="640" b="1" dirty="0"/>
              <a:t>Route Parameter Middleware:</a:t>
            </a:r>
            <a:endParaRPr lang="en-US" sz="640" dirty="0"/>
          </a:p>
          <a:p>
            <a:pPr lvl="0"/>
            <a:r>
              <a:rPr lang="en-US" sz="640" b="1" dirty="0" err="1"/>
              <a:t>router.param</a:t>
            </a:r>
            <a:r>
              <a:rPr lang="en-US" sz="640" b="1" dirty="0"/>
              <a:t>('</a:t>
            </a:r>
            <a:r>
              <a:rPr lang="en-US" sz="640" b="1" dirty="0" err="1"/>
              <a:t>shopId</a:t>
            </a:r>
            <a:r>
              <a:rPr lang="en-US" sz="640" b="1" dirty="0"/>
              <a:t>', </a:t>
            </a:r>
            <a:r>
              <a:rPr lang="en-US" sz="640" b="1" dirty="0" err="1"/>
              <a:t>shopCtrl.shopByID</a:t>
            </a:r>
            <a:r>
              <a:rPr lang="en-US" sz="640" b="1" dirty="0"/>
              <a:t>): Whenever the </a:t>
            </a:r>
            <a:r>
              <a:rPr lang="en-US" sz="640" b="1" dirty="0" err="1"/>
              <a:t>shopId</a:t>
            </a:r>
            <a:r>
              <a:rPr lang="en-US" sz="640" b="1" dirty="0"/>
              <a:t> parameter is used in a route, it triggers the </a:t>
            </a:r>
            <a:r>
              <a:rPr lang="en-US" sz="640" b="1" dirty="0" err="1"/>
              <a:t>shopCtrl.shopByID</a:t>
            </a:r>
            <a:r>
              <a:rPr lang="en-US" sz="640" b="1" dirty="0"/>
              <a:t> middleware function. This function likely retrieves the shop from the database by its </a:t>
            </a:r>
            <a:r>
              <a:rPr lang="en-US" sz="640" b="1" dirty="0" err="1"/>
              <a:t>shopId</a:t>
            </a:r>
            <a:r>
              <a:rPr lang="en-US" sz="640" b="1" dirty="0"/>
              <a:t> and makes it available for the rest of the route handler.</a:t>
            </a:r>
            <a:endParaRPr lang="en-US" sz="640" dirty="0"/>
          </a:p>
          <a:p>
            <a:pPr lvl="0"/>
            <a:r>
              <a:rPr lang="en-US" sz="640" b="1" dirty="0" err="1"/>
              <a:t>router.param</a:t>
            </a:r>
            <a:r>
              <a:rPr lang="en-US" sz="640" b="1" dirty="0"/>
              <a:t>('</a:t>
            </a:r>
            <a:r>
              <a:rPr lang="en-US" sz="640" b="1" dirty="0" err="1"/>
              <a:t>userId</a:t>
            </a:r>
            <a:r>
              <a:rPr lang="en-US" sz="640" b="1" dirty="0"/>
              <a:t>', </a:t>
            </a:r>
            <a:r>
              <a:rPr lang="en-US" sz="640" b="1" dirty="0" err="1"/>
              <a:t>userCtrl.userByID</a:t>
            </a:r>
            <a:r>
              <a:rPr lang="en-US" sz="640" b="1" dirty="0"/>
              <a:t>): Whenever the </a:t>
            </a:r>
            <a:r>
              <a:rPr lang="en-US" sz="640" b="1" dirty="0" err="1"/>
              <a:t>userId</a:t>
            </a:r>
            <a:r>
              <a:rPr lang="en-US" sz="640" b="1" dirty="0"/>
              <a:t> parameter is used in a route, it triggers the </a:t>
            </a:r>
            <a:r>
              <a:rPr lang="en-US" sz="640" b="1" dirty="0" err="1"/>
              <a:t>userCtrl.userByID</a:t>
            </a:r>
            <a:r>
              <a:rPr lang="en-US" sz="640" b="1" dirty="0"/>
              <a:t> middleware function. This function likely retrieves the user from the database by their </a:t>
            </a:r>
            <a:r>
              <a:rPr lang="en-US" sz="640" b="1" dirty="0" err="1"/>
              <a:t>userId</a:t>
            </a:r>
            <a:r>
              <a:rPr lang="en-US" sz="640" b="1" dirty="0"/>
              <a:t> and attaches it to the request object.</a:t>
            </a:r>
            <a:endParaRPr lang="en-US" sz="640" dirty="0"/>
          </a:p>
          <a:p>
            <a:r>
              <a:rPr lang="en-US" sz="640" b="1" dirty="0"/>
              <a:t>Export:</a:t>
            </a:r>
            <a:endParaRPr lang="en-US" sz="640" dirty="0"/>
          </a:p>
          <a:p>
            <a:pPr lvl="0"/>
            <a:r>
              <a:rPr lang="en-US" sz="640" b="1" dirty="0"/>
              <a:t>export default router: Exports the router so that it can be used in other parts of the application, specifically to be mounted in the main application.</a:t>
            </a:r>
            <a:endParaRPr lang="en-US" sz="640" dirty="0"/>
          </a:p>
          <a:p>
            <a:r>
              <a:rPr lang="en-US" sz="640" b="1" dirty="0"/>
              <a:t>Summary of Functionality:</a:t>
            </a:r>
            <a:endParaRPr lang="en-US" sz="640" dirty="0"/>
          </a:p>
          <a:p>
            <a:r>
              <a:rPr lang="en-US" sz="640" b="1" dirty="0"/>
              <a:t>This code sets up an Express router that handles various routes related to shops and users. These routes allow:</a:t>
            </a:r>
            <a:endParaRPr lang="en-US" sz="640" dirty="0"/>
          </a:p>
          <a:p>
            <a:pPr lvl="0"/>
            <a:r>
              <a:rPr lang="en-US" sz="640" b="1" dirty="0"/>
              <a:t>Retrieving information about a shop.</a:t>
            </a:r>
            <a:endParaRPr lang="en-US" sz="640" dirty="0"/>
          </a:p>
          <a:p>
            <a:pPr lvl="0"/>
            <a:r>
              <a:rPr lang="en-US" sz="640" b="1" dirty="0"/>
              <a:t>Creating and listing shops owned by a specific user.</a:t>
            </a:r>
            <a:endParaRPr lang="en-US" sz="640" dirty="0"/>
          </a:p>
          <a:p>
            <a:pPr lvl="0"/>
            <a:r>
              <a:rPr lang="en-US" sz="640" b="1" dirty="0"/>
              <a:t>Updating and deleting a specific shop.</a:t>
            </a:r>
            <a:endParaRPr lang="en-US" sz="640" dirty="0"/>
          </a:p>
          <a:p>
            <a:pPr lvl="0"/>
            <a:r>
              <a:rPr lang="en-US" sz="640" b="1" dirty="0"/>
              <a:t>Retrieving a shop's logo or a default photo.</a:t>
            </a:r>
            <a:endParaRPr lang="en-US" sz="640" dirty="0"/>
          </a:p>
          <a:p>
            <a:pPr lvl="0"/>
            <a:r>
              <a:rPr lang="en-US" sz="640" b="1" dirty="0"/>
              <a:t>Using middleware functions to ensure that the right users are accessing or modifying the data (e.g., only allowing shop owners to update or delete their shops).</a:t>
            </a:r>
            <a:endParaRPr lang="en-US" sz="640" dirty="0"/>
          </a:p>
          <a:p>
            <a:r>
              <a:rPr lang="en-US" sz="640" b="1" dirty="0"/>
              <a:t>This router essentially provides the API endpoints to manage shops and associate them with users, ensuring proper authentication and authorization at each step.</a:t>
            </a:r>
            <a:endParaRPr lang="en-US" sz="640" dirty="0"/>
          </a:p>
          <a:p>
            <a:pPr marL="0" indent="0">
              <a:buNone/>
            </a:pPr>
            <a:endParaRPr lang="en-US" sz="640" dirty="0"/>
          </a:p>
        </p:txBody>
      </p:sp>
      <p:sp>
        <p:nvSpPr>
          <p:cNvPr id="4" name="Date Placeholder 3">
            <a:extLst>
              <a:ext uri="{FF2B5EF4-FFF2-40B4-BE49-F238E27FC236}">
                <a16:creationId xmlns:a16="http://schemas.microsoft.com/office/drawing/2014/main" id="{148AF21C-B01E-425A-7453-B686D1238A7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247AC16-2F7E-E2B9-35D7-1B914BB7F69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C3931F4-9CDE-0028-96CD-B70C12B02C21}"/>
              </a:ext>
            </a:extLst>
          </p:cNvPr>
          <p:cNvSpPr>
            <a:spLocks noGrp="1"/>
          </p:cNvSpPr>
          <p:nvPr>
            <p:ph type="sldNum" sz="quarter" idx="12"/>
          </p:nvPr>
        </p:nvSpPr>
        <p:spPr/>
        <p:txBody>
          <a:bodyPr/>
          <a:lstStyle/>
          <a:p>
            <a:fld id="{7C5CF243-786F-4254-B068-4C9F0B6EA12F}" type="slidenum">
              <a:rPr lang="en-US" altLang="en-US" smtClean="0"/>
              <a:pPr/>
              <a:t>46</a:t>
            </a:fld>
            <a:endParaRPr lang="en-US" altLang="en-US"/>
          </a:p>
        </p:txBody>
      </p:sp>
    </p:spTree>
    <p:extLst>
      <p:ext uri="{BB962C8B-B14F-4D97-AF65-F5344CB8AC3E}">
        <p14:creationId xmlns:p14="http://schemas.microsoft.com/office/powerpoint/2010/main" val="685435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1237-39F7-60B5-7659-813BDEB3B3EB}"/>
              </a:ext>
            </a:extLst>
          </p:cNvPr>
          <p:cNvSpPr>
            <a:spLocks noGrp="1"/>
          </p:cNvSpPr>
          <p:nvPr>
            <p:ph type="title"/>
          </p:nvPr>
        </p:nvSpPr>
        <p:spPr/>
        <p:txBody>
          <a:bodyPr/>
          <a:lstStyle/>
          <a:p>
            <a:r>
              <a:rPr lang="en-US" dirty="0"/>
              <a:t>Updated server/express.js</a:t>
            </a:r>
          </a:p>
        </p:txBody>
      </p:sp>
      <p:sp>
        <p:nvSpPr>
          <p:cNvPr id="3" name="Content Placeholder 2">
            <a:extLst>
              <a:ext uri="{FF2B5EF4-FFF2-40B4-BE49-F238E27FC236}">
                <a16:creationId xmlns:a16="http://schemas.microsoft.com/office/drawing/2014/main" id="{11037258-C045-3D2E-9EA2-6851FC14634E}"/>
              </a:ext>
            </a:extLst>
          </p:cNvPr>
          <p:cNvSpPr>
            <a:spLocks noGrp="1"/>
          </p:cNvSpPr>
          <p:nvPr>
            <p:ph idx="1"/>
          </p:nvPr>
        </p:nvSpPr>
        <p:spPr/>
        <p:txBody>
          <a:bodyPr/>
          <a:lstStyle/>
          <a:p>
            <a:r>
              <a:rPr lang="en-US" sz="700" b="0" dirty="0">
                <a:solidFill>
                  <a:srgbClr val="008000"/>
                </a:solidFill>
                <a:effectLst/>
                <a:latin typeface="Consolas" panose="020B0609020204030204" pitchFamily="49" charset="0"/>
              </a:rPr>
              <a:t>import express from 'express'</a:t>
            </a:r>
          </a:p>
          <a:p>
            <a:r>
              <a:rPr lang="en-US" sz="700" b="0" dirty="0">
                <a:solidFill>
                  <a:srgbClr val="008000"/>
                </a:solidFill>
                <a:effectLst/>
                <a:latin typeface="Consolas" panose="020B0609020204030204" pitchFamily="49" charset="0"/>
              </a:rPr>
              <a:t>import </a:t>
            </a:r>
            <a:r>
              <a:rPr lang="en-US" sz="700" b="0" dirty="0" err="1">
                <a:solidFill>
                  <a:srgbClr val="008000"/>
                </a:solidFill>
                <a:effectLst/>
                <a:latin typeface="Consolas" panose="020B0609020204030204" pitchFamily="49" charset="0"/>
              </a:rPr>
              <a:t>bodyParser</a:t>
            </a:r>
            <a:r>
              <a:rPr lang="en-US" sz="700" b="0" dirty="0">
                <a:solidFill>
                  <a:srgbClr val="008000"/>
                </a:solidFill>
                <a:effectLst/>
                <a:latin typeface="Consolas" panose="020B0609020204030204" pitchFamily="49" charset="0"/>
              </a:rPr>
              <a:t> from 'body-parser'</a:t>
            </a:r>
          </a:p>
          <a:p>
            <a:r>
              <a:rPr lang="en-US" sz="700" b="0" dirty="0">
                <a:solidFill>
                  <a:srgbClr val="008000"/>
                </a:solidFill>
                <a:effectLst/>
                <a:latin typeface="Consolas" panose="020B0609020204030204" pitchFamily="49" charset="0"/>
              </a:rPr>
              <a:t>import </a:t>
            </a:r>
            <a:r>
              <a:rPr lang="en-US" sz="700" b="0" dirty="0" err="1">
                <a:solidFill>
                  <a:srgbClr val="008000"/>
                </a:solidFill>
                <a:effectLst/>
                <a:latin typeface="Consolas" panose="020B0609020204030204" pitchFamily="49" charset="0"/>
              </a:rPr>
              <a:t>cookieParser</a:t>
            </a:r>
            <a:r>
              <a:rPr lang="en-US" sz="700" b="0" dirty="0">
                <a:solidFill>
                  <a:srgbClr val="008000"/>
                </a:solidFill>
                <a:effectLst/>
                <a:latin typeface="Consolas" panose="020B0609020204030204" pitchFamily="49" charset="0"/>
              </a:rPr>
              <a:t> from 'cookie-parser'</a:t>
            </a:r>
          </a:p>
          <a:p>
            <a:r>
              <a:rPr lang="en-US" sz="700" b="0" dirty="0">
                <a:solidFill>
                  <a:srgbClr val="008000"/>
                </a:solidFill>
                <a:effectLst/>
                <a:latin typeface="Consolas" panose="020B0609020204030204" pitchFamily="49" charset="0"/>
              </a:rPr>
              <a:t>import compress from 'compression'</a:t>
            </a:r>
          </a:p>
          <a:p>
            <a:r>
              <a:rPr lang="en-US" sz="700" b="0" dirty="0">
                <a:solidFill>
                  <a:srgbClr val="008000"/>
                </a:solidFill>
                <a:effectLst/>
                <a:latin typeface="Consolas" panose="020B0609020204030204" pitchFamily="49" charset="0"/>
              </a:rPr>
              <a:t>import </a:t>
            </a:r>
            <a:r>
              <a:rPr lang="en-US" sz="700" b="0" dirty="0" err="1">
                <a:solidFill>
                  <a:srgbClr val="008000"/>
                </a:solidFill>
                <a:effectLst/>
                <a:latin typeface="Consolas" panose="020B0609020204030204" pitchFamily="49" charset="0"/>
              </a:rPr>
              <a:t>cors</a:t>
            </a:r>
            <a:r>
              <a:rPr lang="en-US" sz="700" b="0" dirty="0">
                <a:solidFill>
                  <a:srgbClr val="008000"/>
                </a:solidFill>
                <a:effectLst/>
                <a:latin typeface="Consolas" panose="020B0609020204030204" pitchFamily="49" charset="0"/>
              </a:rPr>
              <a:t> from '</a:t>
            </a:r>
            <a:r>
              <a:rPr lang="en-US" sz="700" b="0" dirty="0" err="1">
                <a:solidFill>
                  <a:srgbClr val="008000"/>
                </a:solidFill>
                <a:effectLst/>
                <a:latin typeface="Consolas" panose="020B0609020204030204" pitchFamily="49" charset="0"/>
              </a:rPr>
              <a:t>cors</a:t>
            </a:r>
            <a:r>
              <a:rPr lang="en-US" sz="700" b="0" dirty="0">
                <a:solidFill>
                  <a:srgbClr val="008000"/>
                </a:solidFill>
                <a:effectLst/>
                <a:latin typeface="Consolas" panose="020B0609020204030204" pitchFamily="49" charset="0"/>
              </a:rPr>
              <a:t>'</a:t>
            </a:r>
          </a:p>
          <a:p>
            <a:r>
              <a:rPr lang="en-US" sz="700" b="0" dirty="0">
                <a:solidFill>
                  <a:srgbClr val="008000"/>
                </a:solidFill>
                <a:effectLst/>
                <a:latin typeface="Consolas" panose="020B0609020204030204" pitchFamily="49" charset="0"/>
              </a:rPr>
              <a:t>import helmet from 'helmet'</a:t>
            </a:r>
          </a:p>
          <a:p>
            <a:r>
              <a:rPr lang="en-US" sz="700" b="0" dirty="0">
                <a:solidFill>
                  <a:srgbClr val="008000"/>
                </a:solidFill>
                <a:effectLst/>
                <a:latin typeface="Consolas" panose="020B0609020204030204" pitchFamily="49" charset="0"/>
              </a:rPr>
              <a:t>import Template from './../template.js'</a:t>
            </a:r>
          </a:p>
          <a:p>
            <a:r>
              <a:rPr lang="en-US" sz="700" b="0" dirty="0">
                <a:solidFill>
                  <a:srgbClr val="008000"/>
                </a:solidFill>
                <a:effectLst/>
                <a:latin typeface="Consolas" panose="020B0609020204030204" pitchFamily="49" charset="0"/>
              </a:rPr>
              <a:t>import </a:t>
            </a:r>
            <a:r>
              <a:rPr lang="en-US" sz="700" b="0" dirty="0" err="1">
                <a:solidFill>
                  <a:srgbClr val="008000"/>
                </a:solidFill>
                <a:effectLst/>
                <a:latin typeface="Consolas" panose="020B0609020204030204" pitchFamily="49" charset="0"/>
              </a:rPr>
              <a:t>userRoutes</a:t>
            </a:r>
            <a:r>
              <a:rPr lang="en-US" sz="700" b="0" dirty="0">
                <a:solidFill>
                  <a:srgbClr val="008000"/>
                </a:solidFill>
                <a:effectLst/>
                <a:latin typeface="Consolas" panose="020B0609020204030204" pitchFamily="49" charset="0"/>
              </a:rPr>
              <a:t> from './routes/user.routes.js'</a:t>
            </a:r>
          </a:p>
          <a:p>
            <a:r>
              <a:rPr lang="en-US" sz="700" b="0" dirty="0">
                <a:solidFill>
                  <a:srgbClr val="008000"/>
                </a:solidFill>
                <a:effectLst/>
                <a:latin typeface="Consolas" panose="020B0609020204030204" pitchFamily="49" charset="0"/>
              </a:rPr>
              <a:t>import </a:t>
            </a:r>
            <a:r>
              <a:rPr lang="en-US" sz="700" b="0" dirty="0" err="1">
                <a:solidFill>
                  <a:srgbClr val="008000"/>
                </a:solidFill>
                <a:effectLst/>
                <a:latin typeface="Consolas" panose="020B0609020204030204" pitchFamily="49" charset="0"/>
              </a:rPr>
              <a:t>authRoutes</a:t>
            </a:r>
            <a:r>
              <a:rPr lang="en-US" sz="700" b="0" dirty="0">
                <a:solidFill>
                  <a:srgbClr val="008000"/>
                </a:solidFill>
                <a:effectLst/>
                <a:latin typeface="Consolas" panose="020B0609020204030204" pitchFamily="49" charset="0"/>
              </a:rPr>
              <a:t> from './routes/auth.routes.js'</a:t>
            </a:r>
          </a:p>
          <a:p>
            <a:r>
              <a:rPr lang="en-US" sz="700" b="0" dirty="0">
                <a:solidFill>
                  <a:srgbClr val="008000"/>
                </a:solidFill>
                <a:effectLst/>
                <a:highlight>
                  <a:srgbClr val="FFFF00"/>
                </a:highlight>
                <a:latin typeface="Consolas" panose="020B0609020204030204" pitchFamily="49" charset="0"/>
              </a:rPr>
              <a:t>import </a:t>
            </a:r>
            <a:r>
              <a:rPr lang="en-US" sz="700" b="0" dirty="0" err="1">
                <a:solidFill>
                  <a:srgbClr val="008000"/>
                </a:solidFill>
                <a:effectLst/>
                <a:highlight>
                  <a:srgbClr val="FFFF00"/>
                </a:highlight>
                <a:latin typeface="Consolas" panose="020B0609020204030204" pitchFamily="49" charset="0"/>
              </a:rPr>
              <a:t>shopRoutes</a:t>
            </a:r>
            <a:r>
              <a:rPr lang="en-US" sz="700" b="0" dirty="0">
                <a:solidFill>
                  <a:srgbClr val="008000"/>
                </a:solidFill>
                <a:effectLst/>
                <a:highlight>
                  <a:srgbClr val="FFFF00"/>
                </a:highlight>
                <a:latin typeface="Consolas" panose="020B0609020204030204" pitchFamily="49" charset="0"/>
              </a:rPr>
              <a:t> from './routes/shop.routes.js'</a:t>
            </a:r>
          </a:p>
          <a:p>
            <a:r>
              <a:rPr lang="en-US" sz="700" b="0" dirty="0">
                <a:solidFill>
                  <a:srgbClr val="008000"/>
                </a:solidFill>
                <a:effectLst/>
                <a:latin typeface="Consolas" panose="020B0609020204030204" pitchFamily="49" charset="0"/>
              </a:rPr>
              <a:t>import path from 'path'</a:t>
            </a:r>
          </a:p>
          <a:p>
            <a:r>
              <a:rPr lang="en-US" sz="700" b="0" dirty="0">
                <a:solidFill>
                  <a:srgbClr val="008000"/>
                </a:solidFill>
                <a:effectLst/>
                <a:latin typeface="Consolas" panose="020B0609020204030204" pitchFamily="49" charset="0"/>
              </a:rPr>
              <a:t>const app = express()</a:t>
            </a:r>
          </a:p>
          <a:p>
            <a:r>
              <a:rPr lang="en-US" sz="700" b="0" dirty="0">
                <a:solidFill>
                  <a:srgbClr val="008000"/>
                </a:solidFill>
                <a:effectLst/>
                <a:latin typeface="Consolas" panose="020B0609020204030204" pitchFamily="49" charset="0"/>
              </a:rPr>
              <a:t>const CURRENT_WORKING_DIR = </a:t>
            </a:r>
            <a:r>
              <a:rPr lang="en-US" sz="700" b="0" dirty="0" err="1">
                <a:solidFill>
                  <a:srgbClr val="008000"/>
                </a:solidFill>
                <a:effectLst/>
                <a:latin typeface="Consolas" panose="020B0609020204030204" pitchFamily="49" charset="0"/>
              </a:rPr>
              <a:t>process.cwd</a:t>
            </a:r>
            <a:r>
              <a:rPr lang="en-US" sz="700" b="0" dirty="0">
                <a:solidFill>
                  <a:srgbClr val="008000"/>
                </a:solidFill>
                <a:effectLst/>
                <a:latin typeface="Consolas" panose="020B0609020204030204" pitchFamily="49" charset="0"/>
              </a:rPr>
              <a:t>()</a:t>
            </a:r>
          </a:p>
          <a:p>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app.get</a:t>
            </a:r>
            <a:r>
              <a:rPr lang="en-US" sz="700" b="0" dirty="0">
                <a:solidFill>
                  <a:srgbClr val="008000"/>
                </a:solidFill>
                <a:effectLst/>
                <a:latin typeface="Consolas" panose="020B0609020204030204" pitchFamily="49" charset="0"/>
              </a:rPr>
              <a:t>('/', (req, res) =&gt; {</a:t>
            </a:r>
          </a:p>
          <a:p>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res.status</a:t>
            </a:r>
            <a:r>
              <a:rPr lang="en-US" sz="700" b="0" dirty="0">
                <a:solidFill>
                  <a:srgbClr val="008000"/>
                </a:solidFill>
                <a:effectLst/>
                <a:latin typeface="Consolas" panose="020B0609020204030204" pitchFamily="49" charset="0"/>
              </a:rPr>
              <a:t>(200).send(Template()) </a:t>
            </a:r>
          </a:p>
          <a:p>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dist</a:t>
            </a:r>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express.static</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path.join</a:t>
            </a:r>
            <a:r>
              <a:rPr lang="en-US" sz="700" b="0" dirty="0">
                <a:solidFill>
                  <a:srgbClr val="008000"/>
                </a:solidFill>
                <a:effectLst/>
                <a:latin typeface="Consolas" panose="020B0609020204030204" pitchFamily="49" charset="0"/>
              </a:rPr>
              <a:t>(CURRENT_WORKING_DIR, '</a:t>
            </a:r>
            <a:r>
              <a:rPr lang="en-US" sz="700" b="0" dirty="0" err="1">
                <a:solidFill>
                  <a:srgbClr val="008000"/>
                </a:solidFill>
                <a:effectLst/>
                <a:latin typeface="Consolas" panose="020B0609020204030204" pitchFamily="49" charset="0"/>
              </a:rPr>
              <a:t>dist</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express.json</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express.urlencoded</a:t>
            </a:r>
            <a:r>
              <a:rPr lang="en-US" sz="700" b="0" dirty="0">
                <a:solidFill>
                  <a:srgbClr val="008000"/>
                </a:solidFill>
                <a:effectLst/>
                <a:latin typeface="Consolas" panose="020B0609020204030204" pitchFamily="49" charset="0"/>
              </a:rPr>
              <a:t>({ extended: true }));</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userRoutes</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authRoutes</a:t>
            </a:r>
            <a:r>
              <a:rPr lang="en-US" sz="700" b="0" dirty="0">
                <a:solidFill>
                  <a:srgbClr val="008000"/>
                </a:solidFill>
                <a:effectLst/>
                <a:latin typeface="Consolas" panose="020B0609020204030204" pitchFamily="49" charset="0"/>
              </a:rPr>
              <a:t>)</a:t>
            </a:r>
          </a:p>
          <a:p>
            <a:r>
              <a:rPr lang="en-US" sz="700" b="0" dirty="0" err="1">
                <a:solidFill>
                  <a:srgbClr val="008000"/>
                </a:solidFill>
                <a:effectLst/>
                <a:highlight>
                  <a:srgbClr val="FFFF00"/>
                </a:highlight>
                <a:latin typeface="Consolas" panose="020B0609020204030204" pitchFamily="49" charset="0"/>
              </a:rPr>
              <a:t>app.use</a:t>
            </a:r>
            <a:r>
              <a:rPr lang="en-US" sz="700" b="0" dirty="0">
                <a:solidFill>
                  <a:srgbClr val="008000"/>
                </a:solidFill>
                <a:effectLst/>
                <a:highlight>
                  <a:srgbClr val="FFFF00"/>
                </a:highlight>
                <a:latin typeface="Consolas" panose="020B0609020204030204" pitchFamily="49" charset="0"/>
              </a:rPr>
              <a:t>('/', </a:t>
            </a:r>
            <a:r>
              <a:rPr lang="en-US" sz="700" b="0" dirty="0" err="1">
                <a:solidFill>
                  <a:srgbClr val="008000"/>
                </a:solidFill>
                <a:effectLst/>
                <a:highlight>
                  <a:srgbClr val="FFFF00"/>
                </a:highlight>
                <a:latin typeface="Consolas" panose="020B0609020204030204" pitchFamily="49" charset="0"/>
              </a:rPr>
              <a:t>shopRoutes</a:t>
            </a:r>
            <a:r>
              <a:rPr lang="en-US" sz="700" b="0" dirty="0">
                <a:solidFill>
                  <a:srgbClr val="008000"/>
                </a:solidFill>
                <a:effectLst/>
                <a:highlight>
                  <a:srgbClr val="FFFF00"/>
                </a:highligh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bodyParser.json</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bodyParser.urlencoded</a:t>
            </a:r>
            <a:r>
              <a:rPr lang="en-US" sz="700" b="0" dirty="0">
                <a:solidFill>
                  <a:srgbClr val="008000"/>
                </a:solidFill>
                <a:effectLst/>
                <a:latin typeface="Consolas" panose="020B0609020204030204" pitchFamily="49" charset="0"/>
              </a:rPr>
              <a:t>({ extended: true }))</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cookieParser</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(compress())</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(helmet())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a:t>
            </a:r>
            <a:r>
              <a:rPr lang="en-US" sz="700" b="0" dirty="0" err="1">
                <a:solidFill>
                  <a:srgbClr val="008000"/>
                </a:solidFill>
                <a:effectLst/>
                <a:latin typeface="Consolas" panose="020B0609020204030204" pitchFamily="49" charset="0"/>
              </a:rPr>
              <a:t>cors</a:t>
            </a:r>
            <a:r>
              <a:rPr lang="en-US" sz="700" b="0" dirty="0">
                <a:solidFill>
                  <a:srgbClr val="008000"/>
                </a:solidFill>
                <a:effectLst/>
                <a:latin typeface="Consolas" panose="020B0609020204030204" pitchFamily="49" charset="0"/>
              </a:rPr>
              <a:t>())</a:t>
            </a:r>
          </a:p>
          <a:p>
            <a:r>
              <a:rPr lang="en-US" sz="700" b="0" dirty="0" err="1">
                <a:solidFill>
                  <a:srgbClr val="008000"/>
                </a:solidFill>
                <a:effectLst/>
                <a:latin typeface="Consolas" panose="020B0609020204030204" pitchFamily="49" charset="0"/>
              </a:rPr>
              <a:t>app.use</a:t>
            </a:r>
            <a:r>
              <a:rPr lang="en-US" sz="700" b="0" dirty="0">
                <a:solidFill>
                  <a:srgbClr val="008000"/>
                </a:solidFill>
                <a:effectLst/>
                <a:latin typeface="Consolas" panose="020B0609020204030204" pitchFamily="49" charset="0"/>
              </a:rPr>
              <a:t>((err, req, res, next) =&gt; {</a:t>
            </a:r>
          </a:p>
          <a:p>
            <a:r>
              <a:rPr lang="en-US" sz="700" b="0" dirty="0">
                <a:solidFill>
                  <a:srgbClr val="008000"/>
                </a:solidFill>
                <a:effectLst/>
                <a:latin typeface="Consolas" panose="020B0609020204030204" pitchFamily="49" charset="0"/>
              </a:rPr>
              <a:t> if (err.name === '</a:t>
            </a:r>
            <a:r>
              <a:rPr lang="en-US" sz="700" b="0" dirty="0" err="1">
                <a:solidFill>
                  <a:srgbClr val="008000"/>
                </a:solidFill>
                <a:effectLst/>
                <a:latin typeface="Consolas" panose="020B0609020204030204" pitchFamily="49" charset="0"/>
              </a:rPr>
              <a:t>UnauthorizedError</a:t>
            </a:r>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res.status</a:t>
            </a:r>
            <a:r>
              <a:rPr lang="en-US" sz="700" b="0" dirty="0">
                <a:solidFill>
                  <a:srgbClr val="008000"/>
                </a:solidFill>
                <a:effectLst/>
                <a:latin typeface="Consolas" panose="020B0609020204030204" pitchFamily="49" charset="0"/>
              </a:rPr>
              <a:t>(401).</a:t>
            </a:r>
            <a:r>
              <a:rPr lang="en-US" sz="700" b="0" dirty="0" err="1">
                <a:solidFill>
                  <a:srgbClr val="008000"/>
                </a:solidFill>
                <a:effectLst/>
                <a:latin typeface="Consolas" panose="020B0609020204030204" pitchFamily="49" charset="0"/>
              </a:rPr>
              <a:t>json</a:t>
            </a:r>
            <a:r>
              <a:rPr lang="en-US" sz="700" b="0" dirty="0">
                <a:solidFill>
                  <a:srgbClr val="008000"/>
                </a:solidFill>
                <a:effectLst/>
                <a:latin typeface="Consolas" panose="020B0609020204030204" pitchFamily="49" charset="0"/>
              </a:rPr>
              <a:t>({"error" : err.name + ": " + </a:t>
            </a:r>
            <a:r>
              <a:rPr lang="en-US" sz="700" b="0" dirty="0" err="1">
                <a:solidFill>
                  <a:srgbClr val="008000"/>
                </a:solidFill>
                <a:effectLst/>
                <a:latin typeface="Consolas" panose="020B0609020204030204" pitchFamily="49" charset="0"/>
              </a:rPr>
              <a:t>err.message</a:t>
            </a:r>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}else if (err) {</a:t>
            </a:r>
          </a:p>
          <a:p>
            <a:r>
              <a:rPr lang="en-US" sz="700" b="0" dirty="0">
                <a:solidFill>
                  <a:srgbClr val="008000"/>
                </a:solidFill>
                <a:effectLst/>
                <a:latin typeface="Consolas" panose="020B0609020204030204" pitchFamily="49" charset="0"/>
              </a:rPr>
              <a:t> </a:t>
            </a:r>
            <a:r>
              <a:rPr lang="en-US" sz="700" b="0" dirty="0" err="1">
                <a:solidFill>
                  <a:srgbClr val="008000"/>
                </a:solidFill>
                <a:effectLst/>
                <a:latin typeface="Consolas" panose="020B0609020204030204" pitchFamily="49" charset="0"/>
              </a:rPr>
              <a:t>res.status</a:t>
            </a:r>
            <a:r>
              <a:rPr lang="en-US" sz="700" b="0" dirty="0">
                <a:solidFill>
                  <a:srgbClr val="008000"/>
                </a:solidFill>
                <a:effectLst/>
                <a:latin typeface="Consolas" panose="020B0609020204030204" pitchFamily="49" charset="0"/>
              </a:rPr>
              <a:t>(400).</a:t>
            </a:r>
            <a:r>
              <a:rPr lang="en-US" sz="700" b="0" dirty="0" err="1">
                <a:solidFill>
                  <a:srgbClr val="008000"/>
                </a:solidFill>
                <a:effectLst/>
                <a:latin typeface="Consolas" panose="020B0609020204030204" pitchFamily="49" charset="0"/>
              </a:rPr>
              <a:t>json</a:t>
            </a:r>
            <a:r>
              <a:rPr lang="en-US" sz="700" b="0" dirty="0">
                <a:solidFill>
                  <a:srgbClr val="008000"/>
                </a:solidFill>
                <a:effectLst/>
                <a:latin typeface="Consolas" panose="020B0609020204030204" pitchFamily="49" charset="0"/>
              </a:rPr>
              <a:t>({"error" : err.name + ": " + </a:t>
            </a:r>
            <a:r>
              <a:rPr lang="en-US" sz="700" b="0" dirty="0" err="1">
                <a:solidFill>
                  <a:srgbClr val="008000"/>
                </a:solidFill>
                <a:effectLst/>
                <a:latin typeface="Consolas" panose="020B0609020204030204" pitchFamily="49" charset="0"/>
              </a:rPr>
              <a:t>err.message</a:t>
            </a:r>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console.log(err)</a:t>
            </a:r>
          </a:p>
          <a:p>
            <a:r>
              <a:rPr lang="en-US" sz="700" b="0" dirty="0">
                <a:solidFill>
                  <a:srgbClr val="008000"/>
                </a:solidFill>
                <a:effectLst/>
                <a:latin typeface="Consolas" panose="020B0609020204030204" pitchFamily="49" charset="0"/>
              </a:rPr>
              <a:t> } </a:t>
            </a:r>
          </a:p>
          <a:p>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 </a:t>
            </a:r>
          </a:p>
          <a:p>
            <a:r>
              <a:rPr lang="en-US" sz="700" b="0" dirty="0">
                <a:solidFill>
                  <a:srgbClr val="008000"/>
                </a:solidFill>
                <a:effectLst/>
                <a:latin typeface="Consolas" panose="020B0609020204030204" pitchFamily="49" charset="0"/>
              </a:rPr>
              <a:t>export default app</a:t>
            </a:r>
          </a:p>
          <a:p>
            <a:br>
              <a:rPr lang="en-US" sz="700" b="0" dirty="0">
                <a:solidFill>
                  <a:srgbClr val="008000"/>
                </a:solidFill>
                <a:effectLst/>
                <a:latin typeface="Consolas" panose="020B0609020204030204" pitchFamily="49" charset="0"/>
              </a:rPr>
            </a:br>
            <a:br>
              <a:rPr lang="en-US" sz="700" b="0" dirty="0">
                <a:solidFill>
                  <a:srgbClr val="008000"/>
                </a:solidFill>
                <a:effectLst/>
                <a:latin typeface="Consolas" panose="020B0609020204030204" pitchFamily="49" charset="0"/>
              </a:rPr>
            </a:br>
            <a:endParaRPr lang="en-US" sz="70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6725C4E2-6341-6BB0-2E21-3F116E49CD9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4F6CB84-0E0B-7278-5B05-86F6BF060A5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031D661E-6473-C7AD-6FF2-5D988E051D7D}"/>
              </a:ext>
            </a:extLst>
          </p:cNvPr>
          <p:cNvSpPr>
            <a:spLocks noGrp="1"/>
          </p:cNvSpPr>
          <p:nvPr>
            <p:ph type="sldNum" sz="quarter" idx="12"/>
          </p:nvPr>
        </p:nvSpPr>
        <p:spPr/>
        <p:txBody>
          <a:bodyPr/>
          <a:lstStyle/>
          <a:p>
            <a:fld id="{7C5CF243-786F-4254-B068-4C9F0B6EA12F}" type="slidenum">
              <a:rPr lang="en-US" altLang="en-US" smtClean="0"/>
              <a:pPr/>
              <a:t>47</a:t>
            </a:fld>
            <a:endParaRPr lang="en-US" altLang="en-US"/>
          </a:p>
        </p:txBody>
      </p:sp>
    </p:spTree>
    <p:extLst>
      <p:ext uri="{BB962C8B-B14F-4D97-AF65-F5344CB8AC3E}">
        <p14:creationId xmlns:p14="http://schemas.microsoft.com/office/powerpoint/2010/main" val="518539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4847-8E4B-CA3F-45F1-A9150C1C0E14}"/>
              </a:ext>
            </a:extLst>
          </p:cNvPr>
          <p:cNvSpPr>
            <a:spLocks noGrp="1"/>
          </p:cNvSpPr>
          <p:nvPr>
            <p:ph type="title"/>
          </p:nvPr>
        </p:nvSpPr>
        <p:spPr/>
        <p:txBody>
          <a:bodyPr/>
          <a:lstStyle/>
          <a:p>
            <a:r>
              <a:rPr lang="en-US" dirty="0"/>
              <a:t>client/shop/api-shop.js</a:t>
            </a:r>
          </a:p>
        </p:txBody>
      </p:sp>
      <p:sp>
        <p:nvSpPr>
          <p:cNvPr id="3" name="Content Placeholder 2">
            <a:extLst>
              <a:ext uri="{FF2B5EF4-FFF2-40B4-BE49-F238E27FC236}">
                <a16:creationId xmlns:a16="http://schemas.microsoft.com/office/drawing/2014/main" id="{04780D87-0089-6C0A-15F0-CBFA60003831}"/>
              </a:ext>
            </a:extLst>
          </p:cNvPr>
          <p:cNvSpPr>
            <a:spLocks noGrp="1"/>
          </p:cNvSpPr>
          <p:nvPr>
            <p:ph idx="1"/>
          </p:nvPr>
        </p:nvSpPr>
        <p:spPr/>
        <p:txBody>
          <a:bodyPr/>
          <a:lstStyle/>
          <a:p>
            <a:pPr marL="0" indent="0">
              <a:buNone/>
            </a:pPr>
            <a:r>
              <a:rPr lang="en-US" sz="340" dirty="0"/>
              <a:t>const create = async (params, credentials, shop) =&gt; {</a:t>
            </a:r>
          </a:p>
          <a:p>
            <a:pPr marL="0" indent="0">
              <a:buNone/>
            </a:pPr>
            <a:r>
              <a:rPr lang="en-US" sz="340" dirty="0"/>
              <a:t>  try {</a:t>
            </a:r>
          </a:p>
          <a:p>
            <a:pPr marL="0" indent="0">
              <a:buNone/>
            </a:pPr>
            <a:r>
              <a:rPr lang="en-US" sz="340" dirty="0"/>
              <a:t>    let response = await fetch("/</a:t>
            </a:r>
            <a:r>
              <a:rPr lang="en-US" sz="340" dirty="0" err="1"/>
              <a:t>api</a:t>
            </a:r>
            <a:r>
              <a:rPr lang="en-US" sz="340" dirty="0"/>
              <a:t>/shops/by/" + </a:t>
            </a:r>
            <a:r>
              <a:rPr lang="en-US" sz="340" dirty="0" err="1"/>
              <a:t>params.userId</a:t>
            </a:r>
            <a:r>
              <a:rPr lang="en-US" sz="340" dirty="0"/>
              <a:t>, {</a:t>
            </a:r>
          </a:p>
          <a:p>
            <a:pPr marL="0" indent="0">
              <a:buNone/>
            </a:pPr>
            <a:r>
              <a:rPr lang="en-US" sz="340" dirty="0"/>
              <a:t>      method: "POST",</a:t>
            </a:r>
          </a:p>
          <a:p>
            <a:pPr marL="0" indent="0">
              <a:buNone/>
            </a:pPr>
            <a:r>
              <a:rPr lang="en-US" sz="340" dirty="0"/>
              <a:t>      headers: {</a:t>
            </a:r>
          </a:p>
          <a:p>
            <a:pPr marL="0" indent="0">
              <a:buNone/>
            </a:pPr>
            <a:r>
              <a:rPr lang="en-US" sz="340" dirty="0"/>
              <a:t>        Accept: "application/</a:t>
            </a:r>
            <a:r>
              <a:rPr lang="en-US" sz="340" dirty="0" err="1"/>
              <a:t>json</a:t>
            </a:r>
            <a:r>
              <a:rPr lang="en-US" sz="340" dirty="0"/>
              <a:t>",</a:t>
            </a:r>
          </a:p>
          <a:p>
            <a:pPr marL="0" indent="0">
              <a:buNone/>
            </a:pPr>
            <a:r>
              <a:rPr lang="en-US" sz="340" dirty="0"/>
              <a:t>        Authorization: "Bearer " + credentials.t,</a:t>
            </a:r>
          </a:p>
          <a:p>
            <a:pPr marL="0" indent="0">
              <a:buNone/>
            </a:pPr>
            <a:r>
              <a:rPr lang="en-US" sz="340" dirty="0"/>
              <a:t>      },</a:t>
            </a:r>
          </a:p>
          <a:p>
            <a:pPr marL="0" indent="0">
              <a:buNone/>
            </a:pPr>
            <a:r>
              <a:rPr lang="en-US" sz="340" dirty="0"/>
              <a:t>      body: shop,</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const list = async (signal) =&gt; {</a:t>
            </a:r>
          </a:p>
          <a:p>
            <a:pPr marL="0" indent="0">
              <a:buNone/>
            </a:pPr>
            <a:r>
              <a:rPr lang="en-US" sz="340" dirty="0"/>
              <a:t>  try {</a:t>
            </a:r>
          </a:p>
          <a:p>
            <a:pPr marL="0" indent="0">
              <a:buNone/>
            </a:pPr>
            <a:r>
              <a:rPr lang="en-US" sz="340" dirty="0"/>
              <a:t>    let response = await fetch("/</a:t>
            </a:r>
            <a:r>
              <a:rPr lang="en-US" sz="340" dirty="0" err="1"/>
              <a:t>api</a:t>
            </a:r>
            <a:r>
              <a:rPr lang="en-US" sz="340" dirty="0"/>
              <a:t>/shops", {</a:t>
            </a:r>
          </a:p>
          <a:p>
            <a:pPr marL="0" indent="0">
              <a:buNone/>
            </a:pPr>
            <a:r>
              <a:rPr lang="en-US" sz="340" dirty="0"/>
              <a:t>      method: "GET",</a:t>
            </a:r>
          </a:p>
          <a:p>
            <a:pPr marL="0" indent="0">
              <a:buNone/>
            </a:pPr>
            <a:r>
              <a:rPr lang="en-US" sz="340" dirty="0"/>
              <a:t>      signal: signal,</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const </a:t>
            </a:r>
            <a:r>
              <a:rPr lang="en-US" sz="340" dirty="0" err="1"/>
              <a:t>listByOwner</a:t>
            </a:r>
            <a:r>
              <a:rPr lang="en-US" sz="340" dirty="0"/>
              <a:t> = async (params, credentials, signal) =&gt; {</a:t>
            </a:r>
          </a:p>
          <a:p>
            <a:pPr marL="0" indent="0">
              <a:buNone/>
            </a:pPr>
            <a:r>
              <a:rPr lang="en-US" sz="340" dirty="0"/>
              <a:t>  try {</a:t>
            </a:r>
          </a:p>
          <a:p>
            <a:pPr marL="0" indent="0">
              <a:buNone/>
            </a:pPr>
            <a:r>
              <a:rPr lang="en-US" sz="340" dirty="0"/>
              <a:t>    let response = await fetch("/</a:t>
            </a:r>
            <a:r>
              <a:rPr lang="en-US" sz="340" dirty="0" err="1"/>
              <a:t>api</a:t>
            </a:r>
            <a:r>
              <a:rPr lang="en-US" sz="340" dirty="0"/>
              <a:t>/shops/by/" + </a:t>
            </a:r>
            <a:r>
              <a:rPr lang="en-US" sz="340" dirty="0" err="1"/>
              <a:t>params.userId</a:t>
            </a:r>
            <a:r>
              <a:rPr lang="en-US" sz="340" dirty="0"/>
              <a:t>, {</a:t>
            </a:r>
          </a:p>
          <a:p>
            <a:pPr marL="0" indent="0">
              <a:buNone/>
            </a:pPr>
            <a:r>
              <a:rPr lang="en-US" sz="340" dirty="0"/>
              <a:t>      method: "GET",</a:t>
            </a:r>
          </a:p>
          <a:p>
            <a:pPr marL="0" indent="0">
              <a:buNone/>
            </a:pPr>
            <a:r>
              <a:rPr lang="en-US" sz="340" dirty="0"/>
              <a:t>      signal: signal,</a:t>
            </a:r>
          </a:p>
          <a:p>
            <a:pPr marL="0" indent="0">
              <a:buNone/>
            </a:pPr>
            <a:r>
              <a:rPr lang="en-US" sz="340" dirty="0"/>
              <a:t>      headers: {</a:t>
            </a:r>
          </a:p>
          <a:p>
            <a:pPr marL="0" indent="0">
              <a:buNone/>
            </a:pPr>
            <a:r>
              <a:rPr lang="en-US" sz="340" dirty="0"/>
              <a:t>        Accept: "application/</a:t>
            </a:r>
            <a:r>
              <a:rPr lang="en-US" sz="340" dirty="0" err="1"/>
              <a:t>json</a:t>
            </a:r>
            <a:r>
              <a:rPr lang="en-US" sz="340" dirty="0"/>
              <a:t>",</a:t>
            </a:r>
          </a:p>
          <a:p>
            <a:pPr marL="0" indent="0">
              <a:buNone/>
            </a:pPr>
            <a:r>
              <a:rPr lang="en-US" sz="340" dirty="0"/>
              <a:t>        Authorization: "Bearer " + credentials.t,</a:t>
            </a:r>
          </a:p>
          <a:p>
            <a:pPr marL="0" indent="0">
              <a:buNone/>
            </a:pPr>
            <a:r>
              <a:rPr lang="en-US" sz="340" dirty="0"/>
              <a:t>      },</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const read = async (params, signal) =&gt; {</a:t>
            </a:r>
          </a:p>
          <a:p>
            <a:pPr marL="0" indent="0">
              <a:buNone/>
            </a:pPr>
            <a:r>
              <a:rPr lang="en-US" sz="340" dirty="0"/>
              <a:t>  try {</a:t>
            </a:r>
          </a:p>
          <a:p>
            <a:pPr marL="0" indent="0">
              <a:buNone/>
            </a:pPr>
            <a:r>
              <a:rPr lang="en-US" sz="340" dirty="0"/>
              <a:t>    let response = await fetch("/</a:t>
            </a:r>
            <a:r>
              <a:rPr lang="en-US" sz="340" dirty="0" err="1"/>
              <a:t>api</a:t>
            </a:r>
            <a:r>
              <a:rPr lang="en-US" sz="340" dirty="0"/>
              <a:t>/shop/" + </a:t>
            </a:r>
            <a:r>
              <a:rPr lang="en-US" sz="340" dirty="0" err="1"/>
              <a:t>params.shopId</a:t>
            </a:r>
            <a:r>
              <a:rPr lang="en-US" sz="340" dirty="0"/>
              <a:t>, {</a:t>
            </a:r>
          </a:p>
          <a:p>
            <a:pPr marL="0" indent="0">
              <a:buNone/>
            </a:pPr>
            <a:r>
              <a:rPr lang="en-US" sz="340" dirty="0"/>
              <a:t>      method: "GET",</a:t>
            </a:r>
          </a:p>
          <a:p>
            <a:pPr marL="0" indent="0">
              <a:buNone/>
            </a:pPr>
            <a:r>
              <a:rPr lang="en-US" sz="340" dirty="0"/>
              <a:t>      signal: signal,</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const update = async (params, credentials, shop) =&gt; {</a:t>
            </a:r>
          </a:p>
          <a:p>
            <a:pPr marL="0" indent="0">
              <a:buNone/>
            </a:pPr>
            <a:r>
              <a:rPr lang="en-US" sz="340" dirty="0"/>
              <a:t>  try {</a:t>
            </a:r>
          </a:p>
          <a:p>
            <a:pPr marL="0" indent="0">
              <a:buNone/>
            </a:pPr>
            <a:r>
              <a:rPr lang="en-US" sz="340" dirty="0"/>
              <a:t>    let response = await fetch("/</a:t>
            </a:r>
            <a:r>
              <a:rPr lang="en-US" sz="340" dirty="0" err="1"/>
              <a:t>api</a:t>
            </a:r>
            <a:r>
              <a:rPr lang="en-US" sz="340" dirty="0"/>
              <a:t>/shops/" + </a:t>
            </a:r>
            <a:r>
              <a:rPr lang="en-US" sz="340" dirty="0" err="1"/>
              <a:t>params.shopId</a:t>
            </a:r>
            <a:r>
              <a:rPr lang="en-US" sz="340" dirty="0"/>
              <a:t>, {</a:t>
            </a:r>
          </a:p>
          <a:p>
            <a:pPr marL="0" indent="0">
              <a:buNone/>
            </a:pPr>
            <a:r>
              <a:rPr lang="en-US" sz="340" dirty="0"/>
              <a:t>      method: "PUT",</a:t>
            </a:r>
          </a:p>
          <a:p>
            <a:pPr marL="0" indent="0">
              <a:buNone/>
            </a:pPr>
            <a:r>
              <a:rPr lang="en-US" sz="340" dirty="0"/>
              <a:t>      headers: {</a:t>
            </a:r>
          </a:p>
          <a:p>
            <a:pPr marL="0" indent="0">
              <a:buNone/>
            </a:pPr>
            <a:r>
              <a:rPr lang="en-US" sz="340" dirty="0"/>
              <a:t>        Accept: "application/</a:t>
            </a:r>
            <a:r>
              <a:rPr lang="en-US" sz="340" dirty="0" err="1"/>
              <a:t>json</a:t>
            </a:r>
            <a:r>
              <a:rPr lang="en-US" sz="340" dirty="0"/>
              <a:t>",</a:t>
            </a:r>
          </a:p>
          <a:p>
            <a:pPr marL="0" indent="0">
              <a:buNone/>
            </a:pPr>
            <a:r>
              <a:rPr lang="en-US" sz="340" dirty="0"/>
              <a:t>        Authorization: "Bearer " + credentials.t,</a:t>
            </a:r>
          </a:p>
          <a:p>
            <a:pPr marL="0" indent="0">
              <a:buNone/>
            </a:pPr>
            <a:r>
              <a:rPr lang="en-US" sz="340" dirty="0"/>
              <a:t>      },</a:t>
            </a:r>
          </a:p>
          <a:p>
            <a:pPr marL="0" indent="0">
              <a:buNone/>
            </a:pPr>
            <a:r>
              <a:rPr lang="en-US" sz="340" dirty="0"/>
              <a:t>      body: shop,</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const remove = async (params, credentials) =&gt; {</a:t>
            </a:r>
          </a:p>
          <a:p>
            <a:pPr marL="0" indent="0">
              <a:buNone/>
            </a:pPr>
            <a:r>
              <a:rPr lang="en-US" sz="340" dirty="0"/>
              <a:t>  try {</a:t>
            </a:r>
          </a:p>
          <a:p>
            <a:pPr marL="0" indent="0">
              <a:buNone/>
            </a:pPr>
            <a:r>
              <a:rPr lang="en-US" sz="340" dirty="0"/>
              <a:t>    let response = await fetch("/</a:t>
            </a:r>
            <a:r>
              <a:rPr lang="en-US" sz="340" dirty="0" err="1"/>
              <a:t>api</a:t>
            </a:r>
            <a:r>
              <a:rPr lang="en-US" sz="340" dirty="0"/>
              <a:t>/shops/" + </a:t>
            </a:r>
            <a:r>
              <a:rPr lang="en-US" sz="340" dirty="0" err="1"/>
              <a:t>params.shopId</a:t>
            </a:r>
            <a:r>
              <a:rPr lang="en-US" sz="340" dirty="0"/>
              <a:t>, {</a:t>
            </a:r>
          </a:p>
          <a:p>
            <a:pPr marL="0" indent="0">
              <a:buNone/>
            </a:pPr>
            <a:r>
              <a:rPr lang="en-US" sz="340" dirty="0"/>
              <a:t>      method: "DELETE",</a:t>
            </a:r>
          </a:p>
          <a:p>
            <a:pPr marL="0" indent="0">
              <a:buNone/>
            </a:pPr>
            <a:r>
              <a:rPr lang="en-US" sz="340" dirty="0"/>
              <a:t>      headers: {</a:t>
            </a:r>
          </a:p>
          <a:p>
            <a:pPr marL="0" indent="0">
              <a:buNone/>
            </a:pPr>
            <a:r>
              <a:rPr lang="en-US" sz="340" dirty="0"/>
              <a:t>        Accept: "application/</a:t>
            </a:r>
            <a:r>
              <a:rPr lang="en-US" sz="340" dirty="0" err="1"/>
              <a:t>json</a:t>
            </a:r>
            <a:r>
              <a:rPr lang="en-US" sz="340" dirty="0"/>
              <a:t>",</a:t>
            </a:r>
          </a:p>
          <a:p>
            <a:pPr marL="0" indent="0">
              <a:buNone/>
            </a:pPr>
            <a:r>
              <a:rPr lang="en-US" sz="340" dirty="0"/>
              <a:t>        "Content-Type": "application/</a:t>
            </a:r>
            <a:r>
              <a:rPr lang="en-US" sz="340" dirty="0" err="1"/>
              <a:t>json</a:t>
            </a:r>
            <a:r>
              <a:rPr lang="en-US" sz="340" dirty="0"/>
              <a:t>",</a:t>
            </a:r>
          </a:p>
          <a:p>
            <a:pPr marL="0" indent="0">
              <a:buNone/>
            </a:pPr>
            <a:r>
              <a:rPr lang="en-US" sz="340" dirty="0"/>
              <a:t>        Authorization: "Bearer " + credentials.t,</a:t>
            </a:r>
          </a:p>
          <a:p>
            <a:pPr marL="0" indent="0">
              <a:buNone/>
            </a:pPr>
            <a:r>
              <a:rPr lang="en-US" sz="340" dirty="0"/>
              <a:t>      },</a:t>
            </a:r>
          </a:p>
          <a:p>
            <a:pPr marL="0" indent="0">
              <a:buNone/>
            </a:pPr>
            <a:r>
              <a:rPr lang="en-US" sz="340" dirty="0"/>
              <a:t>    });</a:t>
            </a:r>
          </a:p>
          <a:p>
            <a:pPr marL="0" indent="0">
              <a:buNone/>
            </a:pPr>
            <a:r>
              <a:rPr lang="en-US" sz="340" dirty="0"/>
              <a:t>    return </a:t>
            </a:r>
            <a:r>
              <a:rPr lang="en-US" sz="340" dirty="0" err="1"/>
              <a:t>response.json</a:t>
            </a:r>
            <a:r>
              <a:rPr lang="en-US" sz="340" dirty="0"/>
              <a:t>();</a:t>
            </a:r>
          </a:p>
          <a:p>
            <a:pPr marL="0" indent="0">
              <a:buNone/>
            </a:pPr>
            <a:r>
              <a:rPr lang="en-US" sz="340" dirty="0"/>
              <a:t>  } catch (err) {</a:t>
            </a:r>
          </a:p>
          <a:p>
            <a:pPr marL="0" indent="0">
              <a:buNone/>
            </a:pPr>
            <a:r>
              <a:rPr lang="en-US" sz="340" dirty="0"/>
              <a:t>    console.log(err);</a:t>
            </a:r>
          </a:p>
          <a:p>
            <a:pPr marL="0" indent="0">
              <a:buNone/>
            </a:pPr>
            <a:r>
              <a:rPr lang="en-US" sz="340" dirty="0"/>
              <a:t>  }</a:t>
            </a:r>
          </a:p>
          <a:p>
            <a:pPr marL="0" indent="0">
              <a:buNone/>
            </a:pPr>
            <a:r>
              <a:rPr lang="en-US" sz="340" dirty="0"/>
              <a:t>};</a:t>
            </a:r>
          </a:p>
          <a:p>
            <a:pPr marL="0" indent="0">
              <a:buNone/>
            </a:pPr>
            <a:r>
              <a:rPr lang="en-US" sz="340" dirty="0"/>
              <a:t>export { create, list, </a:t>
            </a:r>
            <a:r>
              <a:rPr lang="en-US" sz="340" dirty="0" err="1"/>
              <a:t>listByOwner</a:t>
            </a:r>
            <a:r>
              <a:rPr lang="en-US" sz="340" dirty="0"/>
              <a:t>, read, update, remove };</a:t>
            </a:r>
          </a:p>
          <a:p>
            <a:pPr marL="0" indent="0">
              <a:buNone/>
            </a:pPr>
            <a:endParaRPr lang="en-US" sz="340" dirty="0"/>
          </a:p>
        </p:txBody>
      </p:sp>
      <p:sp>
        <p:nvSpPr>
          <p:cNvPr id="4" name="Date Placeholder 3">
            <a:extLst>
              <a:ext uri="{FF2B5EF4-FFF2-40B4-BE49-F238E27FC236}">
                <a16:creationId xmlns:a16="http://schemas.microsoft.com/office/drawing/2014/main" id="{9204AB23-D537-3568-19B8-AAC89FCB0F2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DD10F65B-9643-B0CD-A31B-8A5AB507D5E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BBA41CB3-8B22-F654-0413-4B1F6EABE6E5}"/>
              </a:ext>
            </a:extLst>
          </p:cNvPr>
          <p:cNvSpPr>
            <a:spLocks noGrp="1"/>
          </p:cNvSpPr>
          <p:nvPr>
            <p:ph type="sldNum" sz="quarter" idx="12"/>
          </p:nvPr>
        </p:nvSpPr>
        <p:spPr/>
        <p:txBody>
          <a:bodyPr/>
          <a:lstStyle/>
          <a:p>
            <a:fld id="{7C5CF243-786F-4254-B068-4C9F0B6EA12F}" type="slidenum">
              <a:rPr lang="en-US" altLang="en-US" smtClean="0"/>
              <a:pPr/>
              <a:t>48</a:t>
            </a:fld>
            <a:endParaRPr lang="en-US" altLang="en-US"/>
          </a:p>
        </p:txBody>
      </p:sp>
    </p:spTree>
    <p:extLst>
      <p:ext uri="{BB962C8B-B14F-4D97-AF65-F5344CB8AC3E}">
        <p14:creationId xmlns:p14="http://schemas.microsoft.com/office/powerpoint/2010/main" val="4193908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418E1-EFA0-57DB-C282-0D9BD9AA03A2}"/>
              </a:ext>
            </a:extLst>
          </p:cNvPr>
          <p:cNvSpPr>
            <a:spLocks noGrp="1"/>
          </p:cNvSpPr>
          <p:nvPr>
            <p:ph type="title"/>
          </p:nvPr>
        </p:nvSpPr>
        <p:spPr/>
        <p:txBody>
          <a:bodyPr/>
          <a:lstStyle/>
          <a:p>
            <a:r>
              <a:rPr lang="en-US" dirty="0"/>
              <a:t>client/shop/</a:t>
            </a:r>
            <a:r>
              <a:rPr lang="en-US" dirty="0" err="1"/>
              <a:t>NewShop.jsx</a:t>
            </a:r>
            <a:endParaRPr lang="en-US" dirty="0"/>
          </a:p>
        </p:txBody>
      </p:sp>
      <p:sp>
        <p:nvSpPr>
          <p:cNvPr id="3" name="Content Placeholder 2">
            <a:extLst>
              <a:ext uri="{FF2B5EF4-FFF2-40B4-BE49-F238E27FC236}">
                <a16:creationId xmlns:a16="http://schemas.microsoft.com/office/drawing/2014/main" id="{0BC986B7-BB07-F11E-CE01-656ADE96FB5C}"/>
              </a:ext>
            </a:extLst>
          </p:cNvPr>
          <p:cNvSpPr>
            <a:spLocks noGrp="1"/>
          </p:cNvSpPr>
          <p:nvPr>
            <p:ph idx="1"/>
          </p:nvPr>
        </p:nvSpPr>
        <p:spPr/>
        <p:txBody>
          <a:bodyPr/>
          <a:lstStyle/>
          <a:p>
            <a:pPr marL="0" indent="0">
              <a:buNone/>
            </a:pPr>
            <a:r>
              <a:rPr lang="en-US" sz="170" dirty="0"/>
              <a:t>import React, { </a:t>
            </a:r>
            <a:r>
              <a:rPr lang="en-US" sz="170" dirty="0" err="1"/>
              <a:t>useState</a:t>
            </a:r>
            <a:r>
              <a:rPr lang="en-US" sz="170" dirty="0"/>
              <a:t> } from "react";</a:t>
            </a:r>
          </a:p>
          <a:p>
            <a:pPr marL="0" indent="0">
              <a:buNone/>
            </a:pPr>
            <a:r>
              <a:rPr lang="en-US" sz="170" dirty="0"/>
              <a:t>import {</a:t>
            </a:r>
          </a:p>
          <a:p>
            <a:pPr marL="0" indent="0">
              <a:buNone/>
            </a:pPr>
            <a:r>
              <a:rPr lang="en-US" sz="170" dirty="0"/>
              <a:t>  Card,</a:t>
            </a:r>
          </a:p>
          <a:p>
            <a:pPr marL="0" indent="0">
              <a:buNone/>
            </a:pPr>
            <a:r>
              <a:rPr lang="en-US" sz="170" dirty="0"/>
              <a:t>  </a:t>
            </a:r>
            <a:r>
              <a:rPr lang="en-US" sz="170" dirty="0" err="1"/>
              <a:t>CardActions</a:t>
            </a:r>
            <a:r>
              <a:rPr lang="en-US" sz="170" dirty="0"/>
              <a:t>,</a:t>
            </a:r>
          </a:p>
          <a:p>
            <a:pPr marL="0" indent="0">
              <a:buNone/>
            </a:pPr>
            <a:r>
              <a:rPr lang="en-US" sz="170" dirty="0"/>
              <a:t>  </a:t>
            </a:r>
            <a:r>
              <a:rPr lang="en-US" sz="170" dirty="0" err="1"/>
              <a:t>CardContent</a:t>
            </a:r>
            <a:r>
              <a:rPr lang="en-US" sz="170" dirty="0"/>
              <a:t>,</a:t>
            </a:r>
          </a:p>
          <a:p>
            <a:pPr marL="0" indent="0">
              <a:buNone/>
            </a:pPr>
            <a:r>
              <a:rPr lang="en-US" sz="170" dirty="0"/>
              <a:t>  Button,</a:t>
            </a:r>
          </a:p>
          <a:p>
            <a:pPr marL="0" indent="0">
              <a:buNone/>
            </a:pPr>
            <a:r>
              <a:rPr lang="en-US" sz="170" dirty="0"/>
              <a:t>  </a:t>
            </a:r>
            <a:r>
              <a:rPr lang="en-US" sz="170" dirty="0" err="1"/>
              <a:t>TextField</a:t>
            </a:r>
            <a:r>
              <a:rPr lang="en-US" sz="170" dirty="0"/>
              <a:t>,</a:t>
            </a:r>
          </a:p>
          <a:p>
            <a:pPr marL="0" indent="0">
              <a:buNone/>
            </a:pPr>
            <a:r>
              <a:rPr lang="en-US" sz="170" dirty="0"/>
              <a:t>  Typography,</a:t>
            </a:r>
          </a:p>
          <a:p>
            <a:pPr marL="0" indent="0">
              <a:buNone/>
            </a:pPr>
            <a:r>
              <a:rPr lang="en-US" sz="170" dirty="0"/>
              <a:t>  Icon,</a:t>
            </a:r>
          </a:p>
          <a:p>
            <a:pPr marL="0" indent="0">
              <a:buNone/>
            </a:pPr>
            <a:r>
              <a:rPr lang="en-US" sz="170" dirty="0"/>
              <a:t>} from "@</a:t>
            </a:r>
            <a:r>
              <a:rPr lang="en-US" sz="170" dirty="0" err="1"/>
              <a:t>mui</a:t>
            </a:r>
            <a:r>
              <a:rPr lang="en-US" sz="170" dirty="0"/>
              <a:t>/material";</a:t>
            </a:r>
          </a:p>
          <a:p>
            <a:pPr marL="0" indent="0">
              <a:buNone/>
            </a:pPr>
            <a:r>
              <a:rPr lang="en-US" sz="170" dirty="0"/>
              <a:t>import </a:t>
            </a:r>
            <a:r>
              <a:rPr lang="en-US" sz="170" dirty="0" err="1"/>
              <a:t>AddPhotoAlternateIcon</a:t>
            </a:r>
            <a:r>
              <a:rPr lang="en-US" sz="170" dirty="0"/>
              <a:t> from "@</a:t>
            </a:r>
            <a:r>
              <a:rPr lang="en-US" sz="170" dirty="0" err="1"/>
              <a:t>mui</a:t>
            </a:r>
            <a:r>
              <a:rPr lang="en-US" sz="170" dirty="0"/>
              <a:t>/icons-material/</a:t>
            </a:r>
            <a:r>
              <a:rPr lang="en-US" sz="170" dirty="0" err="1"/>
              <a:t>AddPhotoAlternate</a:t>
            </a:r>
            <a:r>
              <a:rPr lang="en-US" sz="170" dirty="0"/>
              <a:t>";</a:t>
            </a:r>
          </a:p>
          <a:p>
            <a:pPr marL="0" indent="0">
              <a:buNone/>
            </a:pPr>
            <a:r>
              <a:rPr lang="en-US" sz="170" dirty="0"/>
              <a:t>import { </a:t>
            </a:r>
            <a:r>
              <a:rPr lang="en-US" sz="170" dirty="0" err="1"/>
              <a:t>useTheme</a:t>
            </a:r>
            <a:r>
              <a:rPr lang="en-US" sz="170" dirty="0"/>
              <a:t> } from "@</a:t>
            </a:r>
            <a:r>
              <a:rPr lang="en-US" sz="170" dirty="0" err="1"/>
              <a:t>mui</a:t>
            </a:r>
            <a:r>
              <a:rPr lang="en-US" sz="170" dirty="0"/>
              <a:t>/material/styles";</a:t>
            </a:r>
          </a:p>
          <a:p>
            <a:pPr marL="0" indent="0">
              <a:buNone/>
            </a:pPr>
            <a:r>
              <a:rPr lang="en-US" sz="170" dirty="0"/>
              <a:t>import auth from "../lib/auth-helper";</a:t>
            </a:r>
          </a:p>
          <a:p>
            <a:pPr marL="0" indent="0">
              <a:buNone/>
            </a:pPr>
            <a:r>
              <a:rPr lang="en-US" sz="170" dirty="0"/>
              <a:t>import { create } from "./api-shop.js";</a:t>
            </a:r>
          </a:p>
          <a:p>
            <a:pPr marL="0" indent="0">
              <a:buNone/>
            </a:pPr>
            <a:r>
              <a:rPr lang="en-US" sz="170" dirty="0"/>
              <a:t>import { Link, Navigate } from "react-router-</a:t>
            </a:r>
            <a:r>
              <a:rPr lang="en-US" sz="170" dirty="0" err="1"/>
              <a:t>dom</a:t>
            </a:r>
            <a:r>
              <a:rPr lang="en-US" sz="170" dirty="0"/>
              <a:t>";</a:t>
            </a:r>
          </a:p>
          <a:p>
            <a:pPr marL="0" indent="0">
              <a:buNone/>
            </a:pPr>
            <a:br>
              <a:rPr lang="en-US" sz="170" dirty="0"/>
            </a:br>
            <a:endParaRPr lang="en-US" sz="170" dirty="0"/>
          </a:p>
          <a:p>
            <a:pPr marL="0" indent="0">
              <a:buNone/>
            </a:pPr>
            <a:r>
              <a:rPr lang="en-US" sz="170" dirty="0"/>
              <a:t>export default function </a:t>
            </a:r>
            <a:r>
              <a:rPr lang="en-US" sz="170" dirty="0" err="1"/>
              <a:t>NewShop</a:t>
            </a:r>
            <a:r>
              <a:rPr lang="en-US" sz="170" dirty="0"/>
              <a:t>() {</a:t>
            </a:r>
          </a:p>
          <a:p>
            <a:pPr marL="0" indent="0">
              <a:buNone/>
            </a:pPr>
            <a:r>
              <a:rPr lang="en-US" sz="170" dirty="0"/>
              <a:t>  const theme = </a:t>
            </a:r>
            <a:r>
              <a:rPr lang="en-US" sz="170" dirty="0" err="1"/>
              <a:t>useTheme</a:t>
            </a:r>
            <a:r>
              <a:rPr lang="en-US" sz="170" dirty="0"/>
              <a:t>();</a:t>
            </a:r>
          </a:p>
          <a:p>
            <a:pPr marL="0" indent="0">
              <a:buNone/>
            </a:pPr>
            <a:r>
              <a:rPr lang="en-US" sz="170" dirty="0"/>
              <a:t>  const [values, </a:t>
            </a:r>
            <a:r>
              <a:rPr lang="en-US" sz="170" dirty="0" err="1"/>
              <a:t>setValues</a:t>
            </a:r>
            <a:r>
              <a:rPr lang="en-US" sz="170" dirty="0"/>
              <a:t>] = </a:t>
            </a:r>
            <a:r>
              <a:rPr lang="en-US" sz="170" dirty="0" err="1"/>
              <a:t>useState</a:t>
            </a:r>
            <a:r>
              <a:rPr lang="en-US" sz="170" dirty="0"/>
              <a:t>({</a:t>
            </a:r>
          </a:p>
          <a:p>
            <a:pPr marL="0" indent="0">
              <a:buNone/>
            </a:pPr>
            <a:r>
              <a:rPr lang="en-US" sz="170" dirty="0"/>
              <a:t>    name: "",</a:t>
            </a:r>
          </a:p>
          <a:p>
            <a:pPr marL="0" indent="0">
              <a:buNone/>
            </a:pPr>
            <a:r>
              <a:rPr lang="en-US" sz="170" dirty="0"/>
              <a:t>    description: "",</a:t>
            </a:r>
          </a:p>
          <a:p>
            <a:pPr marL="0" indent="0">
              <a:buNone/>
            </a:pPr>
            <a:r>
              <a:rPr lang="en-US" sz="170" dirty="0"/>
              <a:t>    image: "",</a:t>
            </a:r>
          </a:p>
          <a:p>
            <a:pPr marL="0" indent="0">
              <a:buNone/>
            </a:pPr>
            <a:r>
              <a:rPr lang="en-US" sz="170" dirty="0"/>
              <a:t>    redirect: false,</a:t>
            </a:r>
          </a:p>
          <a:p>
            <a:pPr marL="0" indent="0">
              <a:buNone/>
            </a:pPr>
            <a:r>
              <a:rPr lang="en-US" sz="170" dirty="0"/>
              <a:t>    error: "",</a:t>
            </a:r>
          </a:p>
          <a:p>
            <a:pPr marL="0" indent="0">
              <a:buNone/>
            </a:pPr>
            <a:r>
              <a:rPr lang="en-US" sz="170" dirty="0"/>
              <a:t>  });</a:t>
            </a:r>
          </a:p>
          <a:p>
            <a:pPr marL="0" indent="0">
              <a:buNone/>
            </a:pPr>
            <a:r>
              <a:rPr lang="en-US" sz="170" dirty="0"/>
              <a:t>  const </a:t>
            </a:r>
            <a:r>
              <a:rPr lang="en-US" sz="170" dirty="0" err="1"/>
              <a:t>jwt</a:t>
            </a:r>
            <a:r>
              <a:rPr lang="en-US" sz="170" dirty="0"/>
              <a:t> = </a:t>
            </a:r>
            <a:r>
              <a:rPr lang="en-US" sz="170" dirty="0" err="1"/>
              <a:t>auth.isAuthenticated</a:t>
            </a:r>
            <a:r>
              <a:rPr lang="en-US" sz="170" dirty="0"/>
              <a:t>();</a:t>
            </a:r>
          </a:p>
          <a:p>
            <a:pPr marL="0" indent="0">
              <a:buNone/>
            </a:pPr>
            <a:br>
              <a:rPr lang="en-US" sz="170" dirty="0"/>
            </a:br>
            <a:endParaRPr lang="en-US" sz="170" dirty="0"/>
          </a:p>
          <a:p>
            <a:pPr marL="0" indent="0">
              <a:buNone/>
            </a:pPr>
            <a:r>
              <a:rPr lang="en-US" sz="170" dirty="0"/>
              <a:t>  const </a:t>
            </a:r>
            <a:r>
              <a:rPr lang="en-US" sz="170" dirty="0" err="1"/>
              <a:t>handleChange</a:t>
            </a:r>
            <a:r>
              <a:rPr lang="en-US" sz="170" dirty="0"/>
              <a:t> = (name) =&gt; (event) =&gt; {</a:t>
            </a:r>
          </a:p>
          <a:p>
            <a:pPr marL="0" indent="0">
              <a:buNone/>
            </a:pPr>
            <a:r>
              <a:rPr lang="en-US" sz="170" dirty="0"/>
              <a:t>    const value = name === "image" ? </a:t>
            </a:r>
            <a:r>
              <a:rPr lang="en-US" sz="170" dirty="0" err="1"/>
              <a:t>event.target.files</a:t>
            </a:r>
            <a:r>
              <a:rPr lang="en-US" sz="170" dirty="0"/>
              <a:t>[0] : </a:t>
            </a:r>
            <a:r>
              <a:rPr lang="en-US" sz="170" dirty="0" err="1"/>
              <a:t>event.target.value</a:t>
            </a:r>
            <a:r>
              <a:rPr lang="en-US" sz="170" dirty="0"/>
              <a:t>;</a:t>
            </a:r>
          </a:p>
          <a:p>
            <a:pPr marL="0" indent="0">
              <a:buNone/>
            </a:pPr>
            <a:r>
              <a:rPr lang="en-US" sz="170" dirty="0"/>
              <a:t>    </a:t>
            </a:r>
            <a:r>
              <a:rPr lang="en-US" sz="170" dirty="0" err="1"/>
              <a:t>setValues</a:t>
            </a:r>
            <a:r>
              <a:rPr lang="en-US" sz="170" dirty="0"/>
              <a:t>({ ...values, [name]: value });</a:t>
            </a:r>
          </a:p>
          <a:p>
            <a:pPr marL="0" indent="0">
              <a:buNone/>
            </a:pPr>
            <a:r>
              <a:rPr lang="en-US" sz="170" dirty="0"/>
              <a:t>  };</a:t>
            </a:r>
          </a:p>
          <a:p>
            <a:pPr marL="0" indent="0">
              <a:buNone/>
            </a:pPr>
            <a:br>
              <a:rPr lang="en-US" sz="170" dirty="0"/>
            </a:br>
            <a:endParaRPr lang="en-US" sz="170" dirty="0"/>
          </a:p>
          <a:p>
            <a:pPr marL="0" indent="0">
              <a:buNone/>
            </a:pPr>
            <a:r>
              <a:rPr lang="en-US" sz="170" dirty="0"/>
              <a:t>  const </a:t>
            </a:r>
            <a:r>
              <a:rPr lang="en-US" sz="170" dirty="0" err="1"/>
              <a:t>clickSubmit</a:t>
            </a:r>
            <a:r>
              <a:rPr lang="en-US" sz="170" dirty="0"/>
              <a:t> = () =&gt; {</a:t>
            </a:r>
          </a:p>
          <a:p>
            <a:pPr marL="0" indent="0">
              <a:buNone/>
            </a:pPr>
            <a:r>
              <a:rPr lang="en-US" sz="170" dirty="0"/>
              <a:t>    let </a:t>
            </a:r>
            <a:r>
              <a:rPr lang="en-US" sz="170" dirty="0" err="1"/>
              <a:t>shopData</a:t>
            </a:r>
            <a:r>
              <a:rPr lang="en-US" sz="170" dirty="0"/>
              <a:t> = new </a:t>
            </a:r>
            <a:r>
              <a:rPr lang="en-US" sz="170" dirty="0" err="1"/>
              <a:t>FormData</a:t>
            </a:r>
            <a:r>
              <a:rPr lang="en-US" sz="170" dirty="0"/>
              <a:t>();</a:t>
            </a:r>
          </a:p>
          <a:p>
            <a:pPr marL="0" indent="0">
              <a:buNone/>
            </a:pPr>
            <a:r>
              <a:rPr lang="en-US" sz="170" dirty="0"/>
              <a:t>    values.name &amp;&amp; </a:t>
            </a:r>
            <a:r>
              <a:rPr lang="en-US" sz="170" dirty="0" err="1"/>
              <a:t>shopData.append</a:t>
            </a:r>
            <a:r>
              <a:rPr lang="en-US" sz="170" dirty="0"/>
              <a:t>("name", values.name);</a:t>
            </a:r>
          </a:p>
          <a:p>
            <a:pPr marL="0" indent="0">
              <a:buNone/>
            </a:pPr>
            <a:r>
              <a:rPr lang="en-US" sz="170" dirty="0"/>
              <a:t>    </a:t>
            </a:r>
            <a:r>
              <a:rPr lang="en-US" sz="170" dirty="0" err="1"/>
              <a:t>values.description</a:t>
            </a:r>
            <a:r>
              <a:rPr lang="en-US" sz="170" dirty="0"/>
              <a:t> &amp;&amp; </a:t>
            </a:r>
            <a:r>
              <a:rPr lang="en-US" sz="170" dirty="0" err="1"/>
              <a:t>shopData.append</a:t>
            </a:r>
            <a:r>
              <a:rPr lang="en-US" sz="170" dirty="0"/>
              <a:t>("description", </a:t>
            </a:r>
            <a:r>
              <a:rPr lang="en-US" sz="170" dirty="0" err="1"/>
              <a:t>values.description</a:t>
            </a:r>
            <a:r>
              <a:rPr lang="en-US" sz="170" dirty="0"/>
              <a:t>);</a:t>
            </a:r>
          </a:p>
          <a:p>
            <a:pPr marL="0" indent="0">
              <a:buNone/>
            </a:pPr>
            <a:r>
              <a:rPr lang="en-US" sz="170" dirty="0"/>
              <a:t>    </a:t>
            </a:r>
            <a:r>
              <a:rPr lang="en-US" sz="170" dirty="0" err="1"/>
              <a:t>values.image</a:t>
            </a:r>
            <a:r>
              <a:rPr lang="en-US" sz="170" dirty="0"/>
              <a:t> &amp;&amp; </a:t>
            </a:r>
            <a:r>
              <a:rPr lang="en-US" sz="170" dirty="0" err="1"/>
              <a:t>shopData.append</a:t>
            </a:r>
            <a:r>
              <a:rPr lang="en-US" sz="170" dirty="0"/>
              <a:t>("image", </a:t>
            </a:r>
            <a:r>
              <a:rPr lang="en-US" sz="170" dirty="0" err="1"/>
              <a:t>values.image</a:t>
            </a:r>
            <a:r>
              <a:rPr lang="en-US" sz="170" dirty="0"/>
              <a:t>);</a:t>
            </a:r>
          </a:p>
          <a:p>
            <a:pPr marL="0" indent="0">
              <a:buNone/>
            </a:pPr>
            <a:r>
              <a:rPr lang="en-US" sz="170" dirty="0"/>
              <a:t>    create(</a:t>
            </a:r>
          </a:p>
          <a:p>
            <a:pPr marL="0" indent="0">
              <a:buNone/>
            </a:pPr>
            <a:r>
              <a:rPr lang="en-US" sz="170" dirty="0"/>
              <a:t>      {</a:t>
            </a:r>
          </a:p>
          <a:p>
            <a:pPr marL="0" indent="0">
              <a:buNone/>
            </a:pPr>
            <a:r>
              <a:rPr lang="en-US" sz="170" dirty="0"/>
              <a:t>        </a:t>
            </a:r>
            <a:r>
              <a:rPr lang="en-US" sz="170" dirty="0" err="1"/>
              <a:t>userId</a:t>
            </a:r>
            <a:r>
              <a:rPr lang="en-US" sz="170" dirty="0"/>
              <a:t>: </a:t>
            </a:r>
            <a:r>
              <a:rPr lang="en-US" sz="170" dirty="0" err="1"/>
              <a:t>jwt.user._id</a:t>
            </a:r>
            <a:r>
              <a:rPr lang="en-US" sz="170" dirty="0"/>
              <a:t>,</a:t>
            </a:r>
          </a:p>
          <a:p>
            <a:pPr marL="0" indent="0">
              <a:buNone/>
            </a:pPr>
            <a:r>
              <a:rPr lang="en-US" sz="170" dirty="0"/>
              <a:t>      },</a:t>
            </a:r>
          </a:p>
          <a:p>
            <a:pPr marL="0" indent="0">
              <a:buNone/>
            </a:pPr>
            <a:r>
              <a:rPr lang="en-US" sz="170" dirty="0"/>
              <a:t>      {</a:t>
            </a:r>
          </a:p>
          <a:p>
            <a:pPr marL="0" indent="0">
              <a:buNone/>
            </a:pPr>
            <a:r>
              <a:rPr lang="en-US" sz="170" dirty="0"/>
              <a:t>        t: </a:t>
            </a:r>
            <a:r>
              <a:rPr lang="en-US" sz="170" dirty="0" err="1"/>
              <a:t>jwt.token</a:t>
            </a:r>
            <a:r>
              <a:rPr lang="en-US" sz="170" dirty="0"/>
              <a:t>,</a:t>
            </a:r>
          </a:p>
          <a:p>
            <a:pPr marL="0" indent="0">
              <a:buNone/>
            </a:pPr>
            <a:r>
              <a:rPr lang="en-US" sz="170" dirty="0"/>
              <a:t>      },</a:t>
            </a:r>
          </a:p>
          <a:p>
            <a:pPr marL="0" indent="0">
              <a:buNone/>
            </a:pPr>
            <a:r>
              <a:rPr lang="en-US" sz="170" dirty="0"/>
              <a:t>      </a:t>
            </a:r>
            <a:r>
              <a:rPr lang="en-US" sz="170" dirty="0" err="1"/>
              <a:t>shopData</a:t>
            </a:r>
            <a:endParaRPr lang="en-US" sz="170" dirty="0"/>
          </a:p>
          <a:p>
            <a:pPr marL="0" indent="0">
              <a:buNone/>
            </a:pPr>
            <a:r>
              <a:rPr lang="en-US" sz="170" dirty="0"/>
              <a:t>    ).then((data) =&gt; {</a:t>
            </a:r>
          </a:p>
          <a:p>
            <a:pPr marL="0" indent="0">
              <a:buNone/>
            </a:pPr>
            <a:r>
              <a:rPr lang="en-US" sz="170" dirty="0"/>
              <a:t>      if (</a:t>
            </a:r>
            <a:r>
              <a:rPr lang="en-US" sz="170" dirty="0" err="1"/>
              <a:t>data.error</a:t>
            </a:r>
            <a:r>
              <a:rPr lang="en-US" sz="170" dirty="0"/>
              <a:t>) {</a:t>
            </a:r>
          </a:p>
          <a:p>
            <a:pPr marL="0" indent="0">
              <a:buNone/>
            </a:pPr>
            <a:r>
              <a:rPr lang="en-US" sz="170" dirty="0"/>
              <a:t>        </a:t>
            </a:r>
            <a:r>
              <a:rPr lang="en-US" sz="170" dirty="0" err="1"/>
              <a:t>setValues</a:t>
            </a:r>
            <a:r>
              <a:rPr lang="en-US" sz="170" dirty="0"/>
              <a:t>({ ...values, error: </a:t>
            </a:r>
            <a:r>
              <a:rPr lang="en-US" sz="170" dirty="0" err="1"/>
              <a:t>data.error</a:t>
            </a:r>
            <a:r>
              <a:rPr lang="en-US" sz="170" dirty="0"/>
              <a:t> });</a:t>
            </a:r>
          </a:p>
          <a:p>
            <a:pPr marL="0" indent="0">
              <a:buNone/>
            </a:pPr>
            <a:r>
              <a:rPr lang="en-US" sz="170" dirty="0"/>
              <a:t>      } else {</a:t>
            </a:r>
          </a:p>
          <a:p>
            <a:pPr marL="0" indent="0">
              <a:buNone/>
            </a:pPr>
            <a:r>
              <a:rPr lang="en-US" sz="170" dirty="0"/>
              <a:t>        </a:t>
            </a:r>
            <a:r>
              <a:rPr lang="en-US" sz="170" dirty="0" err="1"/>
              <a:t>setValues</a:t>
            </a:r>
            <a:r>
              <a:rPr lang="en-US" sz="170" dirty="0"/>
              <a:t>({ ...values, error: "", redirect: true });</a:t>
            </a:r>
          </a:p>
          <a:p>
            <a:pPr marL="0" indent="0">
              <a:buNone/>
            </a:pPr>
            <a:r>
              <a:rPr lang="en-US" sz="170" dirty="0"/>
              <a:t>      }</a:t>
            </a:r>
          </a:p>
          <a:p>
            <a:pPr marL="0" indent="0">
              <a:buNone/>
            </a:pPr>
            <a:r>
              <a:rPr lang="en-US" sz="170" dirty="0"/>
              <a:t>    });</a:t>
            </a:r>
          </a:p>
          <a:p>
            <a:pPr marL="0" indent="0">
              <a:buNone/>
            </a:pPr>
            <a:r>
              <a:rPr lang="en-US" sz="170" dirty="0"/>
              <a:t>  };</a:t>
            </a:r>
          </a:p>
          <a:p>
            <a:pPr marL="0" indent="0">
              <a:buNone/>
            </a:pPr>
            <a:br>
              <a:rPr lang="en-US" sz="170" dirty="0"/>
            </a:br>
            <a:endParaRPr lang="en-US" sz="170" dirty="0"/>
          </a:p>
          <a:p>
            <a:pPr marL="0" indent="0">
              <a:buNone/>
            </a:pPr>
            <a:r>
              <a:rPr lang="en-US" sz="170" dirty="0"/>
              <a:t>  if (</a:t>
            </a:r>
            <a:r>
              <a:rPr lang="en-US" sz="170" dirty="0" err="1"/>
              <a:t>values.redirect</a:t>
            </a:r>
            <a:r>
              <a:rPr lang="en-US" sz="170" dirty="0"/>
              <a:t>) {</a:t>
            </a:r>
          </a:p>
          <a:p>
            <a:pPr marL="0" indent="0">
              <a:buNone/>
            </a:pPr>
            <a:r>
              <a:rPr lang="en-US" sz="170" dirty="0"/>
              <a:t>    return &lt;Navigate to={"/seller/shops"} /&gt;;</a:t>
            </a:r>
          </a:p>
          <a:p>
            <a:pPr marL="0" indent="0">
              <a:buNone/>
            </a:pPr>
            <a:r>
              <a:rPr lang="en-US" sz="170" dirty="0"/>
              <a:t>  }</a:t>
            </a:r>
          </a:p>
          <a:p>
            <a:pPr marL="0" indent="0">
              <a:buNone/>
            </a:pPr>
            <a:br>
              <a:rPr lang="en-US" sz="170" dirty="0"/>
            </a:br>
            <a:endParaRPr lang="en-US" sz="170" dirty="0"/>
          </a:p>
          <a:p>
            <a:pPr marL="0" indent="0">
              <a:buNone/>
            </a:pPr>
            <a:r>
              <a:rPr lang="en-US" sz="170" dirty="0"/>
              <a:t>  return (</a:t>
            </a:r>
          </a:p>
          <a:p>
            <a:pPr marL="0" indent="0">
              <a:buNone/>
            </a:pPr>
            <a:r>
              <a:rPr lang="en-US" sz="170" dirty="0"/>
              <a:t>    &lt;Card</a:t>
            </a:r>
          </a:p>
          <a:p>
            <a:pPr marL="0" indent="0">
              <a:buNone/>
            </a:pPr>
            <a:r>
              <a:rPr lang="en-US" sz="170" dirty="0"/>
              <a:t>      </a:t>
            </a:r>
            <a:r>
              <a:rPr lang="en-US" sz="170" dirty="0" err="1"/>
              <a:t>sx</a:t>
            </a:r>
            <a:r>
              <a:rPr lang="en-US" sz="170" dirty="0"/>
              <a:t>={{</a:t>
            </a:r>
          </a:p>
          <a:p>
            <a:pPr marL="0" indent="0">
              <a:buNone/>
            </a:pPr>
            <a:r>
              <a:rPr lang="en-US" sz="170" dirty="0"/>
              <a:t>        </a:t>
            </a:r>
            <a:r>
              <a:rPr lang="en-US" sz="170" dirty="0" err="1"/>
              <a:t>maxWidth</a:t>
            </a:r>
            <a:r>
              <a:rPr lang="en-US" sz="170" dirty="0"/>
              <a:t>: 600,</a:t>
            </a:r>
          </a:p>
          <a:p>
            <a:pPr marL="0" indent="0">
              <a:buNone/>
            </a:pPr>
            <a:r>
              <a:rPr lang="en-US" sz="170" dirty="0"/>
              <a:t>        margin: "auto",</a:t>
            </a:r>
          </a:p>
          <a:p>
            <a:pPr marL="0" indent="0">
              <a:buNone/>
            </a:pPr>
            <a:r>
              <a:rPr lang="en-US" sz="170" dirty="0"/>
              <a:t>        </a:t>
            </a:r>
            <a:r>
              <a:rPr lang="en-US" sz="170" dirty="0" err="1"/>
              <a:t>textAlign</a:t>
            </a:r>
            <a:r>
              <a:rPr lang="en-US" sz="170" dirty="0"/>
              <a:t>: "center",</a:t>
            </a:r>
          </a:p>
          <a:p>
            <a:pPr marL="0" indent="0">
              <a:buNone/>
            </a:pPr>
            <a:r>
              <a:rPr lang="en-US" sz="170" dirty="0"/>
              <a:t>        mt: 5,</a:t>
            </a:r>
          </a:p>
          <a:p>
            <a:pPr marL="0" indent="0">
              <a:buNone/>
            </a:pPr>
            <a:r>
              <a:rPr lang="en-US" sz="170" dirty="0"/>
              <a:t>        pb: 2,</a:t>
            </a:r>
          </a:p>
          <a:p>
            <a:pPr marL="0" indent="0">
              <a:buNone/>
            </a:pPr>
            <a:r>
              <a:rPr lang="en-US" sz="170" dirty="0"/>
              <a:t>      }}</a:t>
            </a:r>
          </a:p>
          <a:p>
            <a:pPr marL="0" indent="0">
              <a:buNone/>
            </a:pPr>
            <a:r>
              <a:rPr lang="en-US" sz="170" dirty="0"/>
              <a:t>    &gt;</a:t>
            </a:r>
          </a:p>
          <a:p>
            <a:pPr marL="0" indent="0">
              <a:buNone/>
            </a:pPr>
            <a:r>
              <a:rPr lang="en-US" sz="170" dirty="0"/>
              <a:t>      &lt;</a:t>
            </a:r>
            <a:r>
              <a:rPr lang="en-US" sz="170" dirty="0" err="1"/>
              <a:t>CardContent</a:t>
            </a:r>
            <a:r>
              <a:rPr lang="en-US" sz="170" dirty="0"/>
              <a:t>&gt;</a:t>
            </a:r>
          </a:p>
          <a:p>
            <a:pPr marL="0" indent="0">
              <a:buNone/>
            </a:pPr>
            <a:r>
              <a:rPr lang="en-US" sz="170" dirty="0"/>
              <a:t>        &lt;Typography</a:t>
            </a:r>
          </a:p>
          <a:p>
            <a:pPr marL="0" indent="0">
              <a:buNone/>
            </a:pPr>
            <a:r>
              <a:rPr lang="en-US" sz="170" dirty="0"/>
              <a:t>          variant="h6"</a:t>
            </a:r>
          </a:p>
          <a:p>
            <a:pPr marL="0" indent="0">
              <a:buNone/>
            </a:pPr>
            <a:r>
              <a:rPr lang="en-US" sz="170" dirty="0"/>
              <a:t>          component="h2"</a:t>
            </a:r>
          </a:p>
          <a:p>
            <a:pPr marL="0" indent="0">
              <a:buNone/>
            </a:pPr>
            <a:r>
              <a:rPr lang="en-US" sz="170" dirty="0"/>
              <a:t>          </a:t>
            </a:r>
            <a:r>
              <a:rPr lang="en-US" sz="170" dirty="0" err="1"/>
              <a:t>sx</a:t>
            </a:r>
            <a:r>
              <a:rPr lang="en-US" sz="170" dirty="0"/>
              <a:t>={{ mt: 2, color: </a:t>
            </a:r>
            <a:r>
              <a:rPr lang="en-US" sz="170" dirty="0" err="1"/>
              <a:t>theme.palette.primary.main</a:t>
            </a:r>
            <a:r>
              <a:rPr lang="en-US" sz="170" dirty="0"/>
              <a:t> }}</a:t>
            </a:r>
          </a:p>
          <a:p>
            <a:pPr marL="0" indent="0">
              <a:buNone/>
            </a:pPr>
            <a:r>
              <a:rPr lang="en-US" sz="170" dirty="0"/>
              <a:t>        &gt;</a:t>
            </a:r>
          </a:p>
          <a:p>
            <a:pPr marL="0" indent="0">
              <a:buNone/>
            </a:pPr>
            <a:r>
              <a:rPr lang="en-US" sz="170" dirty="0"/>
              <a:t>          New Shop</a:t>
            </a:r>
          </a:p>
          <a:p>
            <a:pPr marL="0" indent="0">
              <a:buNone/>
            </a:pPr>
            <a:r>
              <a:rPr lang="en-US" sz="170" dirty="0"/>
              <a:t>        &lt;/Typography&gt;</a:t>
            </a:r>
          </a:p>
          <a:p>
            <a:pPr marL="0" indent="0">
              <a:buNone/>
            </a:pPr>
            <a:br>
              <a:rPr lang="en-US" sz="170" dirty="0"/>
            </a:br>
            <a:endParaRPr lang="en-US" sz="170" dirty="0"/>
          </a:p>
          <a:p>
            <a:pPr marL="0" indent="0">
              <a:buNone/>
            </a:pPr>
            <a:r>
              <a:rPr lang="en-US" sz="170" dirty="0"/>
              <a:t>        &lt;</a:t>
            </a:r>
            <a:r>
              <a:rPr lang="en-US" sz="170" dirty="0" err="1"/>
              <a:t>br</a:t>
            </a:r>
            <a:r>
              <a:rPr lang="en-US" sz="170" dirty="0"/>
              <a:t> /&gt;</a:t>
            </a:r>
          </a:p>
          <a:p>
            <a:pPr marL="0" indent="0">
              <a:buNone/>
            </a:pPr>
            <a:br>
              <a:rPr lang="en-US" sz="170" dirty="0"/>
            </a:br>
            <a:endParaRPr lang="en-US" sz="170" dirty="0"/>
          </a:p>
          <a:p>
            <a:pPr marL="0" indent="0">
              <a:buNone/>
            </a:pPr>
            <a:r>
              <a:rPr lang="en-US" sz="170" dirty="0"/>
              <a:t>        &lt;input</a:t>
            </a:r>
          </a:p>
          <a:p>
            <a:pPr marL="0" indent="0">
              <a:buNone/>
            </a:pPr>
            <a:r>
              <a:rPr lang="en-US" sz="170" dirty="0"/>
              <a:t>          accept="image/*"</a:t>
            </a:r>
          </a:p>
          <a:p>
            <a:pPr marL="0" indent="0">
              <a:buNone/>
            </a:pPr>
            <a:r>
              <a:rPr lang="en-US" sz="170" dirty="0"/>
              <a:t>          </a:t>
            </a:r>
            <a:r>
              <a:rPr lang="en-US" sz="170" dirty="0" err="1"/>
              <a:t>onChange</a:t>
            </a:r>
            <a:r>
              <a:rPr lang="en-US" sz="170" dirty="0"/>
              <a:t>={</a:t>
            </a:r>
            <a:r>
              <a:rPr lang="en-US" sz="170" dirty="0" err="1"/>
              <a:t>handleChange</a:t>
            </a:r>
            <a:r>
              <a:rPr lang="en-US" sz="170" dirty="0"/>
              <a:t>("image")}</a:t>
            </a:r>
          </a:p>
          <a:p>
            <a:pPr marL="0" indent="0">
              <a:buNone/>
            </a:pPr>
            <a:r>
              <a:rPr lang="en-US" sz="170" dirty="0"/>
              <a:t>          style={{ display: "none" }}</a:t>
            </a:r>
          </a:p>
          <a:p>
            <a:pPr marL="0" indent="0">
              <a:buNone/>
            </a:pPr>
            <a:r>
              <a:rPr lang="en-US" sz="170" dirty="0"/>
              <a:t>          id="icon-button-file"</a:t>
            </a:r>
          </a:p>
          <a:p>
            <a:pPr marL="0" indent="0">
              <a:buNone/>
            </a:pPr>
            <a:r>
              <a:rPr lang="en-US" sz="170" dirty="0"/>
              <a:t>          type="file"</a:t>
            </a:r>
          </a:p>
          <a:p>
            <a:pPr marL="0" indent="0">
              <a:buNone/>
            </a:pPr>
            <a:r>
              <a:rPr lang="en-US" sz="170" dirty="0"/>
              <a:t>        /&gt;</a:t>
            </a:r>
          </a:p>
          <a:p>
            <a:pPr marL="0" indent="0">
              <a:buNone/>
            </a:pPr>
            <a:r>
              <a:rPr lang="en-US" sz="170" dirty="0"/>
              <a:t>        &lt;label </a:t>
            </a:r>
            <a:r>
              <a:rPr lang="en-US" sz="170" dirty="0" err="1"/>
              <a:t>htmlFor</a:t>
            </a:r>
            <a:r>
              <a:rPr lang="en-US" sz="170" dirty="0"/>
              <a:t>="icon-button-file"&gt;</a:t>
            </a:r>
          </a:p>
          <a:p>
            <a:pPr marL="0" indent="0">
              <a:buNone/>
            </a:pPr>
            <a:r>
              <a:rPr lang="en-US" sz="170" dirty="0"/>
              <a:t>          &lt;Button</a:t>
            </a:r>
          </a:p>
          <a:p>
            <a:pPr marL="0" indent="0">
              <a:buNone/>
            </a:pPr>
            <a:r>
              <a:rPr lang="en-US" sz="170" dirty="0"/>
              <a:t>            variant="contained"</a:t>
            </a:r>
          </a:p>
          <a:p>
            <a:pPr marL="0" indent="0">
              <a:buNone/>
            </a:pPr>
            <a:r>
              <a:rPr lang="en-US" sz="170" dirty="0"/>
              <a:t>            color="secondary"</a:t>
            </a:r>
          </a:p>
          <a:p>
            <a:pPr marL="0" indent="0">
              <a:buNone/>
            </a:pPr>
            <a:r>
              <a:rPr lang="en-US" sz="170" dirty="0"/>
              <a:t>            component="span"</a:t>
            </a:r>
          </a:p>
          <a:p>
            <a:pPr marL="0" indent="0">
              <a:buNone/>
            </a:pPr>
            <a:r>
              <a:rPr lang="en-US" sz="170" dirty="0"/>
              <a:t>            </a:t>
            </a:r>
            <a:r>
              <a:rPr lang="en-US" sz="170" dirty="0" err="1"/>
              <a:t>startIcon</a:t>
            </a:r>
            <a:r>
              <a:rPr lang="en-US" sz="170" dirty="0"/>
              <a:t>={&lt;</a:t>
            </a:r>
            <a:r>
              <a:rPr lang="en-US" sz="170" dirty="0" err="1"/>
              <a:t>AddPhotoAlternateIcon</a:t>
            </a:r>
            <a:r>
              <a:rPr lang="en-US" sz="170" dirty="0"/>
              <a:t> /&gt;}</a:t>
            </a:r>
          </a:p>
          <a:p>
            <a:pPr marL="0" indent="0">
              <a:buNone/>
            </a:pPr>
            <a:r>
              <a:rPr lang="en-US" sz="170" dirty="0"/>
              <a:t>          &gt;</a:t>
            </a:r>
          </a:p>
          <a:p>
            <a:pPr marL="0" indent="0">
              <a:buNone/>
            </a:pPr>
            <a:r>
              <a:rPr lang="en-US" sz="170" dirty="0"/>
              <a:t>            Upload Logo</a:t>
            </a:r>
          </a:p>
          <a:p>
            <a:pPr marL="0" indent="0">
              <a:buNone/>
            </a:pPr>
            <a:r>
              <a:rPr lang="en-US" sz="170" dirty="0"/>
              <a:t>          &lt;/Button&gt;</a:t>
            </a:r>
          </a:p>
          <a:p>
            <a:pPr marL="0" indent="0">
              <a:buNone/>
            </a:pPr>
            <a:r>
              <a:rPr lang="en-US" sz="170" dirty="0"/>
              <a:t>        &lt;/label&gt;</a:t>
            </a:r>
          </a:p>
          <a:p>
            <a:pPr marL="0" indent="0">
              <a:buNone/>
            </a:pPr>
            <a:r>
              <a:rPr lang="en-US" sz="170" dirty="0"/>
              <a:t>        &lt;span style={{ </a:t>
            </a:r>
            <a:r>
              <a:rPr lang="en-US" sz="170" dirty="0" err="1"/>
              <a:t>marginLeft</a:t>
            </a:r>
            <a:r>
              <a:rPr lang="en-US" sz="170" dirty="0"/>
              <a:t>: "10px" }}&gt;</a:t>
            </a:r>
          </a:p>
          <a:p>
            <a:pPr marL="0" indent="0">
              <a:buNone/>
            </a:pPr>
            <a:r>
              <a:rPr lang="en-US" sz="170" dirty="0"/>
              <a:t>          {</a:t>
            </a:r>
            <a:r>
              <a:rPr lang="en-US" sz="170" dirty="0" err="1"/>
              <a:t>values.image</a:t>
            </a:r>
            <a:r>
              <a:rPr lang="en-US" sz="170" dirty="0"/>
              <a:t> ? values.image.name : ""}</a:t>
            </a:r>
          </a:p>
          <a:p>
            <a:pPr marL="0" indent="0">
              <a:buNone/>
            </a:pPr>
            <a:r>
              <a:rPr lang="en-US" sz="170" dirty="0"/>
              <a:t>        &lt;/span&gt;</a:t>
            </a:r>
          </a:p>
          <a:p>
            <a:pPr marL="0" indent="0">
              <a:buNone/>
            </a:pPr>
            <a:br>
              <a:rPr lang="en-US" sz="170" dirty="0"/>
            </a:br>
            <a:endParaRPr lang="en-US" sz="170" dirty="0"/>
          </a:p>
          <a:p>
            <a:pPr marL="0" indent="0">
              <a:buNone/>
            </a:pPr>
            <a:r>
              <a:rPr lang="en-US" sz="170" dirty="0"/>
              <a:t>        &lt;</a:t>
            </a:r>
            <a:r>
              <a:rPr lang="en-US" sz="170" dirty="0" err="1"/>
              <a:t>br</a:t>
            </a:r>
            <a:r>
              <a:rPr lang="en-US" sz="170" dirty="0"/>
              <a:t> /&gt;</a:t>
            </a:r>
          </a:p>
          <a:p>
            <a:pPr marL="0" indent="0">
              <a:buNone/>
            </a:pPr>
            <a:br>
              <a:rPr lang="en-US" sz="170" dirty="0"/>
            </a:br>
            <a:endParaRPr lang="en-US" sz="170" dirty="0"/>
          </a:p>
          <a:p>
            <a:pPr marL="0" indent="0">
              <a:buNone/>
            </a:pPr>
            <a:r>
              <a:rPr lang="en-US" sz="170" dirty="0"/>
              <a:t>        &lt;</a:t>
            </a:r>
            <a:r>
              <a:rPr lang="en-US" sz="170" dirty="0" err="1"/>
              <a:t>TextField</a:t>
            </a:r>
            <a:endParaRPr lang="en-US" sz="170" dirty="0"/>
          </a:p>
          <a:p>
            <a:pPr marL="0" indent="0">
              <a:buNone/>
            </a:pPr>
            <a:r>
              <a:rPr lang="en-US" sz="170" dirty="0"/>
              <a:t>          id="name"</a:t>
            </a:r>
          </a:p>
          <a:p>
            <a:pPr marL="0" indent="0">
              <a:buNone/>
            </a:pPr>
            <a:r>
              <a:rPr lang="en-US" sz="170" dirty="0"/>
              <a:t>          label="Name"</a:t>
            </a:r>
          </a:p>
          <a:p>
            <a:pPr marL="0" indent="0">
              <a:buNone/>
            </a:pPr>
            <a:r>
              <a:rPr lang="en-US" sz="170" dirty="0"/>
              <a:t>          value={values.name}</a:t>
            </a:r>
          </a:p>
          <a:p>
            <a:pPr marL="0" indent="0">
              <a:buNone/>
            </a:pPr>
            <a:r>
              <a:rPr lang="en-US" sz="170" dirty="0"/>
              <a:t>          </a:t>
            </a:r>
            <a:r>
              <a:rPr lang="en-US" sz="170" dirty="0" err="1"/>
              <a:t>onChange</a:t>
            </a:r>
            <a:r>
              <a:rPr lang="en-US" sz="170" dirty="0"/>
              <a:t>={</a:t>
            </a:r>
            <a:r>
              <a:rPr lang="en-US" sz="170" dirty="0" err="1"/>
              <a:t>handleChange</a:t>
            </a:r>
            <a:r>
              <a:rPr lang="en-US" sz="170" dirty="0"/>
              <a:t>("name")}</a:t>
            </a:r>
          </a:p>
          <a:p>
            <a:pPr marL="0" indent="0">
              <a:buNone/>
            </a:pPr>
            <a:r>
              <a:rPr lang="en-US" sz="170" dirty="0"/>
              <a:t>          margin="normal"</a:t>
            </a:r>
          </a:p>
          <a:p>
            <a:pPr marL="0" indent="0">
              <a:buNone/>
            </a:pPr>
            <a:r>
              <a:rPr lang="en-US" sz="170" dirty="0"/>
              <a:t>          </a:t>
            </a:r>
            <a:r>
              <a:rPr lang="en-US" sz="170" dirty="0" err="1"/>
              <a:t>sx</a:t>
            </a:r>
            <a:r>
              <a:rPr lang="en-US" sz="170" dirty="0"/>
              <a:t>={{ mx: 1, width: 300 }}</a:t>
            </a:r>
          </a:p>
          <a:p>
            <a:pPr marL="0" indent="0">
              <a:buNone/>
            </a:pPr>
            <a:r>
              <a:rPr lang="en-US" sz="170" dirty="0"/>
              <a:t>        /&gt;</a:t>
            </a:r>
          </a:p>
          <a:p>
            <a:pPr marL="0" indent="0">
              <a:buNone/>
            </a:pPr>
            <a:br>
              <a:rPr lang="en-US" sz="170" dirty="0"/>
            </a:br>
            <a:endParaRPr lang="en-US" sz="170" dirty="0"/>
          </a:p>
          <a:p>
            <a:pPr marL="0" indent="0">
              <a:buNone/>
            </a:pPr>
            <a:r>
              <a:rPr lang="en-US" sz="170" dirty="0"/>
              <a:t>        &lt;</a:t>
            </a:r>
            <a:r>
              <a:rPr lang="en-US" sz="170" dirty="0" err="1"/>
              <a:t>br</a:t>
            </a:r>
            <a:r>
              <a:rPr lang="en-US" sz="170" dirty="0"/>
              <a:t> /&gt;</a:t>
            </a:r>
          </a:p>
          <a:p>
            <a:pPr marL="0" indent="0">
              <a:buNone/>
            </a:pPr>
            <a:br>
              <a:rPr lang="en-US" sz="170" dirty="0"/>
            </a:br>
            <a:endParaRPr lang="en-US" sz="170" dirty="0"/>
          </a:p>
          <a:p>
            <a:pPr marL="0" indent="0">
              <a:buNone/>
            </a:pPr>
            <a:r>
              <a:rPr lang="en-US" sz="170" dirty="0"/>
              <a:t>        &lt;</a:t>
            </a:r>
            <a:r>
              <a:rPr lang="en-US" sz="170" dirty="0" err="1"/>
              <a:t>TextField</a:t>
            </a:r>
            <a:endParaRPr lang="en-US" sz="170" dirty="0"/>
          </a:p>
          <a:p>
            <a:pPr marL="0" indent="0">
              <a:buNone/>
            </a:pPr>
            <a:r>
              <a:rPr lang="en-US" sz="170" dirty="0"/>
              <a:t>          id="description"</a:t>
            </a:r>
          </a:p>
          <a:p>
            <a:pPr marL="0" indent="0">
              <a:buNone/>
            </a:pPr>
            <a:r>
              <a:rPr lang="en-US" sz="170" dirty="0"/>
              <a:t>          label="Description"</a:t>
            </a:r>
          </a:p>
          <a:p>
            <a:pPr marL="0" indent="0">
              <a:buNone/>
            </a:pPr>
            <a:r>
              <a:rPr lang="en-US" sz="170" dirty="0"/>
              <a:t>          multiline</a:t>
            </a:r>
          </a:p>
          <a:p>
            <a:pPr marL="0" indent="0">
              <a:buNone/>
            </a:pPr>
            <a:r>
              <a:rPr lang="en-US" sz="170" dirty="0"/>
              <a:t>          rows={2}</a:t>
            </a:r>
          </a:p>
          <a:p>
            <a:pPr marL="0" indent="0">
              <a:buNone/>
            </a:pPr>
            <a:r>
              <a:rPr lang="en-US" sz="170" dirty="0"/>
              <a:t>          value={</a:t>
            </a:r>
            <a:r>
              <a:rPr lang="en-US" sz="170" dirty="0" err="1"/>
              <a:t>values.description</a:t>
            </a:r>
            <a:r>
              <a:rPr lang="en-US" sz="170" dirty="0"/>
              <a:t>}</a:t>
            </a:r>
          </a:p>
          <a:p>
            <a:pPr marL="0" indent="0">
              <a:buNone/>
            </a:pPr>
            <a:r>
              <a:rPr lang="en-US" sz="170" dirty="0"/>
              <a:t>          </a:t>
            </a:r>
            <a:r>
              <a:rPr lang="en-US" sz="170" dirty="0" err="1"/>
              <a:t>onChange</a:t>
            </a:r>
            <a:r>
              <a:rPr lang="en-US" sz="170" dirty="0"/>
              <a:t>={</a:t>
            </a:r>
            <a:r>
              <a:rPr lang="en-US" sz="170" dirty="0" err="1"/>
              <a:t>handleChange</a:t>
            </a:r>
            <a:r>
              <a:rPr lang="en-US" sz="170" dirty="0"/>
              <a:t>("description")}</a:t>
            </a:r>
          </a:p>
          <a:p>
            <a:pPr marL="0" indent="0">
              <a:buNone/>
            </a:pPr>
            <a:r>
              <a:rPr lang="en-US" sz="170" dirty="0"/>
              <a:t>          margin="normal"</a:t>
            </a:r>
          </a:p>
          <a:p>
            <a:pPr marL="0" indent="0">
              <a:buNone/>
            </a:pPr>
            <a:r>
              <a:rPr lang="en-US" sz="170" dirty="0"/>
              <a:t>          </a:t>
            </a:r>
            <a:r>
              <a:rPr lang="en-US" sz="170" dirty="0" err="1"/>
              <a:t>sx</a:t>
            </a:r>
            <a:r>
              <a:rPr lang="en-US" sz="170" dirty="0"/>
              <a:t>={{ mx: 1, width: 300 }}</a:t>
            </a:r>
          </a:p>
          <a:p>
            <a:pPr marL="0" indent="0">
              <a:buNone/>
            </a:pPr>
            <a:r>
              <a:rPr lang="en-US" sz="170" dirty="0"/>
              <a:t>        /&gt;</a:t>
            </a:r>
          </a:p>
          <a:p>
            <a:pPr marL="0" indent="0">
              <a:buNone/>
            </a:pPr>
            <a:br>
              <a:rPr lang="en-US" sz="170" dirty="0"/>
            </a:br>
            <a:endParaRPr lang="en-US" sz="170" dirty="0"/>
          </a:p>
          <a:p>
            <a:pPr marL="0" indent="0">
              <a:buNone/>
            </a:pPr>
            <a:r>
              <a:rPr lang="en-US" sz="170" dirty="0"/>
              <a:t>        &lt;</a:t>
            </a:r>
            <a:r>
              <a:rPr lang="en-US" sz="170" dirty="0" err="1"/>
              <a:t>br</a:t>
            </a:r>
            <a:r>
              <a:rPr lang="en-US" sz="170" dirty="0"/>
              <a:t> /&gt;</a:t>
            </a:r>
          </a:p>
          <a:p>
            <a:pPr marL="0" indent="0">
              <a:buNone/>
            </a:pPr>
            <a:br>
              <a:rPr lang="en-US" sz="170" dirty="0"/>
            </a:br>
            <a:endParaRPr lang="en-US" sz="170" dirty="0"/>
          </a:p>
          <a:p>
            <a:pPr marL="0" indent="0">
              <a:buNone/>
            </a:pPr>
            <a:r>
              <a:rPr lang="en-US" sz="170" dirty="0"/>
              <a:t>        {</a:t>
            </a:r>
            <a:r>
              <a:rPr lang="en-US" sz="170" dirty="0" err="1"/>
              <a:t>values.error</a:t>
            </a:r>
            <a:r>
              <a:rPr lang="en-US" sz="170" dirty="0"/>
              <a:t> &amp;&amp; (</a:t>
            </a:r>
          </a:p>
          <a:p>
            <a:pPr marL="0" indent="0">
              <a:buNone/>
            </a:pPr>
            <a:r>
              <a:rPr lang="en-US" sz="170" dirty="0"/>
              <a:t>          &lt;Typography component="p" color="error" </a:t>
            </a:r>
            <a:r>
              <a:rPr lang="en-US" sz="170" dirty="0" err="1"/>
              <a:t>sx</a:t>
            </a:r>
            <a:r>
              <a:rPr lang="en-US" sz="170" dirty="0"/>
              <a:t>={{ mt: 1 }}&gt;</a:t>
            </a:r>
          </a:p>
          <a:p>
            <a:pPr marL="0" indent="0">
              <a:buNone/>
            </a:pPr>
            <a:r>
              <a:rPr lang="en-US" sz="170" dirty="0"/>
              <a:t>            &lt;Icon color="error" </a:t>
            </a:r>
            <a:r>
              <a:rPr lang="en-US" sz="170" dirty="0" err="1"/>
              <a:t>sx</a:t>
            </a:r>
            <a:r>
              <a:rPr lang="en-US" sz="170" dirty="0"/>
              <a:t>={{ </a:t>
            </a:r>
            <a:r>
              <a:rPr lang="en-US" sz="170" dirty="0" err="1"/>
              <a:t>verticalAlign</a:t>
            </a:r>
            <a:r>
              <a:rPr lang="en-US" sz="170" dirty="0"/>
              <a:t>: "middle", </a:t>
            </a:r>
            <a:r>
              <a:rPr lang="en-US" sz="170" dirty="0" err="1"/>
              <a:t>mr</a:t>
            </a:r>
            <a:r>
              <a:rPr lang="en-US" sz="170" dirty="0"/>
              <a:t>: 1 }}&gt;</a:t>
            </a:r>
          </a:p>
          <a:p>
            <a:pPr marL="0" indent="0">
              <a:buNone/>
            </a:pPr>
            <a:r>
              <a:rPr lang="en-US" sz="170" dirty="0"/>
              <a:t>              error</a:t>
            </a:r>
          </a:p>
          <a:p>
            <a:pPr marL="0" indent="0">
              <a:buNone/>
            </a:pPr>
            <a:r>
              <a:rPr lang="en-US" sz="170" dirty="0"/>
              <a:t>            &lt;/Icon&gt;</a:t>
            </a:r>
          </a:p>
          <a:p>
            <a:pPr marL="0" indent="0">
              <a:buNone/>
            </a:pPr>
            <a:r>
              <a:rPr lang="en-US" sz="170" dirty="0"/>
              <a:t>            {</a:t>
            </a:r>
            <a:r>
              <a:rPr lang="en-US" sz="170" dirty="0" err="1"/>
              <a:t>values.error</a:t>
            </a:r>
            <a:r>
              <a:rPr lang="en-US" sz="170" dirty="0"/>
              <a:t>}</a:t>
            </a:r>
          </a:p>
          <a:p>
            <a:pPr marL="0" indent="0">
              <a:buNone/>
            </a:pPr>
            <a:r>
              <a:rPr lang="en-US" sz="170" dirty="0"/>
              <a:t>          &lt;/Typography&gt;</a:t>
            </a:r>
          </a:p>
          <a:p>
            <a:pPr marL="0" indent="0">
              <a:buNone/>
            </a:pPr>
            <a:r>
              <a:rPr lang="en-US" sz="170" dirty="0"/>
              <a:t>        )}</a:t>
            </a:r>
          </a:p>
          <a:p>
            <a:pPr marL="0" indent="0">
              <a:buNone/>
            </a:pPr>
            <a:r>
              <a:rPr lang="en-US" sz="170" dirty="0"/>
              <a:t>      &lt;/</a:t>
            </a:r>
            <a:r>
              <a:rPr lang="en-US" sz="170" dirty="0" err="1"/>
              <a:t>CardContent</a:t>
            </a:r>
            <a:r>
              <a:rPr lang="en-US" sz="170" dirty="0"/>
              <a:t>&gt;</a:t>
            </a:r>
          </a:p>
          <a:p>
            <a:pPr marL="0" indent="0">
              <a:buNone/>
            </a:pPr>
            <a:br>
              <a:rPr lang="en-US" sz="170" dirty="0"/>
            </a:br>
            <a:endParaRPr lang="en-US" sz="170" dirty="0"/>
          </a:p>
          <a:p>
            <a:pPr marL="0" indent="0">
              <a:buNone/>
            </a:pPr>
            <a:r>
              <a:rPr lang="en-US" sz="170" dirty="0"/>
              <a:t>      &lt;</a:t>
            </a:r>
            <a:r>
              <a:rPr lang="en-US" sz="170" dirty="0" err="1"/>
              <a:t>CardActions</a:t>
            </a:r>
            <a:r>
              <a:rPr lang="en-US" sz="170" dirty="0"/>
              <a:t> </a:t>
            </a:r>
            <a:r>
              <a:rPr lang="en-US" sz="170" dirty="0" err="1"/>
              <a:t>sx</a:t>
            </a:r>
            <a:r>
              <a:rPr lang="en-US" sz="170" dirty="0"/>
              <a:t>={{ </a:t>
            </a:r>
            <a:r>
              <a:rPr lang="en-US" sz="170" dirty="0" err="1"/>
              <a:t>justifyContent</a:t>
            </a:r>
            <a:r>
              <a:rPr lang="en-US" sz="170" dirty="0"/>
              <a:t>: "center" }}&gt;</a:t>
            </a:r>
          </a:p>
          <a:p>
            <a:pPr marL="0" indent="0">
              <a:buNone/>
            </a:pPr>
            <a:r>
              <a:rPr lang="en-US" sz="170" dirty="0"/>
              <a:t>        &lt;Button</a:t>
            </a:r>
          </a:p>
          <a:p>
            <a:pPr marL="0" indent="0">
              <a:buNone/>
            </a:pPr>
            <a:r>
              <a:rPr lang="en-US" sz="170" dirty="0"/>
              <a:t>          color="primary"</a:t>
            </a:r>
          </a:p>
          <a:p>
            <a:pPr marL="0" indent="0">
              <a:buNone/>
            </a:pPr>
            <a:r>
              <a:rPr lang="en-US" sz="170" dirty="0"/>
              <a:t>          variant="contained"</a:t>
            </a:r>
          </a:p>
          <a:p>
            <a:pPr marL="0" indent="0">
              <a:buNone/>
            </a:pPr>
            <a:r>
              <a:rPr lang="en-US" sz="170" dirty="0"/>
              <a:t>          </a:t>
            </a:r>
            <a:r>
              <a:rPr lang="en-US" sz="170" dirty="0" err="1"/>
              <a:t>onClick</a:t>
            </a:r>
            <a:r>
              <a:rPr lang="en-US" sz="170" dirty="0"/>
              <a:t>={</a:t>
            </a:r>
            <a:r>
              <a:rPr lang="en-US" sz="170" dirty="0" err="1"/>
              <a:t>clickSubmit</a:t>
            </a:r>
            <a:r>
              <a:rPr lang="en-US" sz="170" dirty="0"/>
              <a:t>}</a:t>
            </a:r>
          </a:p>
          <a:p>
            <a:pPr marL="0" indent="0">
              <a:buNone/>
            </a:pPr>
            <a:r>
              <a:rPr lang="en-US" sz="170" dirty="0"/>
              <a:t>          </a:t>
            </a:r>
            <a:r>
              <a:rPr lang="en-US" sz="170" dirty="0" err="1"/>
              <a:t>sx</a:t>
            </a:r>
            <a:r>
              <a:rPr lang="en-US" sz="170" dirty="0"/>
              <a:t>={{ mb: 2, mx: 1 }}</a:t>
            </a:r>
          </a:p>
          <a:p>
            <a:pPr marL="0" indent="0">
              <a:buNone/>
            </a:pPr>
            <a:r>
              <a:rPr lang="en-US" sz="170" dirty="0"/>
              <a:t>        &gt;</a:t>
            </a:r>
          </a:p>
          <a:p>
            <a:pPr marL="0" indent="0">
              <a:buNone/>
            </a:pPr>
            <a:r>
              <a:rPr lang="en-US" sz="170" dirty="0"/>
              <a:t>          Submit</a:t>
            </a:r>
          </a:p>
          <a:p>
            <a:pPr marL="0" indent="0">
              <a:buNone/>
            </a:pPr>
            <a:r>
              <a:rPr lang="en-US" sz="170" dirty="0"/>
              <a:t>        &lt;/Button&gt;</a:t>
            </a:r>
          </a:p>
          <a:p>
            <a:pPr marL="0" indent="0">
              <a:buNone/>
            </a:pPr>
            <a:br>
              <a:rPr lang="en-US" sz="170" dirty="0"/>
            </a:br>
            <a:endParaRPr lang="en-US" sz="170" dirty="0"/>
          </a:p>
          <a:p>
            <a:pPr marL="0" indent="0">
              <a:buNone/>
            </a:pPr>
            <a:r>
              <a:rPr lang="en-US" sz="170" dirty="0"/>
              <a:t>        &lt;Link to="/seller/shops" style={{ </a:t>
            </a:r>
            <a:r>
              <a:rPr lang="en-US" sz="170" dirty="0" err="1"/>
              <a:t>textDecoration</a:t>
            </a:r>
            <a:r>
              <a:rPr lang="en-US" sz="170" dirty="0"/>
              <a:t>: "none" }}&gt;</a:t>
            </a:r>
          </a:p>
          <a:p>
            <a:pPr marL="0" indent="0">
              <a:buNone/>
            </a:pPr>
            <a:r>
              <a:rPr lang="en-US" sz="170" dirty="0"/>
              <a:t>          &lt;Button variant="contained" </a:t>
            </a:r>
            <a:r>
              <a:rPr lang="en-US" sz="170" dirty="0" err="1"/>
              <a:t>sx</a:t>
            </a:r>
            <a:r>
              <a:rPr lang="en-US" sz="170" dirty="0"/>
              <a:t>={{ mb: 2, mx: 1 }}&gt;</a:t>
            </a:r>
          </a:p>
          <a:p>
            <a:pPr marL="0" indent="0">
              <a:buNone/>
            </a:pPr>
            <a:r>
              <a:rPr lang="en-US" sz="170" dirty="0"/>
              <a:t>            Cancel</a:t>
            </a:r>
          </a:p>
          <a:p>
            <a:pPr marL="0" indent="0">
              <a:buNone/>
            </a:pPr>
            <a:r>
              <a:rPr lang="en-US" sz="170" dirty="0"/>
              <a:t>          &lt;/Button&gt;</a:t>
            </a:r>
          </a:p>
          <a:p>
            <a:pPr marL="0" indent="0">
              <a:buNone/>
            </a:pPr>
            <a:r>
              <a:rPr lang="en-US" sz="170" dirty="0"/>
              <a:t>        &lt;/Link&gt;</a:t>
            </a:r>
          </a:p>
          <a:p>
            <a:pPr marL="0" indent="0">
              <a:buNone/>
            </a:pPr>
            <a:r>
              <a:rPr lang="en-US" sz="170" dirty="0"/>
              <a:t>      &lt;/</a:t>
            </a:r>
            <a:r>
              <a:rPr lang="en-US" sz="170" dirty="0" err="1"/>
              <a:t>CardActions</a:t>
            </a:r>
            <a:r>
              <a:rPr lang="en-US" sz="170" dirty="0"/>
              <a:t>&gt;</a:t>
            </a:r>
          </a:p>
          <a:p>
            <a:pPr marL="0" indent="0">
              <a:buNone/>
            </a:pPr>
            <a:r>
              <a:rPr lang="en-US" sz="170" dirty="0"/>
              <a:t>    &lt;/Card&gt;</a:t>
            </a:r>
          </a:p>
          <a:p>
            <a:pPr marL="0" indent="0">
              <a:buNone/>
            </a:pPr>
            <a:r>
              <a:rPr lang="en-US" sz="170" dirty="0"/>
              <a:t>  );</a:t>
            </a:r>
          </a:p>
          <a:p>
            <a:pPr marL="0" indent="0">
              <a:buNone/>
            </a:pPr>
            <a:r>
              <a:rPr lang="en-US" sz="170" dirty="0"/>
              <a:t>}</a:t>
            </a:r>
          </a:p>
          <a:p>
            <a:pPr marL="0" indent="0">
              <a:buNone/>
            </a:pPr>
            <a:endParaRPr lang="en-US" sz="170" dirty="0"/>
          </a:p>
        </p:txBody>
      </p:sp>
      <p:sp>
        <p:nvSpPr>
          <p:cNvPr id="4" name="Date Placeholder 3">
            <a:extLst>
              <a:ext uri="{FF2B5EF4-FFF2-40B4-BE49-F238E27FC236}">
                <a16:creationId xmlns:a16="http://schemas.microsoft.com/office/drawing/2014/main" id="{19D921FE-5F9F-73F0-557C-91B95D5ACC2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75FAE81-861E-BAE9-2D46-23708DA08F4B}"/>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C2090153-5E4B-F28D-D807-B4C61EEBD180}"/>
              </a:ext>
            </a:extLst>
          </p:cNvPr>
          <p:cNvSpPr>
            <a:spLocks noGrp="1"/>
          </p:cNvSpPr>
          <p:nvPr>
            <p:ph type="sldNum" sz="quarter" idx="12"/>
          </p:nvPr>
        </p:nvSpPr>
        <p:spPr/>
        <p:txBody>
          <a:bodyPr/>
          <a:lstStyle/>
          <a:p>
            <a:fld id="{7C5CF243-786F-4254-B068-4C9F0B6EA12F}" type="slidenum">
              <a:rPr lang="en-US" altLang="en-US" smtClean="0"/>
              <a:pPr/>
              <a:t>49</a:t>
            </a:fld>
            <a:endParaRPr lang="en-US" altLang="en-US"/>
          </a:p>
        </p:txBody>
      </p:sp>
    </p:spTree>
    <p:extLst>
      <p:ext uri="{BB962C8B-B14F-4D97-AF65-F5344CB8AC3E}">
        <p14:creationId xmlns:p14="http://schemas.microsoft.com/office/powerpoint/2010/main" val="2759097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A691-A840-0E70-EAB6-BADA1684B93C}"/>
              </a:ext>
            </a:extLst>
          </p:cNvPr>
          <p:cNvSpPr>
            <a:spLocks noGrp="1"/>
          </p:cNvSpPr>
          <p:nvPr>
            <p:ph type="title"/>
          </p:nvPr>
        </p:nvSpPr>
        <p:spPr/>
        <p:txBody>
          <a:bodyPr/>
          <a:lstStyle/>
          <a:p>
            <a:r>
              <a:rPr lang="en-US" dirty="0" err="1"/>
              <a:t>NewShop.jsx</a:t>
            </a:r>
            <a:r>
              <a:rPr lang="en-US" dirty="0"/>
              <a:t> code explanation</a:t>
            </a:r>
          </a:p>
        </p:txBody>
      </p:sp>
      <p:sp>
        <p:nvSpPr>
          <p:cNvPr id="3" name="Content Placeholder 2">
            <a:extLst>
              <a:ext uri="{FF2B5EF4-FFF2-40B4-BE49-F238E27FC236}">
                <a16:creationId xmlns:a16="http://schemas.microsoft.com/office/drawing/2014/main" id="{B83339AF-C829-8333-7882-A1C74B291EFA}"/>
              </a:ext>
            </a:extLst>
          </p:cNvPr>
          <p:cNvSpPr>
            <a:spLocks noGrp="1"/>
          </p:cNvSpPr>
          <p:nvPr>
            <p:ph idx="1"/>
          </p:nvPr>
        </p:nvSpPr>
        <p:spPr/>
        <p:txBody>
          <a:bodyPr/>
          <a:lstStyle/>
          <a:p>
            <a:r>
              <a:rPr lang="en-US" sz="450" b="1" dirty="0"/>
              <a:t>1–3: Imports</a:t>
            </a:r>
            <a:endParaRPr lang="en-US" sz="450" dirty="0"/>
          </a:p>
          <a:p>
            <a:pPr lvl="0"/>
            <a:r>
              <a:rPr lang="en-US" sz="450" dirty="0"/>
              <a:t>React and the </a:t>
            </a:r>
            <a:r>
              <a:rPr lang="en-US" sz="450" dirty="0" err="1"/>
              <a:t>useState</a:t>
            </a:r>
            <a:r>
              <a:rPr lang="en-US" sz="450" dirty="0"/>
              <a:t> hook are imported to manage form and submission state.</a:t>
            </a:r>
          </a:p>
          <a:p>
            <a:pPr lvl="0"/>
            <a:r>
              <a:rPr lang="en-US" sz="450" dirty="0"/>
              <a:t>Several components from Material-UI are imported for building the form interface, including layout (Card, </a:t>
            </a:r>
            <a:r>
              <a:rPr lang="en-US" sz="450" dirty="0" err="1"/>
              <a:t>CardContent</a:t>
            </a:r>
            <a:r>
              <a:rPr lang="en-US" sz="450" dirty="0"/>
              <a:t>, </a:t>
            </a:r>
            <a:r>
              <a:rPr lang="en-US" sz="450" dirty="0" err="1"/>
              <a:t>CardActions</a:t>
            </a:r>
            <a:r>
              <a:rPr lang="en-US" sz="450" dirty="0"/>
              <a:t>), inputs (</a:t>
            </a:r>
            <a:r>
              <a:rPr lang="en-US" sz="450" dirty="0" err="1"/>
              <a:t>TextField</a:t>
            </a:r>
            <a:r>
              <a:rPr lang="en-US" sz="450" dirty="0"/>
              <a:t>, Button), and display elements (Typography, Icon).</a:t>
            </a:r>
          </a:p>
          <a:p>
            <a:r>
              <a:rPr lang="en-US" sz="450" b="1" dirty="0"/>
              <a:t>4: Icon Import</a:t>
            </a:r>
            <a:endParaRPr lang="en-US" sz="450" dirty="0"/>
          </a:p>
          <a:p>
            <a:pPr lvl="0"/>
            <a:r>
              <a:rPr lang="en-US" sz="450" dirty="0"/>
              <a:t>An icon representing image upload is imported to use as a visual aid on the upload button.</a:t>
            </a:r>
          </a:p>
          <a:p>
            <a:r>
              <a:rPr lang="en-US" sz="450" b="1" dirty="0"/>
              <a:t>5: Theme Hook</a:t>
            </a:r>
            <a:endParaRPr lang="en-US" sz="450" dirty="0"/>
          </a:p>
          <a:p>
            <a:pPr lvl="0"/>
            <a:r>
              <a:rPr lang="en-US" sz="450" dirty="0"/>
              <a:t>A hook is imported that allows access to the current theme, used for consistent styling (e.g., colors).</a:t>
            </a:r>
          </a:p>
          <a:p>
            <a:r>
              <a:rPr lang="en-US" sz="450" b="1" dirty="0"/>
              <a:t>6: Auth Helper</a:t>
            </a:r>
            <a:endParaRPr lang="en-US" sz="450" dirty="0"/>
          </a:p>
          <a:p>
            <a:pPr lvl="0"/>
            <a:r>
              <a:rPr lang="en-US" sz="450" dirty="0"/>
              <a:t>A utility module is imported to check whether a user is authenticated and retrieve their credentials.</a:t>
            </a:r>
          </a:p>
          <a:p>
            <a:r>
              <a:rPr lang="en-US" sz="450" b="1" dirty="0"/>
              <a:t>7: API Function</a:t>
            </a:r>
            <a:endParaRPr lang="en-US" sz="450" dirty="0"/>
          </a:p>
          <a:p>
            <a:pPr lvl="0"/>
            <a:r>
              <a:rPr lang="en-US" sz="450" dirty="0"/>
              <a:t>A create function is imported, which will be used to send the new shop data to the backend.</a:t>
            </a:r>
          </a:p>
          <a:p>
            <a:r>
              <a:rPr lang="en-US" sz="450" b="1" dirty="0"/>
              <a:t>8: Routing</a:t>
            </a:r>
            <a:endParaRPr lang="en-US" sz="450" dirty="0"/>
          </a:p>
          <a:p>
            <a:pPr lvl="0"/>
            <a:r>
              <a:rPr lang="en-US" sz="450" dirty="0"/>
              <a:t>React Router functions are imported: one for linking (Link) and another for redirection (Navigate).</a:t>
            </a:r>
          </a:p>
          <a:p>
            <a:r>
              <a:rPr lang="en-US" sz="450" b="1" dirty="0"/>
              <a:t>10: Component Declaration</a:t>
            </a:r>
            <a:endParaRPr lang="en-US" sz="450" dirty="0"/>
          </a:p>
          <a:p>
            <a:pPr lvl="0"/>
            <a:r>
              <a:rPr lang="en-US" sz="450" dirty="0"/>
              <a:t>The functional component for creating a new shop is declared and exported.</a:t>
            </a:r>
          </a:p>
          <a:p>
            <a:r>
              <a:rPr lang="en-US" sz="450" dirty="0"/>
              <a:t> </a:t>
            </a:r>
          </a:p>
          <a:p>
            <a:r>
              <a:rPr lang="en-US" sz="450" b="1" dirty="0"/>
              <a:t>11–18: Theme and State</a:t>
            </a:r>
            <a:endParaRPr lang="en-US" sz="450" dirty="0"/>
          </a:p>
          <a:p>
            <a:pPr lvl="0"/>
            <a:r>
              <a:rPr lang="en-US" sz="450" dirty="0"/>
              <a:t>The theme is retrieved for styling.</a:t>
            </a:r>
          </a:p>
          <a:p>
            <a:pPr lvl="0"/>
            <a:r>
              <a:rPr lang="en-US" sz="450" dirty="0"/>
              <a:t>State is initialized to store form inputs (name, description, image), and also control redirection and error display.</a:t>
            </a:r>
          </a:p>
          <a:p>
            <a:r>
              <a:rPr lang="en-US" sz="450" dirty="0"/>
              <a:t> </a:t>
            </a:r>
          </a:p>
          <a:p>
            <a:r>
              <a:rPr lang="en-US" sz="450" b="1" dirty="0"/>
              <a:t>19: Authentication Token</a:t>
            </a:r>
            <a:endParaRPr lang="en-US" sz="450" dirty="0"/>
          </a:p>
          <a:p>
            <a:pPr lvl="0"/>
            <a:r>
              <a:rPr lang="en-US" sz="450" dirty="0"/>
              <a:t>The authenticated user's data (and token) is retrieved and stored for use during submission.</a:t>
            </a:r>
          </a:p>
          <a:p>
            <a:r>
              <a:rPr lang="en-US" sz="450" b="1" dirty="0"/>
              <a:t>21–24: Input Change Handler</a:t>
            </a:r>
            <a:endParaRPr lang="en-US" sz="450" dirty="0"/>
          </a:p>
          <a:p>
            <a:pPr lvl="0"/>
            <a:r>
              <a:rPr lang="en-US" sz="450" dirty="0"/>
              <a:t>A dynamic handler is created to update state based on input field changes.</a:t>
            </a:r>
          </a:p>
          <a:p>
            <a:pPr lvl="0"/>
            <a:r>
              <a:rPr lang="en-US" sz="450" dirty="0"/>
              <a:t>It handles both regular text inputs and file uploads, differentiating based on the input name.</a:t>
            </a:r>
          </a:p>
          <a:p>
            <a:r>
              <a:rPr lang="en-US" sz="450" b="1" dirty="0"/>
              <a:t>26–42: Submit Handler</a:t>
            </a:r>
            <a:endParaRPr lang="en-US" sz="450" dirty="0"/>
          </a:p>
          <a:p>
            <a:pPr lvl="0"/>
            <a:r>
              <a:rPr lang="en-US" sz="450" dirty="0"/>
              <a:t>A function is defined to run when the user clicks "Submit".</a:t>
            </a:r>
          </a:p>
          <a:p>
            <a:pPr lvl="0"/>
            <a:r>
              <a:rPr lang="en-US" sz="450" dirty="0"/>
              <a:t>It creates a </a:t>
            </a:r>
            <a:r>
              <a:rPr lang="en-US" sz="450" dirty="0" err="1"/>
              <a:t>FormData</a:t>
            </a:r>
            <a:r>
              <a:rPr lang="en-US" sz="450" dirty="0"/>
              <a:t> object to handle text and file uploads.</a:t>
            </a:r>
          </a:p>
          <a:p>
            <a:pPr lvl="0"/>
            <a:r>
              <a:rPr lang="en-US" sz="450" dirty="0"/>
              <a:t>It conditionally appends the filled-out fields to the form data.</a:t>
            </a:r>
          </a:p>
          <a:p>
            <a:pPr lvl="0"/>
            <a:r>
              <a:rPr lang="en-US" sz="450" dirty="0"/>
              <a:t>The create function is called with the user ID, token, and form data.</a:t>
            </a:r>
          </a:p>
          <a:p>
            <a:pPr lvl="0"/>
            <a:r>
              <a:rPr lang="en-US" sz="450" dirty="0"/>
              <a:t>If the response includes an error, it is stored in state.</a:t>
            </a:r>
          </a:p>
          <a:p>
            <a:pPr lvl="0"/>
            <a:r>
              <a:rPr lang="en-US" sz="450" dirty="0"/>
              <a:t>If successful, a flag is set to trigger a redirect.</a:t>
            </a:r>
          </a:p>
          <a:p>
            <a:r>
              <a:rPr lang="en-US" sz="450" b="1" dirty="0"/>
              <a:t>44–46: Conditional Redirect</a:t>
            </a:r>
            <a:endParaRPr lang="en-US" sz="450" dirty="0"/>
          </a:p>
          <a:p>
            <a:pPr lvl="0"/>
            <a:r>
              <a:rPr lang="en-US" sz="450" dirty="0"/>
              <a:t>If the redirect flag is true, the component returns a Navigate element to programmatically route the user to the shop listing page.</a:t>
            </a:r>
          </a:p>
          <a:p>
            <a:r>
              <a:rPr lang="en-US" sz="450" dirty="0"/>
              <a:t> </a:t>
            </a:r>
          </a:p>
          <a:p>
            <a:r>
              <a:rPr lang="en-US" sz="450" b="1" dirty="0"/>
              <a:t>48–112: JSX Return</a:t>
            </a:r>
            <a:endParaRPr lang="en-US" sz="450" dirty="0"/>
          </a:p>
          <a:p>
            <a:r>
              <a:rPr lang="en-US" sz="450" b="1" dirty="0"/>
              <a:t>Card Container</a:t>
            </a:r>
            <a:endParaRPr lang="en-US" sz="450" dirty="0"/>
          </a:p>
          <a:p>
            <a:pPr lvl="0"/>
            <a:r>
              <a:rPr lang="en-US" sz="450" dirty="0"/>
              <a:t>A Card is rendered with a fixed width and centered alignment for the shop creation form.</a:t>
            </a:r>
          </a:p>
          <a:p>
            <a:r>
              <a:rPr lang="en-US" sz="450" b="1" dirty="0"/>
              <a:t>Card Header</a:t>
            </a:r>
            <a:endParaRPr lang="en-US" sz="450" dirty="0"/>
          </a:p>
          <a:p>
            <a:pPr lvl="0"/>
            <a:r>
              <a:rPr lang="en-US" sz="450" dirty="0"/>
              <a:t>A Typography element serves as the form title, styled using the theme’s primary color.</a:t>
            </a:r>
          </a:p>
          <a:p>
            <a:r>
              <a:rPr lang="en-US" sz="450" b="1" dirty="0"/>
              <a:t>File Input</a:t>
            </a:r>
            <a:endParaRPr lang="en-US" sz="450" dirty="0"/>
          </a:p>
          <a:p>
            <a:pPr lvl="0"/>
            <a:r>
              <a:rPr lang="en-US" sz="450" dirty="0"/>
              <a:t>A hidden file input is created to accept image uploads.</a:t>
            </a:r>
          </a:p>
          <a:p>
            <a:pPr lvl="0"/>
            <a:r>
              <a:rPr lang="en-US" sz="450" dirty="0"/>
              <a:t>A label and styled button are used to trigger the file picker.</a:t>
            </a:r>
          </a:p>
          <a:p>
            <a:pPr lvl="0"/>
            <a:r>
              <a:rPr lang="en-US" sz="450" dirty="0"/>
              <a:t>If an image is selected, its name is displayed beside the button.</a:t>
            </a:r>
          </a:p>
          <a:p>
            <a:r>
              <a:rPr lang="en-US" sz="450" b="1" dirty="0"/>
              <a:t>Name Field</a:t>
            </a:r>
            <a:endParaRPr lang="en-US" sz="450" dirty="0"/>
          </a:p>
          <a:p>
            <a:pPr lvl="0"/>
            <a:r>
              <a:rPr lang="en-US" sz="450" dirty="0"/>
              <a:t>A </a:t>
            </a:r>
            <a:r>
              <a:rPr lang="en-US" sz="450" dirty="0" err="1"/>
              <a:t>TextField</a:t>
            </a:r>
            <a:r>
              <a:rPr lang="en-US" sz="450" dirty="0"/>
              <a:t> is used to capture the shop’s name.</a:t>
            </a:r>
          </a:p>
          <a:p>
            <a:pPr lvl="0"/>
            <a:r>
              <a:rPr lang="en-US" sz="450" dirty="0"/>
              <a:t>It is styled and placed with horizontal margins.</a:t>
            </a:r>
          </a:p>
          <a:p>
            <a:r>
              <a:rPr lang="en-US" sz="450" b="1" dirty="0"/>
              <a:t>Description Field</a:t>
            </a:r>
            <a:endParaRPr lang="en-US" sz="450" dirty="0"/>
          </a:p>
          <a:p>
            <a:pPr lvl="0"/>
            <a:r>
              <a:rPr lang="en-US" sz="450" dirty="0"/>
              <a:t>Another </a:t>
            </a:r>
            <a:r>
              <a:rPr lang="en-US" sz="450" dirty="0" err="1"/>
              <a:t>TextField</a:t>
            </a:r>
            <a:r>
              <a:rPr lang="en-US" sz="450" dirty="0"/>
              <a:t> is used to capture the shop’s description, configured for multiline input.</a:t>
            </a:r>
          </a:p>
          <a:p>
            <a:r>
              <a:rPr lang="en-US" sz="450" b="1" dirty="0"/>
              <a:t>Error Display</a:t>
            </a:r>
            <a:endParaRPr lang="en-US" sz="450" dirty="0"/>
          </a:p>
          <a:p>
            <a:pPr lvl="0"/>
            <a:r>
              <a:rPr lang="en-US" sz="450" dirty="0"/>
              <a:t>If an error message exists in state, it is displayed using a Typography component with an error color and an error icon.</a:t>
            </a:r>
          </a:p>
          <a:p>
            <a:r>
              <a:rPr lang="en-US" sz="450" b="1" dirty="0"/>
              <a:t>Action Buttons</a:t>
            </a:r>
            <a:endParaRPr lang="en-US" sz="450" dirty="0"/>
          </a:p>
          <a:p>
            <a:pPr lvl="0"/>
            <a:r>
              <a:rPr lang="en-US" sz="450" dirty="0"/>
              <a:t>Two buttons are placed in the card footer:</a:t>
            </a:r>
          </a:p>
          <a:p>
            <a:pPr lvl="1"/>
            <a:r>
              <a:rPr lang="en-US" sz="450" dirty="0"/>
              <a:t>One triggers the form submission.</a:t>
            </a:r>
          </a:p>
          <a:p>
            <a:pPr lvl="1"/>
            <a:r>
              <a:rPr lang="en-US" sz="450" dirty="0"/>
              <a:t>The other is a cancel button, which routes the user back to the shop listing page without saving.</a:t>
            </a:r>
          </a:p>
          <a:p>
            <a:r>
              <a:rPr lang="en-US" sz="450" b="1" dirty="0"/>
              <a:t>Summary</a:t>
            </a:r>
            <a:endParaRPr lang="en-US" sz="450" dirty="0"/>
          </a:p>
          <a:p>
            <a:r>
              <a:rPr lang="en-US" sz="450" dirty="0"/>
              <a:t>This component:</a:t>
            </a:r>
          </a:p>
          <a:p>
            <a:pPr lvl="0"/>
            <a:r>
              <a:rPr lang="en-US" sz="450" dirty="0"/>
              <a:t>Provides a form for authenticated users to create a new shop.</a:t>
            </a:r>
          </a:p>
          <a:p>
            <a:pPr lvl="0"/>
            <a:r>
              <a:rPr lang="en-US" sz="450" dirty="0"/>
              <a:t>Collects shop details (name, description, image).</a:t>
            </a:r>
          </a:p>
          <a:p>
            <a:pPr lvl="0"/>
            <a:r>
              <a:rPr lang="en-US" sz="450" dirty="0"/>
              <a:t>Handles form submission with validation and API interaction.</a:t>
            </a:r>
          </a:p>
          <a:p>
            <a:pPr lvl="0"/>
            <a:r>
              <a:rPr lang="en-US" sz="450" dirty="0"/>
              <a:t>Uses </a:t>
            </a:r>
            <a:r>
              <a:rPr lang="en-US" sz="450" dirty="0" err="1"/>
              <a:t>FormData</a:t>
            </a:r>
            <a:r>
              <a:rPr lang="en-US" sz="450" dirty="0"/>
              <a:t> to support image upload.</a:t>
            </a:r>
          </a:p>
          <a:p>
            <a:pPr lvl="0"/>
            <a:r>
              <a:rPr lang="en-US" sz="450" dirty="0"/>
              <a:t>Redirects the user upon successful creation or allows cancellation.</a:t>
            </a:r>
          </a:p>
          <a:p>
            <a:pPr marL="0" indent="0">
              <a:buNone/>
            </a:pPr>
            <a:endParaRPr lang="en-US" sz="450" dirty="0"/>
          </a:p>
        </p:txBody>
      </p:sp>
      <p:sp>
        <p:nvSpPr>
          <p:cNvPr id="4" name="Date Placeholder 3">
            <a:extLst>
              <a:ext uri="{FF2B5EF4-FFF2-40B4-BE49-F238E27FC236}">
                <a16:creationId xmlns:a16="http://schemas.microsoft.com/office/drawing/2014/main" id="{55E4783B-167A-1714-846C-02B3150AD27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F416BCD-1806-0806-F952-D209AFE85DC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0311FF5-2FD8-CA66-6C13-0173B284152F}"/>
              </a:ext>
            </a:extLst>
          </p:cNvPr>
          <p:cNvSpPr>
            <a:spLocks noGrp="1"/>
          </p:cNvSpPr>
          <p:nvPr>
            <p:ph type="sldNum" sz="quarter" idx="12"/>
          </p:nvPr>
        </p:nvSpPr>
        <p:spPr/>
        <p:txBody>
          <a:bodyPr/>
          <a:lstStyle/>
          <a:p>
            <a:fld id="{7C5CF243-786F-4254-B068-4C9F0B6EA12F}" type="slidenum">
              <a:rPr lang="en-US" altLang="en-US" smtClean="0"/>
              <a:pPr/>
              <a:t>50</a:t>
            </a:fld>
            <a:endParaRPr lang="en-US" altLang="en-US"/>
          </a:p>
        </p:txBody>
      </p:sp>
    </p:spTree>
    <p:extLst>
      <p:ext uri="{BB962C8B-B14F-4D97-AF65-F5344CB8AC3E}">
        <p14:creationId xmlns:p14="http://schemas.microsoft.com/office/powerpoint/2010/main" val="686556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63EA-4140-8AC7-7583-ACB097C40CE1}"/>
              </a:ext>
            </a:extLst>
          </p:cNvPr>
          <p:cNvSpPr>
            <a:spLocks noGrp="1"/>
          </p:cNvSpPr>
          <p:nvPr>
            <p:ph type="title"/>
          </p:nvPr>
        </p:nvSpPr>
        <p:spPr/>
        <p:txBody>
          <a:bodyPr/>
          <a:lstStyle/>
          <a:p>
            <a:r>
              <a:rPr lang="en-US" dirty="0"/>
              <a:t>Client/shop/</a:t>
            </a:r>
            <a:r>
              <a:rPr lang="en-US" dirty="0" err="1"/>
              <a:t>MyShops.jsx</a:t>
            </a:r>
            <a:endParaRPr lang="en-US" dirty="0"/>
          </a:p>
        </p:txBody>
      </p:sp>
      <p:sp>
        <p:nvSpPr>
          <p:cNvPr id="3" name="Content Placeholder 2">
            <a:extLst>
              <a:ext uri="{FF2B5EF4-FFF2-40B4-BE49-F238E27FC236}">
                <a16:creationId xmlns:a16="http://schemas.microsoft.com/office/drawing/2014/main" id="{2B721E35-6911-BAEF-32B0-CDAECF15688F}"/>
              </a:ext>
            </a:extLst>
          </p:cNvPr>
          <p:cNvSpPr>
            <a:spLocks noGrp="1"/>
          </p:cNvSpPr>
          <p:nvPr>
            <p:ph idx="1"/>
          </p:nvPr>
        </p:nvSpPr>
        <p:spPr/>
        <p:txBody>
          <a:bodyPr/>
          <a:lstStyle/>
          <a:p>
            <a:pPr marL="0" indent="0">
              <a:buNone/>
            </a:pPr>
            <a:r>
              <a:rPr lang="en-US" sz="240" dirty="0"/>
              <a:t>import React, { </a:t>
            </a:r>
            <a:r>
              <a:rPr lang="en-US" sz="240" dirty="0" err="1"/>
              <a:t>useState</a:t>
            </a:r>
            <a:r>
              <a:rPr lang="en-US" sz="240" dirty="0"/>
              <a:t>, </a:t>
            </a:r>
            <a:r>
              <a:rPr lang="en-US" sz="240" dirty="0" err="1"/>
              <a:t>useEffect</a:t>
            </a:r>
            <a:r>
              <a:rPr lang="en-US" sz="240" dirty="0"/>
              <a:t> } from 'react'</a:t>
            </a:r>
          </a:p>
          <a:p>
            <a:pPr marL="0" indent="0">
              <a:buNone/>
            </a:pPr>
            <a:r>
              <a:rPr lang="en-US" sz="240" dirty="0"/>
              <a:t>import {</a:t>
            </a:r>
          </a:p>
          <a:p>
            <a:pPr marL="0" indent="0">
              <a:buNone/>
            </a:pPr>
            <a:r>
              <a:rPr lang="en-US" sz="240" dirty="0"/>
              <a:t>  Paper,</a:t>
            </a:r>
          </a:p>
          <a:p>
            <a:pPr marL="0" indent="0">
              <a:buNone/>
            </a:pPr>
            <a:r>
              <a:rPr lang="en-US" sz="240" dirty="0"/>
              <a:t>  List,</a:t>
            </a:r>
          </a:p>
          <a:p>
            <a:pPr marL="0" indent="0">
              <a:buNone/>
            </a:pPr>
            <a:r>
              <a:rPr lang="en-US" sz="240" dirty="0"/>
              <a:t>  </a:t>
            </a:r>
            <a:r>
              <a:rPr lang="en-US" sz="240" dirty="0" err="1"/>
              <a:t>ListItem</a:t>
            </a:r>
            <a:r>
              <a:rPr lang="en-US" sz="240" dirty="0"/>
              <a:t>,</a:t>
            </a:r>
          </a:p>
          <a:p>
            <a:pPr marL="0" indent="0">
              <a:buNone/>
            </a:pPr>
            <a:r>
              <a:rPr lang="en-US" sz="240" dirty="0"/>
              <a:t>  </a:t>
            </a:r>
            <a:r>
              <a:rPr lang="en-US" sz="240" dirty="0" err="1"/>
              <a:t>ListItemAvatar</a:t>
            </a:r>
            <a:r>
              <a:rPr lang="en-US" sz="240" dirty="0"/>
              <a:t>,</a:t>
            </a:r>
          </a:p>
          <a:p>
            <a:pPr marL="0" indent="0">
              <a:buNone/>
            </a:pPr>
            <a:r>
              <a:rPr lang="en-US" sz="240" dirty="0"/>
              <a:t>  ListItemSecondaryAction,</a:t>
            </a:r>
          </a:p>
          <a:p>
            <a:pPr marL="0" indent="0">
              <a:buNone/>
            </a:pPr>
            <a:r>
              <a:rPr lang="en-US" sz="240" dirty="0"/>
              <a:t>  </a:t>
            </a:r>
            <a:r>
              <a:rPr lang="en-US" sz="240" dirty="0" err="1"/>
              <a:t>ListItemText</a:t>
            </a:r>
            <a:r>
              <a:rPr lang="en-US" sz="240" dirty="0"/>
              <a:t>,</a:t>
            </a:r>
          </a:p>
          <a:p>
            <a:pPr marL="0" indent="0">
              <a:buNone/>
            </a:pPr>
            <a:r>
              <a:rPr lang="en-US" sz="240" dirty="0"/>
              <a:t>  Avatar,</a:t>
            </a:r>
          </a:p>
          <a:p>
            <a:pPr marL="0" indent="0">
              <a:buNone/>
            </a:pPr>
            <a:r>
              <a:rPr lang="en-US" sz="240" dirty="0"/>
              <a:t>  </a:t>
            </a:r>
            <a:r>
              <a:rPr lang="en-US" sz="240" dirty="0" err="1"/>
              <a:t>IconButton</a:t>
            </a:r>
            <a:r>
              <a:rPr lang="en-US" sz="240" dirty="0"/>
              <a:t>,</a:t>
            </a:r>
          </a:p>
          <a:p>
            <a:pPr marL="0" indent="0">
              <a:buNone/>
            </a:pPr>
            <a:r>
              <a:rPr lang="en-US" sz="240" dirty="0"/>
              <a:t>  Icon,</a:t>
            </a:r>
          </a:p>
          <a:p>
            <a:pPr marL="0" indent="0">
              <a:buNone/>
            </a:pPr>
            <a:r>
              <a:rPr lang="en-US" sz="240" dirty="0"/>
              <a:t>  Button,</a:t>
            </a:r>
          </a:p>
          <a:p>
            <a:pPr marL="0" indent="0">
              <a:buNone/>
            </a:pPr>
            <a:r>
              <a:rPr lang="en-US" sz="240" dirty="0"/>
              <a:t>  Typography,</a:t>
            </a:r>
          </a:p>
          <a:p>
            <a:pPr marL="0" indent="0">
              <a:buNone/>
            </a:pPr>
            <a:r>
              <a:rPr lang="en-US" sz="240" dirty="0"/>
              <a:t>  Divider</a:t>
            </a:r>
          </a:p>
          <a:p>
            <a:pPr marL="0" indent="0">
              <a:buNone/>
            </a:pPr>
            <a:r>
              <a:rPr lang="en-US" sz="240" dirty="0"/>
              <a:t>} from '@</a:t>
            </a:r>
            <a:r>
              <a:rPr lang="en-US" sz="240" dirty="0" err="1"/>
              <a:t>mui</a:t>
            </a:r>
            <a:r>
              <a:rPr lang="en-US" sz="240" dirty="0"/>
              <a:t>/material'</a:t>
            </a:r>
          </a:p>
          <a:p>
            <a:pPr marL="0" indent="0">
              <a:buNone/>
            </a:pPr>
            <a:r>
              <a:rPr lang="en-US" sz="240" dirty="0"/>
              <a:t>import </a:t>
            </a:r>
            <a:r>
              <a:rPr lang="en-US" sz="240" dirty="0" err="1"/>
              <a:t>EditIcon</a:t>
            </a:r>
            <a:r>
              <a:rPr lang="en-US" sz="240" dirty="0"/>
              <a:t> from '@</a:t>
            </a:r>
            <a:r>
              <a:rPr lang="en-US" sz="240" dirty="0" err="1"/>
              <a:t>mui</a:t>
            </a:r>
            <a:r>
              <a:rPr lang="en-US" sz="240" dirty="0"/>
              <a:t>/icons-material/Edit'</a:t>
            </a:r>
          </a:p>
          <a:p>
            <a:pPr marL="0" indent="0">
              <a:buNone/>
            </a:pPr>
            <a:r>
              <a:rPr lang="en-US" sz="240" dirty="0"/>
              <a:t>import { </a:t>
            </a:r>
            <a:r>
              <a:rPr lang="en-US" sz="240" dirty="0" err="1"/>
              <a:t>useTheme</a:t>
            </a:r>
            <a:r>
              <a:rPr lang="en-US" sz="240" dirty="0"/>
              <a:t> } from '@</a:t>
            </a:r>
            <a:r>
              <a:rPr lang="en-US" sz="240" dirty="0" err="1"/>
              <a:t>mui</a:t>
            </a:r>
            <a:r>
              <a:rPr lang="en-US" sz="240" dirty="0"/>
              <a:t>/material/styles'</a:t>
            </a:r>
          </a:p>
          <a:p>
            <a:pPr marL="0" indent="0">
              <a:buNone/>
            </a:pPr>
            <a:r>
              <a:rPr lang="en-US" sz="240" dirty="0"/>
              <a:t>import auth from '../lib/auth-helper.js'</a:t>
            </a:r>
          </a:p>
          <a:p>
            <a:pPr marL="0" indent="0">
              <a:buNone/>
            </a:pPr>
            <a:r>
              <a:rPr lang="en-US" sz="240" dirty="0"/>
              <a:t>import { </a:t>
            </a:r>
            <a:r>
              <a:rPr lang="en-US" sz="240" dirty="0" err="1"/>
              <a:t>listByOwner</a:t>
            </a:r>
            <a:r>
              <a:rPr lang="en-US" sz="240" dirty="0"/>
              <a:t> } from './api-shop.js'</a:t>
            </a:r>
          </a:p>
          <a:p>
            <a:pPr marL="0" indent="0">
              <a:buNone/>
            </a:pPr>
            <a:r>
              <a:rPr lang="en-US" sz="240" dirty="0"/>
              <a:t>import { Navigate, Link } from 'react-router-</a:t>
            </a:r>
            <a:r>
              <a:rPr lang="en-US" sz="240" dirty="0" err="1"/>
              <a:t>dom</a:t>
            </a:r>
            <a:r>
              <a:rPr lang="en-US" sz="240" dirty="0"/>
              <a:t>'</a:t>
            </a:r>
          </a:p>
          <a:p>
            <a:pPr marL="0" indent="0">
              <a:buNone/>
            </a:pPr>
            <a:r>
              <a:rPr lang="en-US" sz="240" dirty="0"/>
              <a:t>import </a:t>
            </a:r>
            <a:r>
              <a:rPr lang="en-US" sz="240" dirty="0" err="1"/>
              <a:t>DeleteShop</a:t>
            </a:r>
            <a:r>
              <a:rPr lang="en-US" sz="240" dirty="0"/>
              <a:t> from './</a:t>
            </a:r>
            <a:r>
              <a:rPr lang="en-US" sz="240" dirty="0" err="1"/>
              <a:t>DeleteShop</a:t>
            </a:r>
            <a:r>
              <a:rPr lang="en-US" sz="240" dirty="0"/>
              <a:t>'</a:t>
            </a:r>
          </a:p>
          <a:p>
            <a:pPr marL="0" indent="0">
              <a:buNone/>
            </a:pPr>
            <a:br>
              <a:rPr lang="en-US" sz="240" dirty="0"/>
            </a:br>
            <a:endParaRPr lang="en-US" sz="240" dirty="0"/>
          </a:p>
          <a:p>
            <a:pPr marL="0" indent="0">
              <a:buNone/>
            </a:pPr>
            <a:r>
              <a:rPr lang="en-US" sz="240" dirty="0"/>
              <a:t>export default function </a:t>
            </a:r>
            <a:r>
              <a:rPr lang="en-US" sz="240" dirty="0" err="1"/>
              <a:t>MyShops</a:t>
            </a:r>
            <a:r>
              <a:rPr lang="en-US" sz="240" dirty="0"/>
              <a:t>() {</a:t>
            </a:r>
          </a:p>
          <a:p>
            <a:pPr marL="0" indent="0">
              <a:buNone/>
            </a:pPr>
            <a:r>
              <a:rPr lang="en-US" sz="240" dirty="0"/>
              <a:t>  const theme = </a:t>
            </a:r>
            <a:r>
              <a:rPr lang="en-US" sz="240" dirty="0" err="1"/>
              <a:t>useTheme</a:t>
            </a:r>
            <a:r>
              <a:rPr lang="en-US" sz="240" dirty="0"/>
              <a:t>()</a:t>
            </a:r>
          </a:p>
          <a:p>
            <a:pPr marL="0" indent="0">
              <a:buNone/>
            </a:pPr>
            <a:r>
              <a:rPr lang="en-US" sz="240" dirty="0"/>
              <a:t>  const [shops, </a:t>
            </a:r>
            <a:r>
              <a:rPr lang="en-US" sz="240" dirty="0" err="1"/>
              <a:t>setShops</a:t>
            </a:r>
            <a:r>
              <a:rPr lang="en-US" sz="240" dirty="0"/>
              <a:t>] = </a:t>
            </a:r>
            <a:r>
              <a:rPr lang="en-US" sz="240" dirty="0" err="1"/>
              <a:t>useState</a:t>
            </a:r>
            <a:r>
              <a:rPr lang="en-US" sz="240" dirty="0"/>
              <a:t>([])</a:t>
            </a:r>
          </a:p>
          <a:p>
            <a:pPr marL="0" indent="0">
              <a:buNone/>
            </a:pPr>
            <a:r>
              <a:rPr lang="en-US" sz="240" dirty="0"/>
              <a:t>  const [</a:t>
            </a:r>
            <a:r>
              <a:rPr lang="en-US" sz="240" dirty="0" err="1"/>
              <a:t>redirectToSignin</a:t>
            </a:r>
            <a:r>
              <a:rPr lang="en-US" sz="240" dirty="0"/>
              <a:t>, </a:t>
            </a:r>
            <a:r>
              <a:rPr lang="en-US" sz="240" dirty="0" err="1"/>
              <a:t>setRedirectToSignin</a:t>
            </a:r>
            <a:r>
              <a:rPr lang="en-US" sz="240" dirty="0"/>
              <a:t>] = </a:t>
            </a:r>
            <a:r>
              <a:rPr lang="en-US" sz="240" dirty="0" err="1"/>
              <a:t>useState</a:t>
            </a:r>
            <a:r>
              <a:rPr lang="en-US" sz="240" dirty="0"/>
              <a:t>(false)</a:t>
            </a:r>
          </a:p>
          <a:p>
            <a:pPr marL="0" indent="0">
              <a:buNone/>
            </a:pPr>
            <a:r>
              <a:rPr lang="en-US" sz="240" dirty="0"/>
              <a:t>  const </a:t>
            </a:r>
            <a:r>
              <a:rPr lang="en-US" sz="240" dirty="0" err="1"/>
              <a:t>jwt</a:t>
            </a:r>
            <a:r>
              <a:rPr lang="en-US" sz="240" dirty="0"/>
              <a:t> = </a:t>
            </a:r>
            <a:r>
              <a:rPr lang="en-US" sz="240" dirty="0" err="1"/>
              <a:t>auth.isAuthenticated</a:t>
            </a:r>
            <a:r>
              <a:rPr lang="en-US" sz="240" dirty="0"/>
              <a:t>()</a:t>
            </a:r>
          </a:p>
          <a:p>
            <a:pPr marL="0" indent="0">
              <a:buNone/>
            </a:pPr>
            <a:br>
              <a:rPr lang="en-US" sz="240" dirty="0"/>
            </a:br>
            <a:endParaRPr lang="en-US" sz="240" dirty="0"/>
          </a:p>
          <a:p>
            <a:pPr marL="0" indent="0">
              <a:buNone/>
            </a:pPr>
            <a:r>
              <a:rPr lang="en-US" sz="240" dirty="0"/>
              <a:t>  </a:t>
            </a:r>
            <a:r>
              <a:rPr lang="en-US" sz="240" dirty="0" err="1"/>
              <a:t>useEffect</a:t>
            </a:r>
            <a:r>
              <a:rPr lang="en-US" sz="240" dirty="0"/>
              <a:t>(() =&gt; {</a:t>
            </a:r>
          </a:p>
          <a:p>
            <a:pPr marL="0" indent="0">
              <a:buNone/>
            </a:pPr>
            <a:r>
              <a:rPr lang="en-US" sz="240" dirty="0"/>
              <a:t>    const </a:t>
            </a:r>
            <a:r>
              <a:rPr lang="en-US" sz="240" dirty="0" err="1"/>
              <a:t>abortController</a:t>
            </a:r>
            <a:r>
              <a:rPr lang="en-US" sz="240" dirty="0"/>
              <a:t> = new </a:t>
            </a:r>
            <a:r>
              <a:rPr lang="en-US" sz="240" dirty="0" err="1"/>
              <a:t>AbortController</a:t>
            </a:r>
            <a:r>
              <a:rPr lang="en-US" sz="240" dirty="0"/>
              <a:t>()</a:t>
            </a:r>
          </a:p>
          <a:p>
            <a:pPr marL="0" indent="0">
              <a:buNone/>
            </a:pPr>
            <a:r>
              <a:rPr lang="en-US" sz="240" dirty="0"/>
              <a:t>    const signal = </a:t>
            </a:r>
            <a:r>
              <a:rPr lang="en-US" sz="240" dirty="0" err="1"/>
              <a:t>abortController.signal</a:t>
            </a:r>
            <a:endParaRPr lang="en-US" sz="240" dirty="0"/>
          </a:p>
          <a:p>
            <a:pPr marL="0" indent="0">
              <a:buNone/>
            </a:pPr>
            <a:r>
              <a:rPr lang="en-US" sz="240" dirty="0"/>
              <a:t>    </a:t>
            </a:r>
            <a:r>
              <a:rPr lang="en-US" sz="240" dirty="0" err="1"/>
              <a:t>listByOwner</a:t>
            </a:r>
            <a:r>
              <a:rPr lang="en-US" sz="240" dirty="0"/>
              <a:t>(</a:t>
            </a:r>
          </a:p>
          <a:p>
            <a:pPr marL="0" indent="0">
              <a:buNone/>
            </a:pPr>
            <a:r>
              <a:rPr lang="en-US" sz="240" dirty="0"/>
              <a:t>      { </a:t>
            </a:r>
            <a:r>
              <a:rPr lang="en-US" sz="240" dirty="0" err="1"/>
              <a:t>userId</a:t>
            </a:r>
            <a:r>
              <a:rPr lang="en-US" sz="240" dirty="0"/>
              <a:t>: </a:t>
            </a:r>
            <a:r>
              <a:rPr lang="en-US" sz="240" dirty="0" err="1"/>
              <a:t>jwt.user._id</a:t>
            </a:r>
            <a:r>
              <a:rPr lang="en-US" sz="240" dirty="0"/>
              <a:t> },</a:t>
            </a:r>
          </a:p>
          <a:p>
            <a:pPr marL="0" indent="0">
              <a:buNone/>
            </a:pPr>
            <a:r>
              <a:rPr lang="en-US" sz="240" dirty="0"/>
              <a:t>      { t: </a:t>
            </a:r>
            <a:r>
              <a:rPr lang="en-US" sz="240" dirty="0" err="1"/>
              <a:t>jwt.token</a:t>
            </a:r>
            <a:r>
              <a:rPr lang="en-US" sz="240" dirty="0"/>
              <a:t> },</a:t>
            </a:r>
          </a:p>
          <a:p>
            <a:pPr marL="0" indent="0">
              <a:buNone/>
            </a:pPr>
            <a:r>
              <a:rPr lang="en-US" sz="240" dirty="0"/>
              <a:t>      signal</a:t>
            </a:r>
          </a:p>
          <a:p>
            <a:pPr marL="0" indent="0">
              <a:buNone/>
            </a:pPr>
            <a:r>
              <a:rPr lang="en-US" sz="240" dirty="0"/>
              <a:t>    ).then((data) =&gt; {</a:t>
            </a:r>
          </a:p>
          <a:p>
            <a:pPr marL="0" indent="0">
              <a:buNone/>
            </a:pPr>
            <a:r>
              <a:rPr lang="en-US" sz="240" dirty="0"/>
              <a:t>      if (</a:t>
            </a:r>
            <a:r>
              <a:rPr lang="en-US" sz="240" dirty="0" err="1"/>
              <a:t>data.error</a:t>
            </a:r>
            <a:r>
              <a:rPr lang="en-US" sz="240" dirty="0"/>
              <a:t>) {</a:t>
            </a:r>
          </a:p>
          <a:p>
            <a:pPr marL="0" indent="0">
              <a:buNone/>
            </a:pPr>
            <a:r>
              <a:rPr lang="en-US" sz="240" dirty="0"/>
              <a:t>        </a:t>
            </a:r>
            <a:r>
              <a:rPr lang="en-US" sz="240" dirty="0" err="1"/>
              <a:t>setRedirectToSignin</a:t>
            </a:r>
            <a:r>
              <a:rPr lang="en-US" sz="240" dirty="0"/>
              <a:t>(true)</a:t>
            </a:r>
          </a:p>
          <a:p>
            <a:pPr marL="0" indent="0">
              <a:buNone/>
            </a:pPr>
            <a:r>
              <a:rPr lang="en-US" sz="240" dirty="0"/>
              <a:t>      } else {</a:t>
            </a:r>
          </a:p>
          <a:p>
            <a:pPr marL="0" indent="0">
              <a:buNone/>
            </a:pPr>
            <a:r>
              <a:rPr lang="en-US" sz="240" dirty="0"/>
              <a:t>        </a:t>
            </a:r>
            <a:r>
              <a:rPr lang="en-US" sz="240" dirty="0" err="1"/>
              <a:t>setShops</a:t>
            </a:r>
            <a:r>
              <a:rPr lang="en-US" sz="240" dirty="0"/>
              <a:t>(data)</a:t>
            </a:r>
          </a:p>
          <a:p>
            <a:pPr marL="0" indent="0">
              <a:buNone/>
            </a:pPr>
            <a:r>
              <a:rPr lang="en-US" sz="240" dirty="0"/>
              <a:t>      }</a:t>
            </a:r>
          </a:p>
          <a:p>
            <a:pPr marL="0" indent="0">
              <a:buNone/>
            </a:pPr>
            <a:r>
              <a:rPr lang="en-US" sz="240" dirty="0"/>
              <a:t>    })</a:t>
            </a:r>
          </a:p>
          <a:p>
            <a:pPr marL="0" indent="0">
              <a:buNone/>
            </a:pPr>
            <a:r>
              <a:rPr lang="en-US" sz="240" dirty="0"/>
              <a:t>    return function cleanup() {</a:t>
            </a:r>
          </a:p>
          <a:p>
            <a:pPr marL="0" indent="0">
              <a:buNone/>
            </a:pPr>
            <a:r>
              <a:rPr lang="en-US" sz="240" dirty="0"/>
              <a:t>      </a:t>
            </a:r>
            <a:r>
              <a:rPr lang="en-US" sz="240" dirty="0" err="1"/>
              <a:t>abortController.abort</a:t>
            </a:r>
            <a:r>
              <a:rPr lang="en-US" sz="240" dirty="0"/>
              <a:t>()</a:t>
            </a:r>
          </a:p>
          <a:p>
            <a:pPr marL="0" indent="0">
              <a:buNone/>
            </a:pPr>
            <a:r>
              <a:rPr lang="en-US" sz="240" dirty="0"/>
              <a:t>    }</a:t>
            </a:r>
          </a:p>
          <a:p>
            <a:pPr marL="0" indent="0">
              <a:buNone/>
            </a:pPr>
            <a:r>
              <a:rPr lang="en-US" sz="240" dirty="0"/>
              <a:t>  }, [])</a:t>
            </a:r>
          </a:p>
          <a:p>
            <a:pPr marL="0" indent="0">
              <a:buNone/>
            </a:pPr>
            <a:br>
              <a:rPr lang="en-US" sz="240" dirty="0"/>
            </a:br>
            <a:endParaRPr lang="en-US" sz="240" dirty="0"/>
          </a:p>
          <a:p>
            <a:pPr marL="0" indent="0">
              <a:buNone/>
            </a:pPr>
            <a:r>
              <a:rPr lang="en-US" sz="240" dirty="0"/>
              <a:t>  const </a:t>
            </a:r>
            <a:r>
              <a:rPr lang="en-US" sz="240" dirty="0" err="1"/>
              <a:t>removeShop</a:t>
            </a:r>
            <a:r>
              <a:rPr lang="en-US" sz="240" dirty="0"/>
              <a:t> = (shop) =&gt; {</a:t>
            </a:r>
          </a:p>
          <a:p>
            <a:pPr marL="0" indent="0">
              <a:buNone/>
            </a:pPr>
            <a:r>
              <a:rPr lang="en-US" sz="240" dirty="0"/>
              <a:t>    const </a:t>
            </a:r>
            <a:r>
              <a:rPr lang="en-US" sz="240" dirty="0" err="1"/>
              <a:t>updatedShops</a:t>
            </a:r>
            <a:r>
              <a:rPr lang="en-US" sz="240" dirty="0"/>
              <a:t> = [...shops]</a:t>
            </a:r>
          </a:p>
          <a:p>
            <a:pPr marL="0" indent="0">
              <a:buNone/>
            </a:pPr>
            <a:r>
              <a:rPr lang="en-US" sz="240" dirty="0"/>
              <a:t>    const index = </a:t>
            </a:r>
            <a:r>
              <a:rPr lang="en-US" sz="240" dirty="0" err="1"/>
              <a:t>updatedShops.indexOf</a:t>
            </a:r>
            <a:r>
              <a:rPr lang="en-US" sz="240" dirty="0"/>
              <a:t>(shop)</a:t>
            </a:r>
          </a:p>
          <a:p>
            <a:pPr marL="0" indent="0">
              <a:buNone/>
            </a:pPr>
            <a:r>
              <a:rPr lang="en-US" sz="240" dirty="0"/>
              <a:t>    </a:t>
            </a:r>
            <a:r>
              <a:rPr lang="en-US" sz="240" dirty="0" err="1"/>
              <a:t>updatedShops.splice</a:t>
            </a:r>
            <a:r>
              <a:rPr lang="en-US" sz="240" dirty="0"/>
              <a:t>(index, 1)</a:t>
            </a:r>
          </a:p>
          <a:p>
            <a:pPr marL="0" indent="0">
              <a:buNone/>
            </a:pPr>
            <a:r>
              <a:rPr lang="en-US" sz="240" dirty="0"/>
              <a:t>    </a:t>
            </a:r>
            <a:r>
              <a:rPr lang="en-US" sz="240" dirty="0" err="1"/>
              <a:t>setShops</a:t>
            </a:r>
            <a:r>
              <a:rPr lang="en-US" sz="240" dirty="0"/>
              <a:t>(</a:t>
            </a:r>
            <a:r>
              <a:rPr lang="en-US" sz="240" dirty="0" err="1"/>
              <a:t>updatedShops</a:t>
            </a:r>
            <a:r>
              <a:rPr lang="en-US" sz="240" dirty="0"/>
              <a:t>)</a:t>
            </a:r>
          </a:p>
          <a:p>
            <a:pPr marL="0" indent="0">
              <a:buNone/>
            </a:pPr>
            <a:r>
              <a:rPr lang="en-US" sz="240" dirty="0"/>
              <a:t>  }</a:t>
            </a:r>
          </a:p>
          <a:p>
            <a:pPr marL="0" indent="0">
              <a:buNone/>
            </a:pPr>
            <a:br>
              <a:rPr lang="en-US" sz="240" dirty="0"/>
            </a:br>
            <a:endParaRPr lang="en-US" sz="240" dirty="0"/>
          </a:p>
          <a:p>
            <a:pPr marL="0" indent="0">
              <a:buNone/>
            </a:pPr>
            <a:r>
              <a:rPr lang="en-US" sz="240" dirty="0"/>
              <a:t>  if (</a:t>
            </a:r>
            <a:r>
              <a:rPr lang="en-US" sz="240" dirty="0" err="1"/>
              <a:t>redirectToSignin</a:t>
            </a:r>
            <a:r>
              <a:rPr lang="en-US" sz="240" dirty="0"/>
              <a:t>) {</a:t>
            </a:r>
          </a:p>
          <a:p>
            <a:pPr marL="0" indent="0">
              <a:buNone/>
            </a:pPr>
            <a:r>
              <a:rPr lang="en-US" sz="240" dirty="0"/>
              <a:t>    return &lt;Navigate to="/</a:t>
            </a:r>
            <a:r>
              <a:rPr lang="en-US" sz="240" dirty="0" err="1"/>
              <a:t>signin</a:t>
            </a:r>
            <a:r>
              <a:rPr lang="en-US" sz="240" dirty="0"/>
              <a:t>" /&gt;</a:t>
            </a:r>
          </a:p>
          <a:p>
            <a:pPr marL="0" indent="0">
              <a:buNone/>
            </a:pPr>
            <a:r>
              <a:rPr lang="en-US" sz="240" dirty="0"/>
              <a:t>  }</a:t>
            </a:r>
          </a:p>
          <a:p>
            <a:pPr marL="0" indent="0">
              <a:buNone/>
            </a:pPr>
            <a:br>
              <a:rPr lang="en-US" sz="240" dirty="0"/>
            </a:br>
            <a:endParaRPr lang="en-US" sz="240" dirty="0"/>
          </a:p>
          <a:p>
            <a:pPr marL="0" indent="0">
              <a:buNone/>
            </a:pPr>
            <a:r>
              <a:rPr lang="en-US" sz="240" dirty="0"/>
              <a:t>  return (</a:t>
            </a:r>
          </a:p>
          <a:p>
            <a:pPr marL="0" indent="0">
              <a:buNone/>
            </a:pPr>
            <a:r>
              <a:rPr lang="en-US" sz="240" dirty="0"/>
              <a:t>    &lt;Paper</a:t>
            </a:r>
          </a:p>
          <a:p>
            <a:pPr marL="0" indent="0">
              <a:buNone/>
            </a:pPr>
            <a:r>
              <a:rPr lang="en-US" sz="240" dirty="0"/>
              <a:t>      elevation={4}</a:t>
            </a:r>
          </a:p>
          <a:p>
            <a:pPr marL="0" indent="0">
              <a:buNone/>
            </a:pPr>
            <a:r>
              <a:rPr lang="en-US" sz="240" dirty="0"/>
              <a:t>      </a:t>
            </a:r>
            <a:r>
              <a:rPr lang="en-US" sz="240" dirty="0" err="1"/>
              <a:t>sx</a:t>
            </a:r>
            <a:r>
              <a:rPr lang="en-US" sz="240" dirty="0"/>
              <a:t>={{</a:t>
            </a:r>
          </a:p>
          <a:p>
            <a:pPr marL="0" indent="0">
              <a:buNone/>
            </a:pPr>
            <a:r>
              <a:rPr lang="en-US" sz="240" dirty="0"/>
              <a:t>        </a:t>
            </a:r>
            <a:r>
              <a:rPr lang="en-US" sz="240" dirty="0" err="1"/>
              <a:t>maxWidth</a:t>
            </a:r>
            <a:r>
              <a:rPr lang="en-US" sz="240" dirty="0"/>
              <a:t>: 600,</a:t>
            </a:r>
          </a:p>
          <a:p>
            <a:pPr marL="0" indent="0">
              <a:buNone/>
            </a:pPr>
            <a:r>
              <a:rPr lang="en-US" sz="240" dirty="0"/>
              <a:t>        m: 'auto',</a:t>
            </a:r>
          </a:p>
          <a:p>
            <a:pPr marL="0" indent="0">
              <a:buNone/>
            </a:pPr>
            <a:r>
              <a:rPr lang="en-US" sz="240" dirty="0"/>
              <a:t>        mt: 5,</a:t>
            </a:r>
          </a:p>
          <a:p>
            <a:pPr marL="0" indent="0">
              <a:buNone/>
            </a:pPr>
            <a:r>
              <a:rPr lang="en-US" sz="240" dirty="0"/>
              <a:t>        p: 3</a:t>
            </a:r>
          </a:p>
          <a:p>
            <a:pPr marL="0" indent="0">
              <a:buNone/>
            </a:pPr>
            <a:r>
              <a:rPr lang="en-US" sz="240" dirty="0"/>
              <a:t>      }}</a:t>
            </a:r>
          </a:p>
          <a:p>
            <a:pPr marL="0" indent="0">
              <a:buNone/>
            </a:pPr>
            <a:r>
              <a:rPr lang="en-US" sz="240" dirty="0"/>
              <a:t>    &gt;</a:t>
            </a:r>
          </a:p>
          <a:p>
            <a:pPr marL="0" indent="0">
              <a:buNone/>
            </a:pPr>
            <a:r>
              <a:rPr lang="en-US" sz="240" dirty="0"/>
              <a:t>      &lt;Typography</a:t>
            </a:r>
          </a:p>
          <a:p>
            <a:pPr marL="0" indent="0">
              <a:buNone/>
            </a:pPr>
            <a:r>
              <a:rPr lang="en-US" sz="240" dirty="0"/>
              <a:t>        variant="h6"</a:t>
            </a:r>
          </a:p>
          <a:p>
            <a:pPr marL="0" indent="0">
              <a:buNone/>
            </a:pPr>
            <a:r>
              <a:rPr lang="en-US" sz="240" dirty="0"/>
              <a:t>        </a:t>
            </a:r>
            <a:r>
              <a:rPr lang="en-US" sz="240" dirty="0" err="1"/>
              <a:t>sx</a:t>
            </a:r>
            <a:r>
              <a:rPr lang="en-US" sz="240" dirty="0"/>
              <a:t>={{</a:t>
            </a:r>
          </a:p>
          <a:p>
            <a:pPr marL="0" indent="0">
              <a:buNone/>
            </a:pPr>
            <a:r>
              <a:rPr lang="en-US" sz="240" dirty="0"/>
              <a:t>          mb: 3,</a:t>
            </a:r>
          </a:p>
          <a:p>
            <a:pPr marL="0" indent="0">
              <a:buNone/>
            </a:pPr>
            <a:r>
              <a:rPr lang="en-US" sz="240" dirty="0"/>
              <a:t>          ml: 1,</a:t>
            </a:r>
          </a:p>
          <a:p>
            <a:pPr marL="0" indent="0">
              <a:buNone/>
            </a:pPr>
            <a:r>
              <a:rPr lang="en-US" sz="240" dirty="0"/>
              <a:t>          color: </a:t>
            </a:r>
            <a:r>
              <a:rPr lang="en-US" sz="240" dirty="0" err="1"/>
              <a:t>theme.palette.primary.main</a:t>
            </a:r>
            <a:r>
              <a:rPr lang="en-US" sz="240" dirty="0"/>
              <a:t>,</a:t>
            </a:r>
          </a:p>
          <a:p>
            <a:pPr marL="0" indent="0">
              <a:buNone/>
            </a:pPr>
            <a:r>
              <a:rPr lang="en-US" sz="240" dirty="0"/>
              <a:t>          display: 'flex',</a:t>
            </a:r>
          </a:p>
          <a:p>
            <a:pPr marL="0" indent="0">
              <a:buNone/>
            </a:pPr>
            <a:r>
              <a:rPr lang="en-US" sz="240" dirty="0"/>
              <a:t>          </a:t>
            </a:r>
            <a:r>
              <a:rPr lang="en-US" sz="240" dirty="0" err="1"/>
              <a:t>alignItems</a:t>
            </a:r>
            <a:r>
              <a:rPr lang="en-US" sz="240" dirty="0"/>
              <a:t>: 'center',</a:t>
            </a:r>
          </a:p>
          <a:p>
            <a:pPr marL="0" indent="0">
              <a:buNone/>
            </a:pPr>
            <a:r>
              <a:rPr lang="en-US" sz="240" dirty="0"/>
              <a:t>          </a:t>
            </a:r>
            <a:r>
              <a:rPr lang="en-US" sz="240" dirty="0" err="1"/>
              <a:t>justifyContent</a:t>
            </a:r>
            <a:r>
              <a:rPr lang="en-US" sz="240" dirty="0"/>
              <a:t>: 'space-between'</a:t>
            </a:r>
          </a:p>
          <a:p>
            <a:pPr marL="0" indent="0">
              <a:buNone/>
            </a:pPr>
            <a:r>
              <a:rPr lang="en-US" sz="240" dirty="0"/>
              <a:t>        }}</a:t>
            </a:r>
          </a:p>
          <a:p>
            <a:pPr marL="0" indent="0">
              <a:buNone/>
            </a:pPr>
            <a:r>
              <a:rPr lang="en-US" sz="240" dirty="0"/>
              <a:t>      &gt;</a:t>
            </a:r>
          </a:p>
          <a:p>
            <a:pPr marL="0" indent="0">
              <a:buNone/>
            </a:pPr>
            <a:r>
              <a:rPr lang="en-US" sz="240" dirty="0"/>
              <a:t>        Your Shops</a:t>
            </a:r>
          </a:p>
          <a:p>
            <a:pPr marL="0" indent="0">
              <a:buNone/>
            </a:pPr>
            <a:r>
              <a:rPr lang="en-US" sz="240" dirty="0"/>
              <a:t>        &lt;Link to="/seller/shop/new" style={{ </a:t>
            </a:r>
            <a:r>
              <a:rPr lang="en-US" sz="240" dirty="0" err="1"/>
              <a:t>textDecoration</a:t>
            </a:r>
            <a:r>
              <a:rPr lang="en-US" sz="240" dirty="0"/>
              <a:t>: 'none' }}&gt;</a:t>
            </a:r>
          </a:p>
          <a:p>
            <a:pPr marL="0" indent="0">
              <a:buNone/>
            </a:pPr>
            <a:r>
              <a:rPr lang="en-US" sz="240" dirty="0"/>
              <a:t>          &lt;Button variant="contained" color="primary" </a:t>
            </a:r>
            <a:r>
              <a:rPr lang="en-US" sz="240" dirty="0" err="1"/>
              <a:t>startIcon</a:t>
            </a:r>
            <a:r>
              <a:rPr lang="en-US" sz="240" dirty="0"/>
              <a:t>={&lt;Icon&gt;</a:t>
            </a:r>
            <a:r>
              <a:rPr lang="en-US" sz="240" dirty="0" err="1"/>
              <a:t>add_box</a:t>
            </a:r>
            <a:r>
              <a:rPr lang="en-US" sz="240" dirty="0"/>
              <a:t>&lt;/Icon&gt;}&gt;</a:t>
            </a:r>
          </a:p>
          <a:p>
            <a:pPr marL="0" indent="0">
              <a:buNone/>
            </a:pPr>
            <a:r>
              <a:rPr lang="en-US" sz="240" dirty="0"/>
              <a:t>            New Shop</a:t>
            </a:r>
          </a:p>
          <a:p>
            <a:pPr marL="0" indent="0">
              <a:buNone/>
            </a:pPr>
            <a:r>
              <a:rPr lang="en-US" sz="240" dirty="0"/>
              <a:t>          &lt;/Button&gt;</a:t>
            </a:r>
          </a:p>
          <a:p>
            <a:pPr marL="0" indent="0">
              <a:buNone/>
            </a:pPr>
            <a:r>
              <a:rPr lang="en-US" sz="240" dirty="0"/>
              <a:t>        &lt;/Link&gt;</a:t>
            </a:r>
          </a:p>
          <a:p>
            <a:pPr marL="0" indent="0">
              <a:buNone/>
            </a:pPr>
            <a:r>
              <a:rPr lang="en-US" sz="240" dirty="0"/>
              <a:t>      &lt;/Typography&gt;</a:t>
            </a:r>
          </a:p>
          <a:p>
            <a:pPr marL="0" indent="0">
              <a:buNone/>
            </a:pPr>
            <a:br>
              <a:rPr lang="en-US" sz="240" dirty="0"/>
            </a:br>
            <a:endParaRPr lang="en-US" sz="240" dirty="0"/>
          </a:p>
          <a:p>
            <a:pPr marL="0" indent="0">
              <a:buNone/>
            </a:pPr>
            <a:r>
              <a:rPr lang="en-US" sz="240" dirty="0"/>
              <a:t>      &lt;List dense&gt;</a:t>
            </a:r>
          </a:p>
          <a:p>
            <a:pPr marL="0" indent="0">
              <a:buNone/>
            </a:pPr>
            <a:r>
              <a:rPr lang="en-US" sz="240" dirty="0"/>
              <a:t>        {</a:t>
            </a:r>
            <a:r>
              <a:rPr lang="en-US" sz="240" dirty="0" err="1"/>
              <a:t>shops.map</a:t>
            </a:r>
            <a:r>
              <a:rPr lang="en-US" sz="240" dirty="0"/>
              <a:t>((shop, </a:t>
            </a:r>
            <a:r>
              <a:rPr lang="en-US" sz="240" dirty="0" err="1"/>
              <a:t>i</a:t>
            </a:r>
            <a:r>
              <a:rPr lang="en-US" sz="240" dirty="0"/>
              <a:t>) =&gt; (</a:t>
            </a:r>
          </a:p>
          <a:p>
            <a:pPr marL="0" indent="0">
              <a:buNone/>
            </a:pPr>
            <a:r>
              <a:rPr lang="en-US" sz="240" dirty="0"/>
              <a:t>          &lt;span key={</a:t>
            </a:r>
            <a:r>
              <a:rPr lang="en-US" sz="240" dirty="0" err="1"/>
              <a:t>i</a:t>
            </a:r>
            <a:r>
              <a:rPr lang="en-US" sz="240" dirty="0"/>
              <a:t>}&gt;</a:t>
            </a:r>
          </a:p>
          <a:p>
            <a:pPr marL="0" indent="0">
              <a:buNone/>
            </a:pPr>
            <a:r>
              <a:rPr lang="en-US" sz="240" dirty="0"/>
              <a:t>            &lt;</a:t>
            </a:r>
            <a:r>
              <a:rPr lang="en-US" sz="240" dirty="0" err="1"/>
              <a:t>ListItem</a:t>
            </a:r>
            <a:r>
              <a:rPr lang="en-US" sz="240" dirty="0"/>
              <a:t> button&gt;</a:t>
            </a:r>
          </a:p>
          <a:p>
            <a:pPr marL="0" indent="0">
              <a:buNone/>
            </a:pPr>
            <a:r>
              <a:rPr lang="en-US" sz="240" dirty="0"/>
              <a:t>              &lt;</a:t>
            </a:r>
            <a:r>
              <a:rPr lang="en-US" sz="240" dirty="0" err="1"/>
              <a:t>ListItemAvatar</a:t>
            </a:r>
            <a:r>
              <a:rPr lang="en-US" sz="240" dirty="0"/>
              <a:t>&gt;</a:t>
            </a:r>
          </a:p>
          <a:p>
            <a:pPr marL="0" indent="0">
              <a:buNone/>
            </a:pPr>
            <a:r>
              <a:rPr lang="en-US" sz="240" dirty="0"/>
              <a:t>                &lt;Avatar </a:t>
            </a:r>
            <a:r>
              <a:rPr lang="en-US" sz="240" dirty="0" err="1"/>
              <a:t>src</a:t>
            </a:r>
            <a:r>
              <a:rPr lang="en-US" sz="240" dirty="0"/>
              <a:t>={`/</a:t>
            </a:r>
            <a:r>
              <a:rPr lang="en-US" sz="240" dirty="0" err="1"/>
              <a:t>api</a:t>
            </a:r>
            <a:r>
              <a:rPr lang="en-US" sz="240" dirty="0"/>
              <a:t>/shops/logo/${</a:t>
            </a:r>
            <a:r>
              <a:rPr lang="en-US" sz="240" dirty="0" err="1"/>
              <a:t>shop._id</a:t>
            </a:r>
            <a:r>
              <a:rPr lang="en-US" sz="240" dirty="0"/>
              <a:t>}?${new Date().</a:t>
            </a:r>
            <a:r>
              <a:rPr lang="en-US" sz="240" dirty="0" err="1"/>
              <a:t>getTime</a:t>
            </a:r>
            <a:r>
              <a:rPr lang="en-US" sz="240" dirty="0"/>
              <a:t>()}`} /&gt;</a:t>
            </a:r>
          </a:p>
          <a:p>
            <a:pPr marL="0" indent="0">
              <a:buNone/>
            </a:pPr>
            <a:r>
              <a:rPr lang="en-US" sz="240" dirty="0"/>
              <a:t>              &lt;/</a:t>
            </a:r>
            <a:r>
              <a:rPr lang="en-US" sz="240" dirty="0" err="1"/>
              <a:t>ListItemAvatar</a:t>
            </a:r>
            <a:r>
              <a:rPr lang="en-US" sz="240" dirty="0"/>
              <a:t>&gt;</a:t>
            </a:r>
          </a:p>
          <a:p>
            <a:pPr marL="0" indent="0">
              <a:buNone/>
            </a:pPr>
            <a:r>
              <a:rPr lang="en-US" sz="240" dirty="0"/>
              <a:t>              &lt;</a:t>
            </a:r>
            <a:r>
              <a:rPr lang="en-US" sz="240" dirty="0" err="1"/>
              <a:t>ListItemText</a:t>
            </a:r>
            <a:r>
              <a:rPr lang="en-US" sz="240" dirty="0"/>
              <a:t> primary={shop.name} secondary={</a:t>
            </a:r>
            <a:r>
              <a:rPr lang="en-US" sz="240" dirty="0" err="1"/>
              <a:t>shop.description</a:t>
            </a:r>
            <a:r>
              <a:rPr lang="en-US" sz="240" dirty="0"/>
              <a:t>} /&gt;</a:t>
            </a:r>
          </a:p>
          <a:p>
            <a:pPr marL="0" indent="0">
              <a:buNone/>
            </a:pPr>
            <a:r>
              <a:rPr lang="en-US" sz="240" dirty="0"/>
              <a:t>              {</a:t>
            </a:r>
            <a:r>
              <a:rPr lang="en-US" sz="240" dirty="0" err="1"/>
              <a:t>auth.isAuthenticated</a:t>
            </a:r>
            <a:r>
              <a:rPr lang="en-US" sz="240" dirty="0"/>
              <a:t>().user &amp;&amp;</a:t>
            </a:r>
          </a:p>
          <a:p>
            <a:pPr marL="0" indent="0">
              <a:buNone/>
            </a:pPr>
            <a:r>
              <a:rPr lang="en-US" sz="240" dirty="0"/>
              <a:t>                </a:t>
            </a:r>
            <a:r>
              <a:rPr lang="en-US" sz="240" dirty="0" err="1"/>
              <a:t>auth.isAuthenticated</a:t>
            </a:r>
            <a:r>
              <a:rPr lang="en-US" sz="240" dirty="0"/>
              <a:t>().</a:t>
            </a:r>
            <a:r>
              <a:rPr lang="en-US" sz="240" dirty="0" err="1"/>
              <a:t>user._id</a:t>
            </a:r>
            <a:r>
              <a:rPr lang="en-US" sz="240" dirty="0"/>
              <a:t> === </a:t>
            </a:r>
            <a:r>
              <a:rPr lang="en-US" sz="240" dirty="0" err="1"/>
              <a:t>shop.owner._id</a:t>
            </a:r>
            <a:r>
              <a:rPr lang="en-US" sz="240" dirty="0"/>
              <a:t> &amp;&amp; (</a:t>
            </a:r>
          </a:p>
          <a:p>
            <a:pPr marL="0" indent="0">
              <a:buNone/>
            </a:pPr>
            <a:r>
              <a:rPr lang="en-US" sz="240" dirty="0"/>
              <a:t>                  &lt;ListItemSecondaryAction&gt;</a:t>
            </a:r>
          </a:p>
          <a:p>
            <a:pPr marL="0" indent="0">
              <a:buNone/>
            </a:pPr>
            <a:r>
              <a:rPr lang="en-US" sz="240" dirty="0"/>
              <a:t>                    &lt;Link to={`/seller/shop/edit/${</a:t>
            </a:r>
            <a:r>
              <a:rPr lang="en-US" sz="240" dirty="0" err="1"/>
              <a:t>shop._id</a:t>
            </a:r>
            <a:r>
              <a:rPr lang="en-US" sz="240" dirty="0"/>
              <a:t>}`}&gt;</a:t>
            </a:r>
          </a:p>
          <a:p>
            <a:pPr marL="0" indent="0">
              <a:buNone/>
            </a:pPr>
            <a:r>
              <a:rPr lang="en-US" sz="240" dirty="0"/>
              <a:t>                      &lt;</a:t>
            </a:r>
            <a:r>
              <a:rPr lang="en-US" sz="240" dirty="0" err="1"/>
              <a:t>IconButton</a:t>
            </a:r>
            <a:r>
              <a:rPr lang="en-US" sz="240" dirty="0"/>
              <a:t> aria-label="Edit" color="primary"&gt;</a:t>
            </a:r>
          </a:p>
          <a:p>
            <a:pPr marL="0" indent="0">
              <a:buNone/>
            </a:pPr>
            <a:r>
              <a:rPr lang="en-US" sz="240" dirty="0"/>
              <a:t>                        &lt;</a:t>
            </a:r>
            <a:r>
              <a:rPr lang="en-US" sz="240" dirty="0" err="1"/>
              <a:t>EditIcon</a:t>
            </a:r>
            <a:r>
              <a:rPr lang="en-US" sz="240" dirty="0"/>
              <a:t> /&gt;</a:t>
            </a:r>
          </a:p>
          <a:p>
            <a:pPr marL="0" indent="0">
              <a:buNone/>
            </a:pPr>
            <a:r>
              <a:rPr lang="en-US" sz="240" dirty="0"/>
              <a:t>                      &lt;/</a:t>
            </a:r>
            <a:r>
              <a:rPr lang="en-US" sz="240" dirty="0" err="1"/>
              <a:t>IconButton</a:t>
            </a:r>
            <a:r>
              <a:rPr lang="en-US" sz="240" dirty="0"/>
              <a:t>&gt;</a:t>
            </a:r>
          </a:p>
          <a:p>
            <a:pPr marL="0" indent="0">
              <a:buNone/>
            </a:pPr>
            <a:r>
              <a:rPr lang="en-US" sz="240" dirty="0"/>
              <a:t>                    &lt;/Link&gt;</a:t>
            </a:r>
          </a:p>
          <a:p>
            <a:pPr marL="0" indent="0">
              <a:buNone/>
            </a:pPr>
            <a:r>
              <a:rPr lang="en-US" sz="240" dirty="0"/>
              <a:t>                    &lt;</a:t>
            </a:r>
            <a:r>
              <a:rPr lang="en-US" sz="240" dirty="0" err="1"/>
              <a:t>DeleteShop</a:t>
            </a:r>
            <a:r>
              <a:rPr lang="en-US" sz="240" dirty="0"/>
              <a:t> shop={shop} </a:t>
            </a:r>
            <a:r>
              <a:rPr lang="en-US" sz="240" dirty="0" err="1"/>
              <a:t>onRemove</a:t>
            </a:r>
            <a:r>
              <a:rPr lang="en-US" sz="240" dirty="0"/>
              <a:t>={</a:t>
            </a:r>
            <a:r>
              <a:rPr lang="en-US" sz="240" dirty="0" err="1"/>
              <a:t>removeShop</a:t>
            </a:r>
            <a:r>
              <a:rPr lang="en-US" sz="240" dirty="0"/>
              <a:t>} /&gt;</a:t>
            </a:r>
          </a:p>
          <a:p>
            <a:pPr marL="0" indent="0">
              <a:buNone/>
            </a:pPr>
            <a:r>
              <a:rPr lang="en-US" sz="240" dirty="0"/>
              <a:t>                  &lt;/ListItemSecondaryAction&gt;</a:t>
            </a:r>
          </a:p>
          <a:p>
            <a:pPr marL="0" indent="0">
              <a:buNone/>
            </a:pPr>
            <a:r>
              <a:rPr lang="en-US" sz="240" dirty="0"/>
              <a:t>                )}</a:t>
            </a:r>
          </a:p>
          <a:p>
            <a:pPr marL="0" indent="0">
              <a:buNone/>
            </a:pPr>
            <a:r>
              <a:rPr lang="en-US" sz="240" dirty="0"/>
              <a:t>            &lt;/</a:t>
            </a:r>
            <a:r>
              <a:rPr lang="en-US" sz="240" dirty="0" err="1"/>
              <a:t>ListItem</a:t>
            </a:r>
            <a:r>
              <a:rPr lang="en-US" sz="240" dirty="0"/>
              <a:t>&gt;</a:t>
            </a:r>
          </a:p>
          <a:p>
            <a:pPr marL="0" indent="0">
              <a:buNone/>
            </a:pPr>
            <a:r>
              <a:rPr lang="en-US" sz="240" dirty="0"/>
              <a:t>            &lt;Divider /&gt;</a:t>
            </a:r>
          </a:p>
          <a:p>
            <a:pPr marL="0" indent="0">
              <a:buNone/>
            </a:pPr>
            <a:r>
              <a:rPr lang="en-US" sz="240" dirty="0"/>
              <a:t>          &lt;/span&gt;</a:t>
            </a:r>
          </a:p>
          <a:p>
            <a:pPr marL="0" indent="0">
              <a:buNone/>
            </a:pPr>
            <a:r>
              <a:rPr lang="en-US" sz="240" dirty="0"/>
              <a:t>        ))}</a:t>
            </a:r>
          </a:p>
          <a:p>
            <a:pPr marL="0" indent="0">
              <a:buNone/>
            </a:pPr>
            <a:r>
              <a:rPr lang="en-US" sz="240" dirty="0"/>
              <a:t>      &lt;/List&gt;</a:t>
            </a:r>
          </a:p>
          <a:p>
            <a:pPr marL="0" indent="0">
              <a:buNone/>
            </a:pPr>
            <a:r>
              <a:rPr lang="en-US" sz="240" dirty="0"/>
              <a:t>    &lt;/Paper&gt;</a:t>
            </a:r>
          </a:p>
          <a:p>
            <a:pPr marL="0" indent="0">
              <a:buNone/>
            </a:pPr>
            <a:r>
              <a:rPr lang="en-US" sz="240" dirty="0"/>
              <a:t>  )</a:t>
            </a:r>
          </a:p>
          <a:p>
            <a:pPr marL="0" indent="0">
              <a:buNone/>
            </a:pPr>
            <a:r>
              <a:rPr lang="en-US" sz="240" dirty="0"/>
              <a:t>}</a:t>
            </a:r>
          </a:p>
          <a:p>
            <a:pPr marL="0" indent="0">
              <a:buNone/>
            </a:pPr>
            <a:endParaRPr lang="en-US" sz="240" dirty="0"/>
          </a:p>
        </p:txBody>
      </p:sp>
      <p:sp>
        <p:nvSpPr>
          <p:cNvPr id="4" name="Date Placeholder 3">
            <a:extLst>
              <a:ext uri="{FF2B5EF4-FFF2-40B4-BE49-F238E27FC236}">
                <a16:creationId xmlns:a16="http://schemas.microsoft.com/office/drawing/2014/main" id="{75960EA5-4CB4-576D-EEFD-4B08F148AC7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56EDF82-4641-682F-BCD2-90BB829831D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1359C10C-2857-7D07-ABB1-FD6D06C2FD01}"/>
              </a:ext>
            </a:extLst>
          </p:cNvPr>
          <p:cNvSpPr>
            <a:spLocks noGrp="1"/>
          </p:cNvSpPr>
          <p:nvPr>
            <p:ph type="sldNum" sz="quarter" idx="12"/>
          </p:nvPr>
        </p:nvSpPr>
        <p:spPr/>
        <p:txBody>
          <a:bodyPr/>
          <a:lstStyle/>
          <a:p>
            <a:fld id="{7C5CF243-786F-4254-B068-4C9F0B6EA12F}" type="slidenum">
              <a:rPr lang="en-US" altLang="en-US" smtClean="0"/>
              <a:pPr/>
              <a:t>51</a:t>
            </a:fld>
            <a:endParaRPr lang="en-US" altLang="en-US"/>
          </a:p>
        </p:txBody>
      </p:sp>
    </p:spTree>
    <p:extLst>
      <p:ext uri="{BB962C8B-B14F-4D97-AF65-F5344CB8AC3E}">
        <p14:creationId xmlns:p14="http://schemas.microsoft.com/office/powerpoint/2010/main" val="982041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1199-5FAC-08C7-A57C-7FA716924263}"/>
              </a:ext>
            </a:extLst>
          </p:cNvPr>
          <p:cNvSpPr>
            <a:spLocks noGrp="1"/>
          </p:cNvSpPr>
          <p:nvPr>
            <p:ph type="title"/>
          </p:nvPr>
        </p:nvSpPr>
        <p:spPr/>
        <p:txBody>
          <a:bodyPr/>
          <a:lstStyle/>
          <a:p>
            <a:r>
              <a:rPr lang="en-US" dirty="0" err="1"/>
              <a:t>MyShops.jsx</a:t>
            </a:r>
            <a:r>
              <a:rPr lang="en-US" dirty="0"/>
              <a:t> code explanation</a:t>
            </a:r>
          </a:p>
        </p:txBody>
      </p:sp>
      <p:sp>
        <p:nvSpPr>
          <p:cNvPr id="3" name="Content Placeholder 2">
            <a:extLst>
              <a:ext uri="{FF2B5EF4-FFF2-40B4-BE49-F238E27FC236}">
                <a16:creationId xmlns:a16="http://schemas.microsoft.com/office/drawing/2014/main" id="{F842252E-732A-892C-EC95-7DADE18A78F7}"/>
              </a:ext>
            </a:extLst>
          </p:cNvPr>
          <p:cNvSpPr>
            <a:spLocks noGrp="1"/>
          </p:cNvSpPr>
          <p:nvPr>
            <p:ph idx="1"/>
          </p:nvPr>
        </p:nvSpPr>
        <p:spPr/>
        <p:txBody>
          <a:bodyPr/>
          <a:lstStyle/>
          <a:p>
            <a:pPr marL="0" indent="0">
              <a:buNone/>
            </a:pPr>
            <a:r>
              <a:rPr lang="en-US" sz="450" b="1" dirty="0"/>
              <a:t>1–4: React and MUI Imports</a:t>
            </a:r>
            <a:endParaRPr lang="en-US" sz="450" dirty="0"/>
          </a:p>
          <a:p>
            <a:pPr marL="0" lvl="0" indent="0">
              <a:buNone/>
            </a:pPr>
            <a:r>
              <a:rPr lang="en-US" sz="450" b="1" dirty="0"/>
              <a:t>Brings in React and hooks for component logic and state.</a:t>
            </a:r>
            <a:endParaRPr lang="en-US" sz="450" dirty="0"/>
          </a:p>
          <a:p>
            <a:pPr marL="0" lvl="0" indent="0">
              <a:buNone/>
            </a:pPr>
            <a:r>
              <a:rPr lang="en-US" sz="450" b="1" dirty="0"/>
              <a:t>Imports various Material-UI components used for layout, lists, icons, buttons, and typography.</a:t>
            </a:r>
            <a:endParaRPr lang="en-US" sz="450" dirty="0"/>
          </a:p>
          <a:p>
            <a:pPr marL="0" indent="0">
              <a:buNone/>
            </a:pPr>
            <a:r>
              <a:rPr lang="en-US" sz="450" b="1" dirty="0"/>
              <a:t>5: Icon Import</a:t>
            </a:r>
            <a:endParaRPr lang="en-US" sz="450" dirty="0"/>
          </a:p>
          <a:p>
            <a:pPr marL="0" lvl="0" indent="0">
              <a:buNone/>
            </a:pPr>
            <a:r>
              <a:rPr lang="en-US" sz="450" b="1" dirty="0"/>
              <a:t>Loads the "Edit" icon, which will be used as an action for editing shops.</a:t>
            </a:r>
            <a:endParaRPr lang="en-US" sz="450" dirty="0"/>
          </a:p>
          <a:p>
            <a:pPr marL="0" indent="0">
              <a:buNone/>
            </a:pPr>
            <a:r>
              <a:rPr lang="en-US" sz="450" b="1" dirty="0"/>
              <a:t>6: Theme Hook</a:t>
            </a:r>
            <a:endParaRPr lang="en-US" sz="450" dirty="0"/>
          </a:p>
          <a:p>
            <a:pPr marL="0" lvl="0" indent="0">
              <a:buNone/>
            </a:pPr>
            <a:r>
              <a:rPr lang="en-US" sz="450" b="1" dirty="0"/>
              <a:t>The theme object is accessed for consistent color and spacing styles using Material-UI’s </a:t>
            </a:r>
            <a:r>
              <a:rPr lang="en-US" sz="450" b="1" dirty="0" err="1"/>
              <a:t>useTheme</a:t>
            </a:r>
            <a:r>
              <a:rPr lang="en-US" sz="450" b="1" dirty="0"/>
              <a:t>.</a:t>
            </a:r>
            <a:endParaRPr lang="en-US" sz="450" dirty="0"/>
          </a:p>
          <a:p>
            <a:pPr marL="0" indent="0">
              <a:buNone/>
            </a:pPr>
            <a:r>
              <a:rPr lang="en-US" sz="450" b="1" dirty="0"/>
              <a:t>7–9: Utility Imports</a:t>
            </a:r>
            <a:endParaRPr lang="en-US" sz="450" dirty="0"/>
          </a:p>
          <a:p>
            <a:pPr marL="0" lvl="0" indent="0">
              <a:buNone/>
            </a:pPr>
            <a:r>
              <a:rPr lang="en-US" sz="450" b="1" dirty="0"/>
              <a:t>Imports a custom authentication helper to access login credentials.</a:t>
            </a:r>
            <a:endParaRPr lang="en-US" sz="450" dirty="0"/>
          </a:p>
          <a:p>
            <a:pPr marL="0" lvl="0" indent="0">
              <a:buNone/>
            </a:pPr>
            <a:r>
              <a:rPr lang="en-US" sz="450" b="1" dirty="0"/>
              <a:t>Imports an API function to get all shops owned by a user.</a:t>
            </a:r>
            <a:endParaRPr lang="en-US" sz="450" dirty="0"/>
          </a:p>
          <a:p>
            <a:pPr marL="0" lvl="0" indent="0">
              <a:buNone/>
            </a:pPr>
            <a:r>
              <a:rPr lang="en-US" sz="450" b="1" dirty="0"/>
              <a:t>Imports routing utilities for navigation (Navigate, Link).</a:t>
            </a:r>
            <a:endParaRPr lang="en-US" sz="450" dirty="0"/>
          </a:p>
          <a:p>
            <a:pPr marL="0" indent="0">
              <a:buNone/>
            </a:pPr>
            <a:r>
              <a:rPr lang="en-US" sz="450" b="1" dirty="0"/>
              <a:t>10: Delete Component Import</a:t>
            </a:r>
            <a:endParaRPr lang="en-US" sz="450" dirty="0"/>
          </a:p>
          <a:p>
            <a:pPr marL="0" lvl="0" indent="0">
              <a:buNone/>
            </a:pPr>
            <a:r>
              <a:rPr lang="en-US" sz="450" b="1" dirty="0"/>
              <a:t>Imports a child component that handles deleting a shop, including confirmation UI and API integration.</a:t>
            </a:r>
            <a:endParaRPr lang="en-US" sz="450" dirty="0"/>
          </a:p>
          <a:p>
            <a:pPr marL="0" indent="0">
              <a:buNone/>
            </a:pPr>
            <a:r>
              <a:rPr lang="en-US" sz="450" b="1" dirty="0"/>
              <a:t>12: Component Definition</a:t>
            </a:r>
            <a:endParaRPr lang="en-US" sz="450" dirty="0"/>
          </a:p>
          <a:p>
            <a:pPr marL="0" lvl="0" indent="0">
              <a:buNone/>
            </a:pPr>
            <a:r>
              <a:rPr lang="en-US" sz="450" b="1" dirty="0"/>
              <a:t>Defines a React functional component named </a:t>
            </a:r>
            <a:r>
              <a:rPr lang="en-US" sz="450" b="1" dirty="0" err="1"/>
              <a:t>MyShops</a:t>
            </a:r>
            <a:r>
              <a:rPr lang="en-US" sz="450" b="1" dirty="0"/>
              <a:t>.</a:t>
            </a:r>
            <a:endParaRPr lang="en-US" sz="450" dirty="0"/>
          </a:p>
          <a:p>
            <a:pPr marL="0" indent="0">
              <a:buNone/>
            </a:pPr>
            <a:r>
              <a:rPr lang="en-US" sz="450" b="1" dirty="0"/>
              <a:t>13–15: Theme and State</a:t>
            </a:r>
            <a:endParaRPr lang="en-US" sz="450" dirty="0"/>
          </a:p>
          <a:p>
            <a:pPr marL="0" lvl="0" indent="0">
              <a:buNone/>
            </a:pPr>
            <a:r>
              <a:rPr lang="en-US" sz="450" b="1" dirty="0"/>
              <a:t>Retrieves the current theme.</a:t>
            </a:r>
            <a:endParaRPr lang="en-US" sz="450" dirty="0"/>
          </a:p>
          <a:p>
            <a:pPr marL="0" lvl="0" indent="0">
              <a:buNone/>
            </a:pPr>
            <a:r>
              <a:rPr lang="en-US" sz="450" b="1" dirty="0"/>
              <a:t>Initializes shops state to store the list of user-owned shops.</a:t>
            </a:r>
            <a:endParaRPr lang="en-US" sz="450" dirty="0"/>
          </a:p>
          <a:p>
            <a:pPr marL="0" lvl="0" indent="0">
              <a:buNone/>
            </a:pPr>
            <a:r>
              <a:rPr lang="en-US" sz="450" b="1" dirty="0"/>
              <a:t>Initializes a </a:t>
            </a:r>
            <a:r>
              <a:rPr lang="en-US" sz="450" b="1" dirty="0" err="1"/>
              <a:t>boolean</a:t>
            </a:r>
            <a:r>
              <a:rPr lang="en-US" sz="450" b="1" dirty="0"/>
              <a:t> state to manage redirection to the sign-in page.</a:t>
            </a:r>
            <a:endParaRPr lang="en-US" sz="450" dirty="0"/>
          </a:p>
          <a:p>
            <a:pPr marL="0" indent="0">
              <a:buNone/>
            </a:pPr>
            <a:r>
              <a:rPr lang="en-US" sz="450" b="1" dirty="0"/>
              <a:t>16: Authentication</a:t>
            </a:r>
            <a:endParaRPr lang="en-US" sz="450" dirty="0"/>
          </a:p>
          <a:p>
            <a:pPr marL="0" lvl="0" indent="0">
              <a:buNone/>
            </a:pPr>
            <a:r>
              <a:rPr lang="en-US" sz="450" b="1" dirty="0"/>
              <a:t>Retrieves the current user's JSON Web Token and user info from session storage using the helper.</a:t>
            </a:r>
            <a:endParaRPr lang="en-US" sz="450" dirty="0"/>
          </a:p>
          <a:p>
            <a:pPr marL="0" indent="0">
              <a:buNone/>
            </a:pPr>
            <a:r>
              <a:rPr lang="en-US" sz="450" b="1" dirty="0"/>
              <a:t>18–30: </a:t>
            </a:r>
            <a:r>
              <a:rPr lang="en-US" sz="450" b="1" dirty="0" err="1"/>
              <a:t>useEffect</a:t>
            </a:r>
            <a:r>
              <a:rPr lang="en-US" sz="450" b="1" dirty="0"/>
              <a:t> Hook</a:t>
            </a:r>
            <a:endParaRPr lang="en-US" sz="450" dirty="0"/>
          </a:p>
          <a:p>
            <a:pPr marL="0" lvl="0" indent="0">
              <a:buNone/>
            </a:pPr>
            <a:r>
              <a:rPr lang="en-US" sz="450" b="1" dirty="0"/>
              <a:t>When the component mounts:</a:t>
            </a:r>
            <a:endParaRPr lang="en-US" sz="450" dirty="0"/>
          </a:p>
          <a:p>
            <a:pPr marL="457200" lvl="1" indent="0">
              <a:buNone/>
            </a:pPr>
            <a:r>
              <a:rPr lang="en-US" sz="450" b="1" dirty="0"/>
              <a:t>An </a:t>
            </a:r>
            <a:r>
              <a:rPr lang="en-US" sz="450" b="1" dirty="0" err="1"/>
              <a:t>AbortController</a:t>
            </a:r>
            <a:r>
              <a:rPr lang="en-US" sz="450" b="1" dirty="0"/>
              <a:t> is created to handle cleanup of async requests.</a:t>
            </a:r>
            <a:endParaRPr lang="en-US" sz="450" dirty="0"/>
          </a:p>
          <a:p>
            <a:pPr marL="457200" lvl="1" indent="0">
              <a:buNone/>
            </a:pPr>
            <a:r>
              <a:rPr lang="en-US" sz="450" b="1" dirty="0"/>
              <a:t>A call is made to fetch shops owned by the authenticated user, using the user ID and token.</a:t>
            </a:r>
            <a:endParaRPr lang="en-US" sz="450" dirty="0"/>
          </a:p>
          <a:p>
            <a:pPr marL="457200" lvl="1" indent="0">
              <a:buNone/>
            </a:pPr>
            <a:r>
              <a:rPr lang="en-US" sz="450" b="1" dirty="0"/>
              <a:t>If an error occurs (e.g. invalid or expired token), redirection is triggered.</a:t>
            </a:r>
            <a:endParaRPr lang="en-US" sz="450" dirty="0"/>
          </a:p>
          <a:p>
            <a:pPr marL="457200" lvl="1" indent="0">
              <a:buNone/>
            </a:pPr>
            <a:r>
              <a:rPr lang="en-US" sz="450" b="1" dirty="0"/>
              <a:t>If successful, the retrieved shops are saved to state.</a:t>
            </a:r>
            <a:endParaRPr lang="en-US" sz="450" dirty="0"/>
          </a:p>
          <a:p>
            <a:pPr marL="0" lvl="0" indent="0">
              <a:buNone/>
            </a:pPr>
            <a:r>
              <a:rPr lang="en-US" sz="450" b="1" dirty="0"/>
              <a:t>When the component unmounts, the abort controller cancels the request to prevent memory leaks.</a:t>
            </a:r>
            <a:endParaRPr lang="en-US" sz="450" dirty="0"/>
          </a:p>
          <a:p>
            <a:pPr marL="0" indent="0">
              <a:buNone/>
            </a:pPr>
            <a:r>
              <a:rPr lang="en-US" sz="450" b="1" dirty="0"/>
              <a:t>32–37: Shop Removal Handler</a:t>
            </a:r>
            <a:endParaRPr lang="en-US" sz="450" dirty="0"/>
          </a:p>
          <a:p>
            <a:pPr marL="0" lvl="0" indent="0">
              <a:buNone/>
            </a:pPr>
            <a:r>
              <a:rPr lang="en-US" sz="450" b="1" dirty="0"/>
              <a:t>Defines a function to remove a shop from the list after deletion.</a:t>
            </a:r>
            <a:endParaRPr lang="en-US" sz="450" dirty="0"/>
          </a:p>
          <a:p>
            <a:pPr marL="0" lvl="0" indent="0">
              <a:buNone/>
            </a:pPr>
            <a:r>
              <a:rPr lang="en-US" sz="450" b="1" dirty="0"/>
              <a:t>Makes a copy of the shops array, finds and removes the specified shop, and updates the state with the new array.</a:t>
            </a:r>
            <a:endParaRPr lang="en-US" sz="450" dirty="0"/>
          </a:p>
          <a:p>
            <a:pPr marL="0" indent="0">
              <a:buNone/>
            </a:pPr>
            <a:r>
              <a:rPr lang="en-US" sz="450" b="1" dirty="0"/>
              <a:t>39–41: Redirect if Unauthorized</a:t>
            </a:r>
            <a:endParaRPr lang="en-US" sz="450" dirty="0"/>
          </a:p>
          <a:p>
            <a:pPr marL="0" lvl="0" indent="0">
              <a:buNone/>
            </a:pPr>
            <a:r>
              <a:rPr lang="en-US" sz="450" b="1" dirty="0"/>
              <a:t>If redirection is triggered (e.g., due to failed authentication), the component returns a Navigate element that sends the user to the sign-in page.</a:t>
            </a:r>
            <a:endParaRPr lang="en-US" sz="450" dirty="0"/>
          </a:p>
          <a:p>
            <a:pPr marL="0" indent="0">
              <a:buNone/>
            </a:pPr>
            <a:r>
              <a:rPr lang="en-US" sz="450" b="1" dirty="0"/>
              <a:t>43–89: JSX Rendering – Paper Container</a:t>
            </a:r>
            <a:endParaRPr lang="en-US" sz="450" dirty="0"/>
          </a:p>
          <a:p>
            <a:pPr marL="0" lvl="0" indent="0">
              <a:buNone/>
            </a:pPr>
            <a:r>
              <a:rPr lang="en-US" sz="450" b="1" dirty="0"/>
              <a:t>A styled Paper component is rendered as the main container with spacing and elevation.</a:t>
            </a:r>
            <a:endParaRPr lang="en-US" sz="450" dirty="0"/>
          </a:p>
          <a:p>
            <a:pPr marL="0" indent="0">
              <a:buNone/>
            </a:pPr>
            <a:r>
              <a:rPr lang="en-US" sz="450" b="1" dirty="0"/>
              <a:t> </a:t>
            </a:r>
            <a:endParaRPr lang="en-US" sz="450" dirty="0"/>
          </a:p>
          <a:p>
            <a:pPr marL="0" indent="0">
              <a:buNone/>
            </a:pPr>
            <a:r>
              <a:rPr lang="en-US" sz="450" b="1" dirty="0"/>
              <a:t>44–53: Section Header</a:t>
            </a:r>
            <a:endParaRPr lang="en-US" sz="450" dirty="0"/>
          </a:p>
          <a:p>
            <a:pPr marL="0" lvl="0" indent="0">
              <a:buNone/>
            </a:pPr>
            <a:r>
              <a:rPr lang="en-US" sz="450" b="1" dirty="0"/>
              <a:t>Displays the "Your Shops" heading using Typography.</a:t>
            </a:r>
            <a:endParaRPr lang="en-US" sz="450" dirty="0"/>
          </a:p>
          <a:p>
            <a:pPr marL="0" lvl="0" indent="0">
              <a:buNone/>
            </a:pPr>
            <a:r>
              <a:rPr lang="en-US" sz="450" b="1" dirty="0"/>
              <a:t>Includes a link-styled button that navigates to the "Create New Shop" page.</a:t>
            </a:r>
            <a:endParaRPr lang="en-US" sz="450" dirty="0"/>
          </a:p>
          <a:p>
            <a:pPr marL="0" lvl="0" indent="0">
              <a:buNone/>
            </a:pPr>
            <a:r>
              <a:rPr lang="en-US" sz="450" b="1" dirty="0"/>
              <a:t>The button includes a plus-box icon for visual indication.</a:t>
            </a:r>
            <a:endParaRPr lang="en-US" sz="450" dirty="0"/>
          </a:p>
          <a:p>
            <a:pPr marL="0" indent="0">
              <a:buNone/>
            </a:pPr>
            <a:r>
              <a:rPr lang="en-US" sz="450" b="1" dirty="0"/>
              <a:t>55–87: Shop List</a:t>
            </a:r>
            <a:endParaRPr lang="en-US" sz="450" dirty="0"/>
          </a:p>
          <a:p>
            <a:pPr marL="0" lvl="0" indent="0">
              <a:buNone/>
            </a:pPr>
            <a:r>
              <a:rPr lang="en-US" sz="450" b="1" dirty="0"/>
              <a:t>A Material-UI List is used to render a list of shops.</a:t>
            </a:r>
            <a:endParaRPr lang="en-US" sz="450" dirty="0"/>
          </a:p>
          <a:p>
            <a:pPr marL="0" lvl="0" indent="0">
              <a:buNone/>
            </a:pPr>
            <a:r>
              <a:rPr lang="en-US" sz="450" b="1" dirty="0"/>
              <a:t>Iterates over the shops array:</a:t>
            </a:r>
            <a:endParaRPr lang="en-US" sz="450" dirty="0"/>
          </a:p>
          <a:p>
            <a:pPr marL="457200" lvl="1" indent="0">
              <a:buNone/>
            </a:pPr>
            <a:r>
              <a:rPr lang="en-US" sz="450" b="1" dirty="0"/>
              <a:t>Each item is wrapped in a span with a unique key.</a:t>
            </a:r>
            <a:endParaRPr lang="en-US" sz="450" dirty="0"/>
          </a:p>
          <a:p>
            <a:pPr marL="457200" lvl="1" indent="0">
              <a:buNone/>
            </a:pPr>
            <a:r>
              <a:rPr lang="en-US" sz="450" b="1" dirty="0"/>
              <a:t>A </a:t>
            </a:r>
            <a:r>
              <a:rPr lang="en-US" sz="450" b="1" dirty="0" err="1"/>
              <a:t>ListItem</a:t>
            </a:r>
            <a:r>
              <a:rPr lang="en-US" sz="450" b="1" dirty="0"/>
              <a:t> represents the clickable row for each shop.</a:t>
            </a:r>
            <a:endParaRPr lang="en-US" sz="450" dirty="0"/>
          </a:p>
          <a:p>
            <a:pPr marL="457200" lvl="1" indent="0">
              <a:buNone/>
            </a:pPr>
            <a:r>
              <a:rPr lang="en-US" sz="450" b="1" dirty="0"/>
              <a:t>A </a:t>
            </a:r>
            <a:r>
              <a:rPr lang="en-US" sz="450" b="1" dirty="0" err="1"/>
              <a:t>ListItemAvatar</a:t>
            </a:r>
            <a:r>
              <a:rPr lang="en-US" sz="450" b="1" dirty="0"/>
              <a:t> displays the shop's logo using an Avatar component.</a:t>
            </a:r>
            <a:endParaRPr lang="en-US" sz="450" dirty="0"/>
          </a:p>
          <a:p>
            <a:pPr marL="914400" lvl="2" indent="0">
              <a:buNone/>
            </a:pPr>
            <a:r>
              <a:rPr lang="en-US" sz="450" b="1" dirty="0"/>
              <a:t>The logo URL includes a timestamp to prevent browser caching.</a:t>
            </a:r>
            <a:endParaRPr lang="en-US" sz="450" dirty="0"/>
          </a:p>
          <a:p>
            <a:pPr marL="457200" lvl="1" indent="0">
              <a:buNone/>
            </a:pPr>
            <a:r>
              <a:rPr lang="en-US" sz="450" b="1" dirty="0" err="1"/>
              <a:t>ListItemText</a:t>
            </a:r>
            <a:r>
              <a:rPr lang="en-US" sz="450" b="1" dirty="0"/>
              <a:t> displays the shop’s name and description.</a:t>
            </a:r>
            <a:endParaRPr lang="en-US" sz="450" dirty="0"/>
          </a:p>
          <a:p>
            <a:pPr marL="457200" lvl="1" indent="0">
              <a:buNone/>
            </a:pPr>
            <a:r>
              <a:rPr lang="en-US" sz="450" b="1" dirty="0"/>
              <a:t>If the currently authenticated user matches the shop owner:</a:t>
            </a:r>
            <a:endParaRPr lang="en-US" sz="450" dirty="0"/>
          </a:p>
          <a:p>
            <a:pPr marL="914400" lvl="2" indent="0">
              <a:buNone/>
            </a:pPr>
            <a:r>
              <a:rPr lang="en-US" sz="450" b="1" dirty="0"/>
              <a:t>A secondary action area is displayed containing:</a:t>
            </a:r>
            <a:endParaRPr lang="en-US" sz="450" dirty="0"/>
          </a:p>
          <a:p>
            <a:pPr marL="1371600" lvl="3" indent="0">
              <a:buNone/>
            </a:pPr>
            <a:r>
              <a:rPr lang="en-US" sz="450" b="1" dirty="0"/>
              <a:t>An edit button (linked to the edit page for that shop).</a:t>
            </a:r>
            <a:endParaRPr lang="en-US" sz="450" dirty="0"/>
          </a:p>
          <a:p>
            <a:pPr marL="1371600" lvl="3" indent="0">
              <a:buNone/>
            </a:pPr>
            <a:r>
              <a:rPr lang="en-US" sz="450" b="1" dirty="0"/>
              <a:t>The </a:t>
            </a:r>
            <a:r>
              <a:rPr lang="en-US" sz="450" b="1" dirty="0" err="1"/>
              <a:t>DeleteShop</a:t>
            </a:r>
            <a:r>
              <a:rPr lang="en-US" sz="450" b="1" dirty="0"/>
              <a:t> component, which handles shop deletion.</a:t>
            </a:r>
            <a:endParaRPr lang="en-US" sz="450" dirty="0"/>
          </a:p>
          <a:p>
            <a:pPr marL="457200" lvl="1" indent="0">
              <a:buNone/>
            </a:pPr>
            <a:r>
              <a:rPr lang="en-US" sz="450" b="1" dirty="0"/>
              <a:t>A Divider separates each list item visually.</a:t>
            </a:r>
            <a:endParaRPr lang="en-US" sz="450" dirty="0"/>
          </a:p>
          <a:p>
            <a:pPr marL="0" indent="0">
              <a:buNone/>
            </a:pPr>
            <a:r>
              <a:rPr lang="en-US" sz="450" b="1" dirty="0"/>
              <a:t>Summary</a:t>
            </a:r>
            <a:endParaRPr lang="en-US" sz="450" dirty="0"/>
          </a:p>
          <a:p>
            <a:pPr marL="0" indent="0">
              <a:buNone/>
            </a:pPr>
            <a:r>
              <a:rPr lang="en-US" sz="450" b="1" dirty="0"/>
              <a:t>The </a:t>
            </a:r>
            <a:r>
              <a:rPr lang="en-US" sz="450" b="1" dirty="0" err="1"/>
              <a:t>MyShops</a:t>
            </a:r>
            <a:r>
              <a:rPr lang="en-US" sz="450" b="1" dirty="0"/>
              <a:t> component:</a:t>
            </a:r>
            <a:endParaRPr lang="en-US" sz="450" dirty="0"/>
          </a:p>
          <a:p>
            <a:pPr marL="0" lvl="0" indent="0">
              <a:buNone/>
            </a:pPr>
            <a:r>
              <a:rPr lang="en-US" sz="450" b="1" dirty="0"/>
              <a:t>Retrieves and displays all shops owned by the currently signed-in user.</a:t>
            </a:r>
            <a:endParaRPr lang="en-US" sz="450" dirty="0"/>
          </a:p>
          <a:p>
            <a:pPr marL="0" lvl="0" indent="0">
              <a:buNone/>
            </a:pPr>
            <a:r>
              <a:rPr lang="en-US" sz="450" b="1" dirty="0"/>
              <a:t>Shows a button to create a new shop.</a:t>
            </a:r>
            <a:endParaRPr lang="en-US" sz="450" dirty="0"/>
          </a:p>
          <a:p>
            <a:pPr marL="0" lvl="0" indent="0">
              <a:buNone/>
            </a:pPr>
            <a:r>
              <a:rPr lang="en-US" sz="450" b="1" dirty="0"/>
              <a:t>Displays each shop with name, logo, and description.</a:t>
            </a:r>
            <a:endParaRPr lang="en-US" sz="450" dirty="0"/>
          </a:p>
          <a:p>
            <a:pPr marL="0" lvl="0" indent="0">
              <a:buNone/>
            </a:pPr>
            <a:r>
              <a:rPr lang="en-US" sz="450" b="1" dirty="0"/>
              <a:t>Provides "Edit" and "Delete" actions for shops owned by the user.</a:t>
            </a:r>
            <a:endParaRPr lang="en-US" sz="450" dirty="0"/>
          </a:p>
          <a:p>
            <a:pPr marL="0" lvl="0" indent="0">
              <a:buNone/>
            </a:pPr>
            <a:r>
              <a:rPr lang="en-US" sz="450" b="1" dirty="0"/>
              <a:t>Redirects to the sign-in page if authentication fails or is missing.</a:t>
            </a:r>
            <a:endParaRPr lang="en-US" sz="450" dirty="0"/>
          </a:p>
          <a:p>
            <a:pPr marL="0" indent="0">
              <a:buNone/>
            </a:pPr>
            <a:endParaRPr lang="en-US" sz="450" dirty="0"/>
          </a:p>
        </p:txBody>
      </p:sp>
      <p:sp>
        <p:nvSpPr>
          <p:cNvPr id="4" name="Date Placeholder 3">
            <a:extLst>
              <a:ext uri="{FF2B5EF4-FFF2-40B4-BE49-F238E27FC236}">
                <a16:creationId xmlns:a16="http://schemas.microsoft.com/office/drawing/2014/main" id="{38C72390-5540-0706-7344-00C0B215312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0195EC3-F79B-A506-5B26-11F07C359B3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66F6337-9088-7820-B6BD-E5C078A7E2EA}"/>
              </a:ext>
            </a:extLst>
          </p:cNvPr>
          <p:cNvSpPr>
            <a:spLocks noGrp="1"/>
          </p:cNvSpPr>
          <p:nvPr>
            <p:ph type="sldNum" sz="quarter" idx="12"/>
          </p:nvPr>
        </p:nvSpPr>
        <p:spPr/>
        <p:txBody>
          <a:bodyPr/>
          <a:lstStyle/>
          <a:p>
            <a:fld id="{7C5CF243-786F-4254-B068-4C9F0B6EA12F}" type="slidenum">
              <a:rPr lang="en-US" altLang="en-US" smtClean="0"/>
              <a:pPr/>
              <a:t>52</a:t>
            </a:fld>
            <a:endParaRPr lang="en-US" altLang="en-US"/>
          </a:p>
        </p:txBody>
      </p:sp>
    </p:spTree>
    <p:extLst>
      <p:ext uri="{BB962C8B-B14F-4D97-AF65-F5344CB8AC3E}">
        <p14:creationId xmlns:p14="http://schemas.microsoft.com/office/powerpoint/2010/main" val="10203814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4596-6669-C587-1B25-822FCE60A405}"/>
              </a:ext>
            </a:extLst>
          </p:cNvPr>
          <p:cNvSpPr>
            <a:spLocks noGrp="1"/>
          </p:cNvSpPr>
          <p:nvPr>
            <p:ph type="title"/>
          </p:nvPr>
        </p:nvSpPr>
        <p:spPr/>
        <p:txBody>
          <a:bodyPr/>
          <a:lstStyle/>
          <a:p>
            <a:r>
              <a:rPr lang="en-US" dirty="0"/>
              <a:t>Client/shop/</a:t>
            </a:r>
            <a:r>
              <a:rPr lang="en-US" dirty="0" err="1"/>
              <a:t>EditShop.jsx</a:t>
            </a:r>
            <a:endParaRPr lang="en-US" dirty="0"/>
          </a:p>
        </p:txBody>
      </p:sp>
      <p:sp>
        <p:nvSpPr>
          <p:cNvPr id="3" name="Content Placeholder 2">
            <a:extLst>
              <a:ext uri="{FF2B5EF4-FFF2-40B4-BE49-F238E27FC236}">
                <a16:creationId xmlns:a16="http://schemas.microsoft.com/office/drawing/2014/main" id="{3FE45BA6-3A6B-F9F0-AFD9-962D4E63A25B}"/>
              </a:ext>
            </a:extLst>
          </p:cNvPr>
          <p:cNvSpPr>
            <a:spLocks noGrp="1"/>
          </p:cNvSpPr>
          <p:nvPr>
            <p:ph idx="1"/>
          </p:nvPr>
        </p:nvSpPr>
        <p:spPr/>
        <p:txBody>
          <a:bodyPr/>
          <a:lstStyle/>
          <a:p>
            <a:pPr marL="0" indent="0">
              <a:buNone/>
            </a:pPr>
            <a:r>
              <a:rPr lang="en-US" sz="145" dirty="0"/>
              <a:t>import React, { </a:t>
            </a:r>
            <a:r>
              <a:rPr lang="en-US" sz="145" dirty="0" err="1"/>
              <a:t>useEffect</a:t>
            </a:r>
            <a:r>
              <a:rPr lang="en-US" sz="145" dirty="0"/>
              <a:t>, </a:t>
            </a:r>
            <a:r>
              <a:rPr lang="en-US" sz="145" dirty="0" err="1"/>
              <a:t>useState</a:t>
            </a:r>
            <a:r>
              <a:rPr lang="en-US" sz="145" dirty="0"/>
              <a:t> } from "react";</a:t>
            </a:r>
          </a:p>
          <a:p>
            <a:pPr marL="0" indent="0">
              <a:buNone/>
            </a:pPr>
            <a:r>
              <a:rPr lang="en-US" sz="145" dirty="0"/>
              <a:t>import {</a:t>
            </a:r>
          </a:p>
          <a:p>
            <a:pPr marL="0" indent="0">
              <a:buNone/>
            </a:pPr>
            <a:r>
              <a:rPr lang="en-US" sz="145" dirty="0"/>
              <a:t>  Card,</a:t>
            </a:r>
          </a:p>
          <a:p>
            <a:pPr marL="0" indent="0">
              <a:buNone/>
            </a:pPr>
            <a:r>
              <a:rPr lang="en-US" sz="145" dirty="0"/>
              <a:t>  </a:t>
            </a:r>
            <a:r>
              <a:rPr lang="en-US" sz="145" dirty="0" err="1"/>
              <a:t>CardActions</a:t>
            </a:r>
            <a:r>
              <a:rPr lang="en-US" sz="145" dirty="0"/>
              <a:t>,</a:t>
            </a:r>
          </a:p>
          <a:p>
            <a:pPr marL="0" indent="0">
              <a:buNone/>
            </a:pPr>
            <a:r>
              <a:rPr lang="en-US" sz="145" dirty="0"/>
              <a:t>  </a:t>
            </a:r>
            <a:r>
              <a:rPr lang="en-US" sz="145" dirty="0" err="1"/>
              <a:t>CardContent</a:t>
            </a:r>
            <a:r>
              <a:rPr lang="en-US" sz="145" dirty="0"/>
              <a:t>,</a:t>
            </a:r>
          </a:p>
          <a:p>
            <a:pPr marL="0" indent="0">
              <a:buNone/>
            </a:pPr>
            <a:r>
              <a:rPr lang="en-US" sz="145" dirty="0"/>
              <a:t>  Button,</a:t>
            </a:r>
          </a:p>
          <a:p>
            <a:pPr marL="0" indent="0">
              <a:buNone/>
            </a:pPr>
            <a:r>
              <a:rPr lang="en-US" sz="145" dirty="0"/>
              <a:t>  </a:t>
            </a:r>
            <a:r>
              <a:rPr lang="en-US" sz="145" dirty="0" err="1"/>
              <a:t>TextField</a:t>
            </a:r>
            <a:r>
              <a:rPr lang="en-US" sz="145" dirty="0"/>
              <a:t>,</a:t>
            </a:r>
          </a:p>
          <a:p>
            <a:pPr marL="0" indent="0">
              <a:buNone/>
            </a:pPr>
            <a:r>
              <a:rPr lang="en-US" sz="145" dirty="0"/>
              <a:t>  Typography,</a:t>
            </a:r>
          </a:p>
          <a:p>
            <a:pPr marL="0" indent="0">
              <a:buNone/>
            </a:pPr>
            <a:r>
              <a:rPr lang="en-US" sz="145" dirty="0"/>
              <a:t>  Icon,</a:t>
            </a:r>
          </a:p>
          <a:p>
            <a:pPr marL="0" indent="0">
              <a:buNone/>
            </a:pPr>
            <a:r>
              <a:rPr lang="en-US" sz="145" dirty="0"/>
              <a:t>  Avatar,</a:t>
            </a:r>
          </a:p>
          <a:p>
            <a:pPr marL="0" indent="0">
              <a:buNone/>
            </a:pPr>
            <a:r>
              <a:rPr lang="en-US" sz="145" dirty="0"/>
              <a:t>  Grid,</a:t>
            </a:r>
          </a:p>
          <a:p>
            <a:pPr marL="0" indent="0">
              <a:buNone/>
            </a:pPr>
            <a:r>
              <a:rPr lang="en-US" sz="145" dirty="0"/>
              <a:t>} from "@</a:t>
            </a:r>
            <a:r>
              <a:rPr lang="en-US" sz="145" dirty="0" err="1"/>
              <a:t>mui</a:t>
            </a:r>
            <a:r>
              <a:rPr lang="en-US" sz="145" dirty="0"/>
              <a:t>/material";</a:t>
            </a:r>
          </a:p>
          <a:p>
            <a:pPr marL="0" indent="0">
              <a:buNone/>
            </a:pPr>
            <a:r>
              <a:rPr lang="en-US" sz="145" dirty="0"/>
              <a:t>import </a:t>
            </a:r>
            <a:r>
              <a:rPr lang="en-US" sz="145" dirty="0" err="1"/>
              <a:t>AddPhotoAlternateIcon</a:t>
            </a:r>
            <a:r>
              <a:rPr lang="en-US" sz="145" dirty="0"/>
              <a:t> from "@</a:t>
            </a:r>
            <a:r>
              <a:rPr lang="en-US" sz="145" dirty="0" err="1"/>
              <a:t>mui</a:t>
            </a:r>
            <a:r>
              <a:rPr lang="en-US" sz="145" dirty="0"/>
              <a:t>/icons-material/</a:t>
            </a:r>
            <a:r>
              <a:rPr lang="en-US" sz="145" dirty="0" err="1"/>
              <a:t>AddPhotoAlternate</a:t>
            </a:r>
            <a:r>
              <a:rPr lang="en-US" sz="145" dirty="0"/>
              <a:t>";</a:t>
            </a:r>
          </a:p>
          <a:p>
            <a:pPr marL="0" indent="0">
              <a:buNone/>
            </a:pPr>
            <a:r>
              <a:rPr lang="en-US" sz="145" dirty="0"/>
              <a:t>import { </a:t>
            </a:r>
            <a:r>
              <a:rPr lang="en-US" sz="145" dirty="0" err="1"/>
              <a:t>useTheme</a:t>
            </a:r>
            <a:r>
              <a:rPr lang="en-US" sz="145" dirty="0"/>
              <a:t> } from "@</a:t>
            </a:r>
            <a:r>
              <a:rPr lang="en-US" sz="145" dirty="0" err="1"/>
              <a:t>mui</a:t>
            </a:r>
            <a:r>
              <a:rPr lang="en-US" sz="145" dirty="0"/>
              <a:t>/material/styles";</a:t>
            </a:r>
          </a:p>
          <a:p>
            <a:pPr marL="0" indent="0">
              <a:buNone/>
            </a:pPr>
            <a:r>
              <a:rPr lang="en-US" sz="145" dirty="0"/>
              <a:t>import auth from "../lib/auth-helper";</a:t>
            </a:r>
          </a:p>
          <a:p>
            <a:pPr marL="0" indent="0">
              <a:buNone/>
            </a:pPr>
            <a:r>
              <a:rPr lang="en-US" sz="145" dirty="0"/>
              <a:t>import { read, update } from "./api-shop.js";</a:t>
            </a:r>
          </a:p>
          <a:p>
            <a:pPr marL="0" indent="0">
              <a:buNone/>
            </a:pPr>
            <a:r>
              <a:rPr lang="en-US" sz="145" dirty="0"/>
              <a:t>import { Navigate, </a:t>
            </a:r>
            <a:r>
              <a:rPr lang="en-US" sz="145" dirty="0" err="1"/>
              <a:t>useParams</a:t>
            </a:r>
            <a:r>
              <a:rPr lang="en-US" sz="145" dirty="0"/>
              <a:t> } from "react-router-</a:t>
            </a:r>
            <a:r>
              <a:rPr lang="en-US" sz="145" dirty="0" err="1"/>
              <a:t>dom</a:t>
            </a:r>
            <a:r>
              <a:rPr lang="en-US" sz="145" dirty="0"/>
              <a:t>";</a:t>
            </a:r>
          </a:p>
          <a:p>
            <a:pPr marL="0" indent="0">
              <a:buNone/>
            </a:pPr>
            <a:br>
              <a:rPr lang="en-US" sz="145" dirty="0"/>
            </a:br>
            <a:br>
              <a:rPr lang="en-US" sz="145" dirty="0"/>
            </a:br>
            <a:endParaRPr lang="en-US" sz="145" dirty="0"/>
          </a:p>
          <a:p>
            <a:pPr marL="0" indent="0">
              <a:buNone/>
            </a:pPr>
            <a:r>
              <a:rPr lang="en-US" sz="145" dirty="0"/>
              <a:t>export default function </a:t>
            </a:r>
            <a:r>
              <a:rPr lang="en-US" sz="145" dirty="0" err="1"/>
              <a:t>EditShop</a:t>
            </a:r>
            <a:r>
              <a:rPr lang="en-US" sz="145" dirty="0"/>
              <a:t>() {</a:t>
            </a:r>
          </a:p>
          <a:p>
            <a:pPr marL="0" indent="0">
              <a:buNone/>
            </a:pPr>
            <a:r>
              <a:rPr lang="en-US" sz="145" dirty="0"/>
              <a:t>  const params = </a:t>
            </a:r>
            <a:r>
              <a:rPr lang="en-US" sz="145" dirty="0" err="1"/>
              <a:t>useParams</a:t>
            </a:r>
            <a:r>
              <a:rPr lang="en-US" sz="145" dirty="0"/>
              <a:t>();</a:t>
            </a:r>
          </a:p>
          <a:p>
            <a:pPr marL="0" indent="0">
              <a:buNone/>
            </a:pPr>
            <a:r>
              <a:rPr lang="en-US" sz="145" dirty="0"/>
              <a:t>  const theme = </a:t>
            </a:r>
            <a:r>
              <a:rPr lang="en-US" sz="145" dirty="0" err="1"/>
              <a:t>useTheme</a:t>
            </a:r>
            <a:r>
              <a:rPr lang="en-US" sz="145" dirty="0"/>
              <a:t>();</a:t>
            </a:r>
          </a:p>
          <a:p>
            <a:pPr marL="0" indent="0">
              <a:buNone/>
            </a:pPr>
            <a:r>
              <a:rPr lang="en-US" sz="145" dirty="0"/>
              <a:t>  const [values, </a:t>
            </a:r>
            <a:r>
              <a:rPr lang="en-US" sz="145" dirty="0" err="1"/>
              <a:t>setValues</a:t>
            </a:r>
            <a:r>
              <a:rPr lang="en-US" sz="145" dirty="0"/>
              <a:t>] = </a:t>
            </a:r>
            <a:r>
              <a:rPr lang="en-US" sz="145" dirty="0" err="1"/>
              <a:t>useState</a:t>
            </a:r>
            <a:r>
              <a:rPr lang="en-US" sz="145" dirty="0"/>
              <a:t>({</a:t>
            </a:r>
          </a:p>
          <a:p>
            <a:pPr marL="0" indent="0">
              <a:buNone/>
            </a:pPr>
            <a:r>
              <a:rPr lang="en-US" sz="145" dirty="0"/>
              <a:t>    name: "",</a:t>
            </a:r>
          </a:p>
          <a:p>
            <a:pPr marL="0" indent="0">
              <a:buNone/>
            </a:pPr>
            <a:r>
              <a:rPr lang="en-US" sz="145" dirty="0"/>
              <a:t>    description: "",</a:t>
            </a:r>
          </a:p>
          <a:p>
            <a:pPr marL="0" indent="0">
              <a:buNone/>
            </a:pPr>
            <a:r>
              <a:rPr lang="en-US" sz="145" dirty="0"/>
              <a:t>    image: "",</a:t>
            </a:r>
          </a:p>
          <a:p>
            <a:pPr marL="0" indent="0">
              <a:buNone/>
            </a:pPr>
            <a:r>
              <a:rPr lang="en-US" sz="145" dirty="0"/>
              <a:t>    redirect: false,</a:t>
            </a:r>
          </a:p>
          <a:p>
            <a:pPr marL="0" indent="0">
              <a:buNone/>
            </a:pPr>
            <a:r>
              <a:rPr lang="en-US" sz="145" dirty="0"/>
              <a:t>    error: "",</a:t>
            </a:r>
          </a:p>
          <a:p>
            <a:pPr marL="0" indent="0">
              <a:buNone/>
            </a:pPr>
            <a:r>
              <a:rPr lang="en-US" sz="145" dirty="0"/>
              <a:t>    id: "",</a:t>
            </a:r>
          </a:p>
          <a:p>
            <a:pPr marL="0" indent="0">
              <a:buNone/>
            </a:pPr>
            <a:r>
              <a:rPr lang="en-US" sz="145" dirty="0"/>
              <a:t>    owner: "",</a:t>
            </a:r>
          </a:p>
          <a:p>
            <a:pPr marL="0" indent="0">
              <a:buNone/>
            </a:pPr>
            <a:r>
              <a:rPr lang="en-US" sz="145" dirty="0"/>
              <a:t>  });</a:t>
            </a:r>
          </a:p>
          <a:p>
            <a:pPr marL="0" indent="0">
              <a:buNone/>
            </a:pPr>
            <a:br>
              <a:rPr lang="en-US" sz="145" dirty="0"/>
            </a:br>
            <a:endParaRPr lang="en-US" sz="145" dirty="0"/>
          </a:p>
          <a:p>
            <a:pPr marL="0" indent="0">
              <a:buNone/>
            </a:pPr>
            <a:r>
              <a:rPr lang="en-US" sz="145" dirty="0"/>
              <a:t>  const </a:t>
            </a:r>
            <a:r>
              <a:rPr lang="en-US" sz="145" dirty="0" err="1"/>
              <a:t>jwt</a:t>
            </a:r>
            <a:r>
              <a:rPr lang="en-US" sz="145" dirty="0"/>
              <a:t> = </a:t>
            </a:r>
            <a:r>
              <a:rPr lang="en-US" sz="145" dirty="0" err="1"/>
              <a:t>auth.isAuthenticated</a:t>
            </a:r>
            <a:r>
              <a:rPr lang="en-US" sz="145" dirty="0"/>
              <a:t>();</a:t>
            </a:r>
          </a:p>
          <a:p>
            <a:pPr marL="0" indent="0">
              <a:buNone/>
            </a:pPr>
            <a:br>
              <a:rPr lang="en-US" sz="145" dirty="0"/>
            </a:br>
            <a:endParaRPr lang="en-US" sz="145" dirty="0"/>
          </a:p>
          <a:p>
            <a:pPr marL="0" indent="0">
              <a:buNone/>
            </a:pPr>
            <a:r>
              <a:rPr lang="en-US" sz="145" dirty="0"/>
              <a:t>  </a:t>
            </a:r>
            <a:r>
              <a:rPr lang="en-US" sz="145" dirty="0" err="1"/>
              <a:t>useEffect</a:t>
            </a:r>
            <a:r>
              <a:rPr lang="en-US" sz="145" dirty="0"/>
              <a:t>(() =&gt; {</a:t>
            </a:r>
          </a:p>
          <a:p>
            <a:pPr marL="0" indent="0">
              <a:buNone/>
            </a:pPr>
            <a:r>
              <a:rPr lang="en-US" sz="145" dirty="0"/>
              <a:t>    const </a:t>
            </a:r>
            <a:r>
              <a:rPr lang="en-US" sz="145" dirty="0" err="1"/>
              <a:t>abortController</a:t>
            </a:r>
            <a:r>
              <a:rPr lang="en-US" sz="145" dirty="0"/>
              <a:t> = new </a:t>
            </a:r>
            <a:r>
              <a:rPr lang="en-US" sz="145" dirty="0" err="1"/>
              <a:t>AbortController</a:t>
            </a:r>
            <a:r>
              <a:rPr lang="en-US" sz="145" dirty="0"/>
              <a:t>();</a:t>
            </a:r>
          </a:p>
          <a:p>
            <a:pPr marL="0" indent="0">
              <a:buNone/>
            </a:pPr>
            <a:r>
              <a:rPr lang="en-US" sz="145" dirty="0"/>
              <a:t>    const signal = </a:t>
            </a:r>
            <a:r>
              <a:rPr lang="en-US" sz="145" dirty="0" err="1"/>
              <a:t>abortController.signal</a:t>
            </a:r>
            <a:r>
              <a:rPr lang="en-US" sz="145" dirty="0"/>
              <a:t>;</a:t>
            </a:r>
          </a:p>
          <a:p>
            <a:pPr marL="0" indent="0">
              <a:buNone/>
            </a:pPr>
            <a:br>
              <a:rPr lang="en-US" sz="145" dirty="0"/>
            </a:br>
            <a:endParaRPr lang="en-US" sz="145" dirty="0"/>
          </a:p>
          <a:p>
            <a:pPr marL="0" indent="0">
              <a:buNone/>
            </a:pPr>
            <a:r>
              <a:rPr lang="en-US" sz="145" dirty="0"/>
              <a:t>    read({ </a:t>
            </a:r>
            <a:r>
              <a:rPr lang="en-US" sz="145" dirty="0" err="1"/>
              <a:t>shopId</a:t>
            </a:r>
            <a:r>
              <a:rPr lang="en-US" sz="145" dirty="0"/>
              <a:t>: </a:t>
            </a:r>
            <a:r>
              <a:rPr lang="en-US" sz="145" dirty="0" err="1"/>
              <a:t>params.shopId</a:t>
            </a:r>
            <a:r>
              <a:rPr lang="en-US" sz="145" dirty="0"/>
              <a:t> }, signal).then((data) =&gt; {</a:t>
            </a:r>
          </a:p>
          <a:p>
            <a:pPr marL="0" indent="0">
              <a:buNone/>
            </a:pPr>
            <a:r>
              <a:rPr lang="en-US" sz="145" dirty="0"/>
              <a:t>      if (</a:t>
            </a:r>
            <a:r>
              <a:rPr lang="en-US" sz="145" dirty="0" err="1"/>
              <a:t>data.error</a:t>
            </a:r>
            <a:r>
              <a:rPr lang="en-US" sz="145" dirty="0"/>
              <a:t>) {</a:t>
            </a:r>
          </a:p>
          <a:p>
            <a:pPr marL="0" indent="0">
              <a:buNone/>
            </a:pPr>
            <a:r>
              <a:rPr lang="en-US" sz="145" dirty="0"/>
              <a:t>        </a:t>
            </a:r>
            <a:r>
              <a:rPr lang="en-US" sz="145" dirty="0" err="1"/>
              <a:t>setValues</a:t>
            </a:r>
            <a:r>
              <a:rPr lang="en-US" sz="145" dirty="0"/>
              <a:t>((</a:t>
            </a:r>
            <a:r>
              <a:rPr lang="en-US" sz="145" dirty="0" err="1"/>
              <a:t>prev</a:t>
            </a:r>
            <a:r>
              <a:rPr lang="en-US" sz="145" dirty="0"/>
              <a:t>) =&gt; ({ ...</a:t>
            </a:r>
            <a:r>
              <a:rPr lang="en-US" sz="145" dirty="0" err="1"/>
              <a:t>prev</a:t>
            </a:r>
            <a:r>
              <a:rPr lang="en-US" sz="145" dirty="0"/>
              <a:t>, error: </a:t>
            </a:r>
            <a:r>
              <a:rPr lang="en-US" sz="145" dirty="0" err="1"/>
              <a:t>data.error</a:t>
            </a:r>
            <a:r>
              <a:rPr lang="en-US" sz="145" dirty="0"/>
              <a:t> }));</a:t>
            </a:r>
          </a:p>
          <a:p>
            <a:pPr marL="0" indent="0">
              <a:buNone/>
            </a:pPr>
            <a:r>
              <a:rPr lang="en-US" sz="145" dirty="0"/>
              <a:t>      } else {</a:t>
            </a:r>
          </a:p>
          <a:p>
            <a:pPr marL="0" indent="0">
              <a:buNone/>
            </a:pPr>
            <a:r>
              <a:rPr lang="en-US" sz="145" dirty="0"/>
              <a:t>        </a:t>
            </a:r>
            <a:r>
              <a:rPr lang="en-US" sz="145" dirty="0" err="1"/>
              <a:t>setValues</a:t>
            </a:r>
            <a:r>
              <a:rPr lang="en-US" sz="145" dirty="0"/>
              <a:t>((</a:t>
            </a:r>
            <a:r>
              <a:rPr lang="en-US" sz="145" dirty="0" err="1"/>
              <a:t>prev</a:t>
            </a:r>
            <a:r>
              <a:rPr lang="en-US" sz="145" dirty="0"/>
              <a:t>) =&gt; ({</a:t>
            </a:r>
          </a:p>
          <a:p>
            <a:pPr marL="0" indent="0">
              <a:buNone/>
            </a:pPr>
            <a:r>
              <a:rPr lang="en-US" sz="145" dirty="0"/>
              <a:t>          ...</a:t>
            </a:r>
            <a:r>
              <a:rPr lang="en-US" sz="145" dirty="0" err="1"/>
              <a:t>prev</a:t>
            </a:r>
            <a:r>
              <a:rPr lang="en-US" sz="145" dirty="0"/>
              <a:t>,</a:t>
            </a:r>
          </a:p>
          <a:p>
            <a:pPr marL="0" indent="0">
              <a:buNone/>
            </a:pPr>
            <a:r>
              <a:rPr lang="en-US" sz="145" dirty="0"/>
              <a:t>          id: </a:t>
            </a:r>
            <a:r>
              <a:rPr lang="en-US" sz="145" dirty="0" err="1"/>
              <a:t>data._id</a:t>
            </a:r>
            <a:r>
              <a:rPr lang="en-US" sz="145" dirty="0"/>
              <a:t>,</a:t>
            </a:r>
          </a:p>
          <a:p>
            <a:pPr marL="0" indent="0">
              <a:buNone/>
            </a:pPr>
            <a:r>
              <a:rPr lang="en-US" sz="145" dirty="0"/>
              <a:t>          name: data.name,</a:t>
            </a:r>
          </a:p>
          <a:p>
            <a:pPr marL="0" indent="0">
              <a:buNone/>
            </a:pPr>
            <a:r>
              <a:rPr lang="en-US" sz="145" dirty="0"/>
              <a:t>          description: </a:t>
            </a:r>
            <a:r>
              <a:rPr lang="en-US" sz="145" dirty="0" err="1"/>
              <a:t>data.description</a:t>
            </a:r>
            <a:r>
              <a:rPr lang="en-US" sz="145" dirty="0"/>
              <a:t>,</a:t>
            </a:r>
          </a:p>
          <a:p>
            <a:pPr marL="0" indent="0">
              <a:buNone/>
            </a:pPr>
            <a:r>
              <a:rPr lang="en-US" sz="145" dirty="0"/>
              <a:t>          owner: data.owner.name,</a:t>
            </a:r>
          </a:p>
          <a:p>
            <a:pPr marL="0" indent="0">
              <a:buNone/>
            </a:pPr>
            <a:r>
              <a:rPr lang="en-US" sz="145" dirty="0"/>
              <a:t>        }));</a:t>
            </a:r>
          </a:p>
          <a:p>
            <a:pPr marL="0" indent="0">
              <a:buNone/>
            </a:pPr>
            <a:r>
              <a:rPr lang="en-US" sz="145" dirty="0"/>
              <a:t>      }</a:t>
            </a:r>
          </a:p>
          <a:p>
            <a:pPr marL="0" indent="0">
              <a:buNone/>
            </a:pPr>
            <a:r>
              <a:rPr lang="en-US" sz="145" dirty="0"/>
              <a:t>    });</a:t>
            </a:r>
          </a:p>
          <a:p>
            <a:pPr marL="0" indent="0">
              <a:buNone/>
            </a:pPr>
            <a:br>
              <a:rPr lang="en-US" sz="145" dirty="0"/>
            </a:br>
            <a:endParaRPr lang="en-US" sz="145" dirty="0"/>
          </a:p>
          <a:p>
            <a:pPr marL="0" indent="0">
              <a:buNone/>
            </a:pPr>
            <a:r>
              <a:rPr lang="en-US" sz="145" dirty="0"/>
              <a:t>    return function cleanup() {</a:t>
            </a:r>
          </a:p>
          <a:p>
            <a:pPr marL="0" indent="0">
              <a:buNone/>
            </a:pPr>
            <a:r>
              <a:rPr lang="en-US" sz="145" dirty="0"/>
              <a:t>      </a:t>
            </a:r>
            <a:r>
              <a:rPr lang="en-US" sz="145" dirty="0" err="1"/>
              <a:t>abortController.abort</a:t>
            </a:r>
            <a:r>
              <a:rPr lang="en-US" sz="145" dirty="0"/>
              <a:t>();</a:t>
            </a:r>
          </a:p>
          <a:p>
            <a:pPr marL="0" indent="0">
              <a:buNone/>
            </a:pPr>
            <a:r>
              <a:rPr lang="en-US" sz="145" dirty="0"/>
              <a:t>    };</a:t>
            </a:r>
          </a:p>
          <a:p>
            <a:pPr marL="0" indent="0">
              <a:buNone/>
            </a:pPr>
            <a:r>
              <a:rPr lang="en-US" sz="145" dirty="0"/>
              <a:t>  }, [</a:t>
            </a:r>
            <a:r>
              <a:rPr lang="en-US" sz="145" dirty="0" err="1"/>
              <a:t>params.shopId</a:t>
            </a:r>
            <a:r>
              <a:rPr lang="en-US" sz="145" dirty="0"/>
              <a:t>]);</a:t>
            </a:r>
          </a:p>
          <a:p>
            <a:pPr marL="0" indent="0">
              <a:buNone/>
            </a:pPr>
            <a:br>
              <a:rPr lang="en-US" sz="145" dirty="0"/>
            </a:br>
            <a:endParaRPr lang="en-US" sz="145" dirty="0"/>
          </a:p>
          <a:p>
            <a:pPr marL="0" indent="0">
              <a:buNone/>
            </a:pPr>
            <a:r>
              <a:rPr lang="en-US" sz="145" dirty="0"/>
              <a:t>  const </a:t>
            </a:r>
            <a:r>
              <a:rPr lang="en-US" sz="145" dirty="0" err="1"/>
              <a:t>clickSubmit</a:t>
            </a:r>
            <a:r>
              <a:rPr lang="en-US" sz="145" dirty="0"/>
              <a:t> = () =&gt; {</a:t>
            </a:r>
          </a:p>
          <a:p>
            <a:pPr marL="0" indent="0">
              <a:buNone/>
            </a:pPr>
            <a:r>
              <a:rPr lang="en-US" sz="145" dirty="0"/>
              <a:t>    let </a:t>
            </a:r>
            <a:r>
              <a:rPr lang="en-US" sz="145" dirty="0" err="1"/>
              <a:t>shopData</a:t>
            </a:r>
            <a:r>
              <a:rPr lang="en-US" sz="145" dirty="0"/>
              <a:t> = new </a:t>
            </a:r>
            <a:r>
              <a:rPr lang="en-US" sz="145" dirty="0" err="1"/>
              <a:t>FormData</a:t>
            </a:r>
            <a:r>
              <a:rPr lang="en-US" sz="145" dirty="0"/>
              <a:t>();</a:t>
            </a:r>
          </a:p>
          <a:p>
            <a:pPr marL="0" indent="0">
              <a:buNone/>
            </a:pPr>
            <a:r>
              <a:rPr lang="en-US" sz="145" dirty="0"/>
              <a:t>    values.name &amp;&amp; </a:t>
            </a:r>
            <a:r>
              <a:rPr lang="en-US" sz="145" dirty="0" err="1"/>
              <a:t>shopData.append</a:t>
            </a:r>
            <a:r>
              <a:rPr lang="en-US" sz="145" dirty="0"/>
              <a:t>("name", values.name);</a:t>
            </a:r>
          </a:p>
          <a:p>
            <a:pPr marL="0" indent="0">
              <a:buNone/>
            </a:pPr>
            <a:r>
              <a:rPr lang="en-US" sz="145" dirty="0"/>
              <a:t>    </a:t>
            </a:r>
            <a:r>
              <a:rPr lang="en-US" sz="145" dirty="0" err="1"/>
              <a:t>values.description</a:t>
            </a:r>
            <a:r>
              <a:rPr lang="en-US" sz="145" dirty="0"/>
              <a:t> &amp;&amp; </a:t>
            </a:r>
            <a:r>
              <a:rPr lang="en-US" sz="145" dirty="0" err="1"/>
              <a:t>shopData.append</a:t>
            </a:r>
            <a:r>
              <a:rPr lang="en-US" sz="145" dirty="0"/>
              <a:t>("description", </a:t>
            </a:r>
            <a:r>
              <a:rPr lang="en-US" sz="145" dirty="0" err="1"/>
              <a:t>values.description</a:t>
            </a:r>
            <a:r>
              <a:rPr lang="en-US" sz="145" dirty="0"/>
              <a:t>);</a:t>
            </a:r>
          </a:p>
          <a:p>
            <a:pPr marL="0" indent="0">
              <a:buNone/>
            </a:pPr>
            <a:r>
              <a:rPr lang="en-US" sz="145" dirty="0"/>
              <a:t>    </a:t>
            </a:r>
            <a:r>
              <a:rPr lang="en-US" sz="145" dirty="0" err="1"/>
              <a:t>values.image</a:t>
            </a:r>
            <a:r>
              <a:rPr lang="en-US" sz="145" dirty="0"/>
              <a:t> &amp;&amp; </a:t>
            </a:r>
            <a:r>
              <a:rPr lang="en-US" sz="145" dirty="0" err="1"/>
              <a:t>shopData.append</a:t>
            </a:r>
            <a:r>
              <a:rPr lang="en-US" sz="145" dirty="0"/>
              <a:t>("image", </a:t>
            </a:r>
            <a:r>
              <a:rPr lang="en-US" sz="145" dirty="0" err="1"/>
              <a:t>values.image</a:t>
            </a:r>
            <a:r>
              <a:rPr lang="en-US" sz="145" dirty="0"/>
              <a:t>);</a:t>
            </a:r>
          </a:p>
          <a:p>
            <a:pPr marL="0" indent="0">
              <a:buNone/>
            </a:pPr>
            <a:br>
              <a:rPr lang="en-US" sz="145" dirty="0"/>
            </a:br>
            <a:endParaRPr lang="en-US" sz="145" dirty="0"/>
          </a:p>
          <a:p>
            <a:pPr marL="0" indent="0">
              <a:buNone/>
            </a:pPr>
            <a:r>
              <a:rPr lang="en-US" sz="145" dirty="0"/>
              <a:t>    update({ </a:t>
            </a:r>
            <a:r>
              <a:rPr lang="en-US" sz="145" dirty="0" err="1"/>
              <a:t>shopId</a:t>
            </a:r>
            <a:r>
              <a:rPr lang="en-US" sz="145" dirty="0"/>
              <a:t>: </a:t>
            </a:r>
            <a:r>
              <a:rPr lang="en-US" sz="145" dirty="0" err="1"/>
              <a:t>params.shopId</a:t>
            </a:r>
            <a:r>
              <a:rPr lang="en-US" sz="145" dirty="0"/>
              <a:t> }, { t: </a:t>
            </a:r>
            <a:r>
              <a:rPr lang="en-US" sz="145" dirty="0" err="1"/>
              <a:t>jwt.token</a:t>
            </a:r>
            <a:r>
              <a:rPr lang="en-US" sz="145" dirty="0"/>
              <a:t> }, </a:t>
            </a:r>
            <a:r>
              <a:rPr lang="en-US" sz="145" dirty="0" err="1"/>
              <a:t>shopData</a:t>
            </a:r>
            <a:r>
              <a:rPr lang="en-US" sz="145" dirty="0"/>
              <a:t>).then(</a:t>
            </a:r>
          </a:p>
          <a:p>
            <a:pPr marL="0" indent="0">
              <a:buNone/>
            </a:pPr>
            <a:r>
              <a:rPr lang="en-US" sz="145" dirty="0"/>
              <a:t>      (data) =&gt; {</a:t>
            </a:r>
          </a:p>
          <a:p>
            <a:pPr marL="0" indent="0">
              <a:buNone/>
            </a:pPr>
            <a:r>
              <a:rPr lang="en-US" sz="145" dirty="0"/>
              <a:t>        if (</a:t>
            </a:r>
            <a:r>
              <a:rPr lang="en-US" sz="145" dirty="0" err="1"/>
              <a:t>data.error</a:t>
            </a:r>
            <a:r>
              <a:rPr lang="en-US" sz="145" dirty="0"/>
              <a:t>) {</a:t>
            </a:r>
          </a:p>
          <a:p>
            <a:pPr marL="0" indent="0">
              <a:buNone/>
            </a:pPr>
            <a:r>
              <a:rPr lang="en-US" sz="145" dirty="0"/>
              <a:t>          </a:t>
            </a:r>
            <a:r>
              <a:rPr lang="en-US" sz="145" dirty="0" err="1"/>
              <a:t>setValues</a:t>
            </a:r>
            <a:r>
              <a:rPr lang="en-US" sz="145" dirty="0"/>
              <a:t>((</a:t>
            </a:r>
            <a:r>
              <a:rPr lang="en-US" sz="145" dirty="0" err="1"/>
              <a:t>prev</a:t>
            </a:r>
            <a:r>
              <a:rPr lang="en-US" sz="145" dirty="0"/>
              <a:t>) =&gt; ({ ...</a:t>
            </a:r>
            <a:r>
              <a:rPr lang="en-US" sz="145" dirty="0" err="1"/>
              <a:t>prev</a:t>
            </a:r>
            <a:r>
              <a:rPr lang="en-US" sz="145" dirty="0"/>
              <a:t>, error: </a:t>
            </a:r>
            <a:r>
              <a:rPr lang="en-US" sz="145" dirty="0" err="1"/>
              <a:t>data.error</a:t>
            </a:r>
            <a:r>
              <a:rPr lang="en-US" sz="145" dirty="0"/>
              <a:t> }));</a:t>
            </a:r>
          </a:p>
          <a:p>
            <a:pPr marL="0" indent="0">
              <a:buNone/>
            </a:pPr>
            <a:r>
              <a:rPr lang="en-US" sz="145" dirty="0"/>
              <a:t>        } else {</a:t>
            </a:r>
          </a:p>
          <a:p>
            <a:pPr marL="0" indent="0">
              <a:buNone/>
            </a:pPr>
            <a:r>
              <a:rPr lang="en-US" sz="145" dirty="0"/>
              <a:t>          </a:t>
            </a:r>
            <a:r>
              <a:rPr lang="en-US" sz="145" dirty="0" err="1"/>
              <a:t>setValues</a:t>
            </a:r>
            <a:r>
              <a:rPr lang="en-US" sz="145" dirty="0"/>
              <a:t>((</a:t>
            </a:r>
            <a:r>
              <a:rPr lang="en-US" sz="145" dirty="0" err="1"/>
              <a:t>prev</a:t>
            </a:r>
            <a:r>
              <a:rPr lang="en-US" sz="145" dirty="0"/>
              <a:t>) =&gt; ({ ...</a:t>
            </a:r>
            <a:r>
              <a:rPr lang="en-US" sz="145" dirty="0" err="1"/>
              <a:t>prev</a:t>
            </a:r>
            <a:r>
              <a:rPr lang="en-US" sz="145" dirty="0"/>
              <a:t>, redirect: true }));</a:t>
            </a:r>
          </a:p>
          <a:p>
            <a:pPr marL="0" indent="0">
              <a:buNone/>
            </a:pPr>
            <a:r>
              <a:rPr lang="en-US" sz="145" dirty="0"/>
              <a:t>        }</a:t>
            </a:r>
          </a:p>
          <a:p>
            <a:pPr marL="0" indent="0">
              <a:buNone/>
            </a:pPr>
            <a:r>
              <a:rPr lang="en-US" sz="145" dirty="0"/>
              <a:t>      }</a:t>
            </a:r>
          </a:p>
          <a:p>
            <a:pPr marL="0" indent="0">
              <a:buNone/>
            </a:pPr>
            <a:r>
              <a:rPr lang="en-US" sz="145" dirty="0"/>
              <a:t>    );</a:t>
            </a:r>
          </a:p>
          <a:p>
            <a:pPr marL="0" indent="0">
              <a:buNone/>
            </a:pPr>
            <a:r>
              <a:rPr lang="en-US" sz="145" dirty="0"/>
              <a:t>  };</a:t>
            </a:r>
          </a:p>
          <a:p>
            <a:pPr marL="0" indent="0">
              <a:buNone/>
            </a:pPr>
            <a:br>
              <a:rPr lang="en-US" sz="145" dirty="0"/>
            </a:br>
            <a:endParaRPr lang="en-US" sz="145" dirty="0"/>
          </a:p>
          <a:p>
            <a:pPr marL="0" indent="0">
              <a:buNone/>
            </a:pPr>
            <a:r>
              <a:rPr lang="en-US" sz="145" dirty="0"/>
              <a:t>  const </a:t>
            </a:r>
            <a:r>
              <a:rPr lang="en-US" sz="145" dirty="0" err="1"/>
              <a:t>handleChange</a:t>
            </a:r>
            <a:r>
              <a:rPr lang="en-US" sz="145" dirty="0"/>
              <a:t> = (name) =&gt; (event) =&gt; {</a:t>
            </a:r>
          </a:p>
          <a:p>
            <a:pPr marL="0" indent="0">
              <a:buNone/>
            </a:pPr>
            <a:r>
              <a:rPr lang="en-US" sz="145" dirty="0"/>
              <a:t>    const value = name === "image" ? </a:t>
            </a:r>
            <a:r>
              <a:rPr lang="en-US" sz="145" dirty="0" err="1"/>
              <a:t>event.target.files</a:t>
            </a:r>
            <a:r>
              <a:rPr lang="en-US" sz="145" dirty="0"/>
              <a:t>[0] : </a:t>
            </a:r>
            <a:r>
              <a:rPr lang="en-US" sz="145" dirty="0" err="1"/>
              <a:t>event.target.value</a:t>
            </a:r>
            <a:r>
              <a:rPr lang="en-US" sz="145" dirty="0"/>
              <a:t>;</a:t>
            </a:r>
          </a:p>
          <a:p>
            <a:pPr marL="0" indent="0">
              <a:buNone/>
            </a:pPr>
            <a:r>
              <a:rPr lang="en-US" sz="145" dirty="0"/>
              <a:t>    </a:t>
            </a:r>
            <a:r>
              <a:rPr lang="en-US" sz="145" dirty="0" err="1"/>
              <a:t>setValues</a:t>
            </a:r>
            <a:r>
              <a:rPr lang="en-US" sz="145" dirty="0"/>
              <a:t>((</a:t>
            </a:r>
            <a:r>
              <a:rPr lang="en-US" sz="145" dirty="0" err="1"/>
              <a:t>prev</a:t>
            </a:r>
            <a:r>
              <a:rPr lang="en-US" sz="145" dirty="0"/>
              <a:t>) =&gt; ({ ...</a:t>
            </a:r>
            <a:r>
              <a:rPr lang="en-US" sz="145" dirty="0" err="1"/>
              <a:t>prev</a:t>
            </a:r>
            <a:r>
              <a:rPr lang="en-US" sz="145" dirty="0"/>
              <a:t>, [name]: value }));</a:t>
            </a:r>
          </a:p>
          <a:p>
            <a:pPr marL="0" indent="0">
              <a:buNone/>
            </a:pPr>
            <a:r>
              <a:rPr lang="en-US" sz="145" dirty="0"/>
              <a:t>  };</a:t>
            </a:r>
          </a:p>
          <a:p>
            <a:pPr marL="0" indent="0">
              <a:buNone/>
            </a:pPr>
            <a:br>
              <a:rPr lang="en-US" sz="145" dirty="0"/>
            </a:br>
            <a:endParaRPr lang="en-US" sz="145" dirty="0"/>
          </a:p>
          <a:p>
            <a:pPr marL="0" indent="0">
              <a:buNone/>
            </a:pPr>
            <a:r>
              <a:rPr lang="en-US" sz="145" dirty="0"/>
              <a:t>  const </a:t>
            </a:r>
            <a:r>
              <a:rPr lang="en-US" sz="145" dirty="0" err="1"/>
              <a:t>logoUrl</a:t>
            </a:r>
            <a:r>
              <a:rPr lang="en-US" sz="145" dirty="0"/>
              <a:t> = values.id</a:t>
            </a:r>
          </a:p>
          <a:p>
            <a:pPr marL="0" indent="0">
              <a:buNone/>
            </a:pPr>
            <a:r>
              <a:rPr lang="en-US" sz="145" dirty="0"/>
              <a:t>    ? `/</a:t>
            </a:r>
            <a:r>
              <a:rPr lang="en-US" sz="145" dirty="0" err="1"/>
              <a:t>api</a:t>
            </a:r>
            <a:r>
              <a:rPr lang="en-US" sz="145" dirty="0"/>
              <a:t>/shops/logo/${values.id}?${new Date().</a:t>
            </a:r>
            <a:r>
              <a:rPr lang="en-US" sz="145" dirty="0" err="1"/>
              <a:t>getTime</a:t>
            </a:r>
            <a:r>
              <a:rPr lang="en-US" sz="145" dirty="0"/>
              <a:t>()}`</a:t>
            </a:r>
          </a:p>
          <a:p>
            <a:pPr marL="0" indent="0">
              <a:buNone/>
            </a:pPr>
            <a:r>
              <a:rPr lang="en-US" sz="145" dirty="0"/>
              <a:t>    : "/</a:t>
            </a:r>
            <a:r>
              <a:rPr lang="en-US" sz="145" dirty="0" err="1"/>
              <a:t>api</a:t>
            </a:r>
            <a:r>
              <a:rPr lang="en-US" sz="145" dirty="0"/>
              <a:t>/shops/</a:t>
            </a:r>
            <a:r>
              <a:rPr lang="en-US" sz="145" dirty="0" err="1"/>
              <a:t>defaultphoto</a:t>
            </a:r>
            <a:r>
              <a:rPr lang="en-US" sz="145" dirty="0"/>
              <a:t>";</a:t>
            </a:r>
          </a:p>
          <a:p>
            <a:pPr marL="0" indent="0">
              <a:buNone/>
            </a:pPr>
            <a:br>
              <a:rPr lang="en-US" sz="145" dirty="0"/>
            </a:br>
            <a:endParaRPr lang="en-US" sz="145" dirty="0"/>
          </a:p>
          <a:p>
            <a:pPr marL="0" indent="0">
              <a:buNone/>
            </a:pPr>
            <a:r>
              <a:rPr lang="en-US" sz="145" dirty="0"/>
              <a:t>  if (</a:t>
            </a:r>
            <a:r>
              <a:rPr lang="en-US" sz="145" dirty="0" err="1"/>
              <a:t>values.redirect</a:t>
            </a:r>
            <a:r>
              <a:rPr lang="en-US" sz="145" dirty="0"/>
              <a:t>) {</a:t>
            </a:r>
          </a:p>
          <a:p>
            <a:pPr marL="0" indent="0">
              <a:buNone/>
            </a:pPr>
            <a:r>
              <a:rPr lang="en-US" sz="145" dirty="0"/>
              <a:t>    return &lt;Navigate to="/seller/shops" /&gt;;</a:t>
            </a:r>
          </a:p>
          <a:p>
            <a:pPr marL="0" indent="0">
              <a:buNone/>
            </a:pPr>
            <a:r>
              <a:rPr lang="en-US" sz="145" dirty="0"/>
              <a:t>  }</a:t>
            </a:r>
          </a:p>
          <a:p>
            <a:pPr marL="0" indent="0">
              <a:buNone/>
            </a:pPr>
            <a:br>
              <a:rPr lang="en-US" sz="145" dirty="0"/>
            </a:br>
            <a:endParaRPr lang="en-US" sz="145" dirty="0"/>
          </a:p>
          <a:p>
            <a:pPr marL="0" indent="0">
              <a:buNone/>
            </a:pPr>
            <a:r>
              <a:rPr lang="en-US" sz="145" dirty="0"/>
              <a:t>  return (</a:t>
            </a:r>
          </a:p>
          <a:p>
            <a:pPr marL="0" indent="0">
              <a:buNone/>
            </a:pPr>
            <a:r>
              <a:rPr lang="en-US" sz="145" dirty="0"/>
              <a:t>    &lt;Grid container spacing={8} </a:t>
            </a:r>
            <a:r>
              <a:rPr lang="en-US" sz="145" dirty="0" err="1"/>
              <a:t>sx</a:t>
            </a:r>
            <a:r>
              <a:rPr lang="en-US" sz="145" dirty="0"/>
              <a:t>={{ </a:t>
            </a:r>
            <a:r>
              <a:rPr lang="en-US" sz="145" dirty="0" err="1"/>
              <a:t>flexGrow</a:t>
            </a:r>
            <a:r>
              <a:rPr lang="en-US" sz="145" dirty="0"/>
              <a:t>: 1, m: 4 }}&gt;</a:t>
            </a:r>
          </a:p>
          <a:p>
            <a:pPr marL="0" indent="0">
              <a:buNone/>
            </a:pPr>
            <a:r>
              <a:rPr lang="en-US" sz="145" dirty="0"/>
              <a:t>      &lt;Grid item </a:t>
            </a:r>
            <a:r>
              <a:rPr lang="en-US" sz="145" dirty="0" err="1"/>
              <a:t>xs</a:t>
            </a:r>
            <a:r>
              <a:rPr lang="en-US" sz="145" dirty="0"/>
              <a:t>={12} </a:t>
            </a:r>
            <a:r>
              <a:rPr lang="en-US" sz="145" dirty="0" err="1"/>
              <a:t>sm</a:t>
            </a:r>
            <a:r>
              <a:rPr lang="en-US" sz="145" dirty="0"/>
              <a:t>={6}&gt;</a:t>
            </a:r>
          </a:p>
          <a:p>
            <a:pPr marL="0" indent="0">
              <a:buNone/>
            </a:pPr>
            <a:r>
              <a:rPr lang="en-US" sz="145" dirty="0"/>
              <a:t>        &lt;Card </a:t>
            </a:r>
            <a:r>
              <a:rPr lang="en-US" sz="145" dirty="0" err="1"/>
              <a:t>sx</a:t>
            </a:r>
            <a:r>
              <a:rPr lang="en-US" sz="145" dirty="0"/>
              <a:t>={{ </a:t>
            </a:r>
            <a:r>
              <a:rPr lang="en-US" sz="145" dirty="0" err="1"/>
              <a:t>textAlign</a:t>
            </a:r>
            <a:r>
              <a:rPr lang="en-US" sz="145" dirty="0"/>
              <a:t>: "center", pb: 2 }}&gt;</a:t>
            </a:r>
          </a:p>
          <a:p>
            <a:pPr marL="0" indent="0">
              <a:buNone/>
            </a:pPr>
            <a:r>
              <a:rPr lang="en-US" sz="145" dirty="0"/>
              <a:t>          &lt;</a:t>
            </a:r>
            <a:r>
              <a:rPr lang="en-US" sz="145" dirty="0" err="1"/>
              <a:t>CardContent</a:t>
            </a:r>
            <a:r>
              <a:rPr lang="en-US" sz="145" dirty="0"/>
              <a:t>&gt;</a:t>
            </a:r>
          </a:p>
          <a:p>
            <a:pPr marL="0" indent="0">
              <a:buNone/>
            </a:pPr>
            <a:r>
              <a:rPr lang="en-US" sz="145" dirty="0"/>
              <a:t>            &lt;Typography</a:t>
            </a:r>
          </a:p>
          <a:p>
            <a:pPr marL="0" indent="0">
              <a:buNone/>
            </a:pPr>
            <a:r>
              <a:rPr lang="en-US" sz="145" dirty="0"/>
              <a:t>              variant="h6"</a:t>
            </a:r>
          </a:p>
          <a:p>
            <a:pPr marL="0" indent="0">
              <a:buNone/>
            </a:pPr>
            <a:r>
              <a:rPr lang="en-US" sz="145" dirty="0"/>
              <a:t>              component="h2"</a:t>
            </a:r>
          </a:p>
          <a:p>
            <a:pPr marL="0" indent="0">
              <a:buNone/>
            </a:pPr>
            <a:r>
              <a:rPr lang="en-US" sz="145" dirty="0"/>
              <a:t>              </a:t>
            </a:r>
            <a:r>
              <a:rPr lang="en-US" sz="145" dirty="0" err="1"/>
              <a:t>sx</a:t>
            </a:r>
            <a:r>
              <a:rPr lang="en-US" sz="145" dirty="0"/>
              <a:t>={{ mt: 2, color: </a:t>
            </a:r>
            <a:r>
              <a:rPr lang="en-US" sz="145" dirty="0" err="1"/>
              <a:t>theme.palette.primary.main</a:t>
            </a:r>
            <a:r>
              <a:rPr lang="en-US" sz="145" dirty="0"/>
              <a:t> }}</a:t>
            </a:r>
          </a:p>
          <a:p>
            <a:pPr marL="0" indent="0">
              <a:buNone/>
            </a:pPr>
            <a:r>
              <a:rPr lang="en-US" sz="145" dirty="0"/>
              <a:t>            &gt;</a:t>
            </a:r>
          </a:p>
          <a:p>
            <a:pPr marL="0" indent="0">
              <a:buNone/>
            </a:pPr>
            <a:r>
              <a:rPr lang="en-US" sz="145" dirty="0"/>
              <a:t>              Edit Shop</a:t>
            </a:r>
          </a:p>
          <a:p>
            <a:pPr marL="0" indent="0">
              <a:buNone/>
            </a:pPr>
            <a:r>
              <a:rPr lang="en-US" sz="145" dirty="0"/>
              <a:t>            &lt;/Typography&gt;</a:t>
            </a:r>
          </a:p>
          <a:p>
            <a:pPr marL="0" indent="0">
              <a:buNone/>
            </a:pPr>
            <a:br>
              <a:rPr lang="en-US" sz="145" dirty="0"/>
            </a:br>
            <a:endParaRPr lang="en-US" sz="145" dirty="0"/>
          </a:p>
          <a:p>
            <a:pPr marL="0" indent="0">
              <a:buNone/>
            </a:pPr>
            <a:r>
              <a:rPr lang="en-US" sz="145" dirty="0"/>
              <a:t>            &lt;Avatar</a:t>
            </a:r>
          </a:p>
          <a:p>
            <a:pPr marL="0" indent="0">
              <a:buNone/>
            </a:pPr>
            <a:r>
              <a:rPr lang="en-US" sz="145" dirty="0"/>
              <a:t>              </a:t>
            </a:r>
            <a:r>
              <a:rPr lang="en-US" sz="145" dirty="0" err="1"/>
              <a:t>src</a:t>
            </a:r>
            <a:r>
              <a:rPr lang="en-US" sz="145" dirty="0"/>
              <a:t>={</a:t>
            </a:r>
            <a:r>
              <a:rPr lang="en-US" sz="145" dirty="0" err="1"/>
              <a:t>logoUrl</a:t>
            </a:r>
            <a:r>
              <a:rPr lang="en-US" sz="145" dirty="0"/>
              <a:t>}</a:t>
            </a:r>
          </a:p>
          <a:p>
            <a:pPr marL="0" indent="0">
              <a:buNone/>
            </a:pPr>
            <a:r>
              <a:rPr lang="en-US" sz="145" dirty="0"/>
              <a:t>              </a:t>
            </a:r>
            <a:r>
              <a:rPr lang="en-US" sz="145" dirty="0" err="1"/>
              <a:t>sx</a:t>
            </a:r>
            <a:r>
              <a:rPr lang="en-US" sz="145" dirty="0"/>
              <a:t>={{ width: 60, height: 60, mx: "auto", my: 2 }}</a:t>
            </a:r>
          </a:p>
          <a:p>
            <a:pPr marL="0" indent="0">
              <a:buNone/>
            </a:pPr>
            <a:r>
              <a:rPr lang="en-US" sz="145" dirty="0"/>
              <a:t>            /&gt;</a:t>
            </a:r>
          </a:p>
          <a:p>
            <a:pPr marL="0" indent="0">
              <a:buNone/>
            </a:pPr>
            <a:br>
              <a:rPr lang="en-US" sz="145" dirty="0"/>
            </a:br>
            <a:endParaRPr lang="en-US" sz="145" dirty="0"/>
          </a:p>
          <a:p>
            <a:pPr marL="0" indent="0">
              <a:buNone/>
            </a:pPr>
            <a:r>
              <a:rPr lang="en-US" sz="145" dirty="0"/>
              <a:t>            &lt;input</a:t>
            </a:r>
          </a:p>
          <a:p>
            <a:pPr marL="0" indent="0">
              <a:buNone/>
            </a:pPr>
            <a:r>
              <a:rPr lang="en-US" sz="145" dirty="0"/>
              <a:t>              accept="image/*"</a:t>
            </a:r>
          </a:p>
          <a:p>
            <a:pPr marL="0" indent="0">
              <a:buNone/>
            </a:pPr>
            <a:r>
              <a:rPr lang="en-US" sz="145" dirty="0"/>
              <a:t>              </a:t>
            </a:r>
            <a:r>
              <a:rPr lang="en-US" sz="145" dirty="0" err="1"/>
              <a:t>onChange</a:t>
            </a:r>
            <a:r>
              <a:rPr lang="en-US" sz="145" dirty="0"/>
              <a:t>={</a:t>
            </a:r>
            <a:r>
              <a:rPr lang="en-US" sz="145" dirty="0" err="1"/>
              <a:t>handleChange</a:t>
            </a:r>
            <a:r>
              <a:rPr lang="en-US" sz="145" dirty="0"/>
              <a:t>("image")}</a:t>
            </a:r>
          </a:p>
          <a:p>
            <a:pPr marL="0" indent="0">
              <a:buNone/>
            </a:pPr>
            <a:r>
              <a:rPr lang="en-US" sz="145" dirty="0"/>
              <a:t>              id="icon-button-file"</a:t>
            </a:r>
          </a:p>
          <a:p>
            <a:pPr marL="0" indent="0">
              <a:buNone/>
            </a:pPr>
            <a:r>
              <a:rPr lang="en-US" sz="145" dirty="0"/>
              <a:t>              type="file"</a:t>
            </a:r>
          </a:p>
          <a:p>
            <a:pPr marL="0" indent="0">
              <a:buNone/>
            </a:pPr>
            <a:r>
              <a:rPr lang="en-US" sz="145" dirty="0"/>
              <a:t>              style={{ display: "none" }}</a:t>
            </a:r>
          </a:p>
          <a:p>
            <a:pPr marL="0" indent="0">
              <a:buNone/>
            </a:pPr>
            <a:r>
              <a:rPr lang="en-US" sz="145" dirty="0"/>
              <a:t>            /&gt;</a:t>
            </a:r>
          </a:p>
          <a:p>
            <a:pPr marL="0" indent="0">
              <a:buNone/>
            </a:pPr>
            <a:r>
              <a:rPr lang="en-US" sz="145" dirty="0"/>
              <a:t>            &lt;label </a:t>
            </a:r>
            <a:r>
              <a:rPr lang="en-US" sz="145" dirty="0" err="1"/>
              <a:t>htmlFor</a:t>
            </a:r>
            <a:r>
              <a:rPr lang="en-US" sz="145" dirty="0"/>
              <a:t>="icon-button-file"&gt;</a:t>
            </a:r>
          </a:p>
          <a:p>
            <a:pPr marL="0" indent="0">
              <a:buNone/>
            </a:pPr>
            <a:r>
              <a:rPr lang="en-US" sz="145" dirty="0"/>
              <a:t>              &lt;Button</a:t>
            </a:r>
          </a:p>
          <a:p>
            <a:pPr marL="0" indent="0">
              <a:buNone/>
            </a:pPr>
            <a:r>
              <a:rPr lang="en-US" sz="145" dirty="0"/>
              <a:t>                variant="contained"</a:t>
            </a:r>
          </a:p>
          <a:p>
            <a:pPr marL="0" indent="0">
              <a:buNone/>
            </a:pPr>
            <a:r>
              <a:rPr lang="en-US" sz="145" dirty="0"/>
              <a:t>                component="span"</a:t>
            </a:r>
          </a:p>
          <a:p>
            <a:pPr marL="0" indent="0">
              <a:buNone/>
            </a:pPr>
            <a:r>
              <a:rPr lang="en-US" sz="145" dirty="0"/>
              <a:t>                </a:t>
            </a:r>
            <a:r>
              <a:rPr lang="en-US" sz="145" dirty="0" err="1"/>
              <a:t>startIcon</a:t>
            </a:r>
            <a:r>
              <a:rPr lang="en-US" sz="145" dirty="0"/>
              <a:t>={&lt;</a:t>
            </a:r>
            <a:r>
              <a:rPr lang="en-US" sz="145" dirty="0" err="1"/>
              <a:t>AddPhotoAlternateIcon</a:t>
            </a:r>
            <a:r>
              <a:rPr lang="en-US" sz="145" dirty="0"/>
              <a:t> /&gt;}</a:t>
            </a:r>
          </a:p>
          <a:p>
            <a:pPr marL="0" indent="0">
              <a:buNone/>
            </a:pPr>
            <a:r>
              <a:rPr lang="en-US" sz="145" dirty="0"/>
              <a:t>              &gt;</a:t>
            </a:r>
          </a:p>
          <a:p>
            <a:pPr marL="0" indent="0">
              <a:buNone/>
            </a:pPr>
            <a:r>
              <a:rPr lang="en-US" sz="145" dirty="0"/>
              <a:t>                Change Logo</a:t>
            </a:r>
          </a:p>
          <a:p>
            <a:pPr marL="0" indent="0">
              <a:buNone/>
            </a:pPr>
            <a:r>
              <a:rPr lang="en-US" sz="145" dirty="0"/>
              <a:t>              &lt;/Button&gt;</a:t>
            </a:r>
          </a:p>
          <a:p>
            <a:pPr marL="0" indent="0">
              <a:buNone/>
            </a:pPr>
            <a:r>
              <a:rPr lang="en-US" sz="145" dirty="0"/>
              <a:t>            &lt;/label&gt;</a:t>
            </a:r>
          </a:p>
          <a:p>
            <a:pPr marL="0" indent="0">
              <a:buNone/>
            </a:pPr>
            <a:r>
              <a:rPr lang="en-US" sz="145" dirty="0"/>
              <a:t>            &lt;span style={{ </a:t>
            </a:r>
            <a:r>
              <a:rPr lang="en-US" sz="145" dirty="0" err="1"/>
              <a:t>marginLeft</a:t>
            </a:r>
            <a:r>
              <a:rPr lang="en-US" sz="145" dirty="0"/>
              <a:t>: "10px" }}&gt;</a:t>
            </a:r>
          </a:p>
          <a:p>
            <a:pPr marL="0" indent="0">
              <a:buNone/>
            </a:pPr>
            <a:r>
              <a:rPr lang="en-US" sz="145" dirty="0"/>
              <a:t>              {</a:t>
            </a:r>
            <a:r>
              <a:rPr lang="en-US" sz="145" dirty="0" err="1"/>
              <a:t>values.image</a:t>
            </a:r>
            <a:r>
              <a:rPr lang="en-US" sz="145" dirty="0"/>
              <a:t> ? values.image.name : ""}</a:t>
            </a:r>
          </a:p>
          <a:p>
            <a:pPr marL="0" indent="0">
              <a:buNone/>
            </a:pPr>
            <a:r>
              <a:rPr lang="en-US" sz="145" dirty="0"/>
              <a:t>            &lt;/span&gt;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id="name"</a:t>
            </a:r>
          </a:p>
          <a:p>
            <a:pPr marL="0" indent="0">
              <a:buNone/>
            </a:pPr>
            <a:r>
              <a:rPr lang="en-US" sz="145" dirty="0"/>
              <a:t>              label="Name"</a:t>
            </a:r>
          </a:p>
          <a:p>
            <a:pPr marL="0" indent="0">
              <a:buNone/>
            </a:pPr>
            <a:r>
              <a:rPr lang="en-US" sz="145" dirty="0"/>
              <a:t>              value={values.name}</a:t>
            </a:r>
          </a:p>
          <a:p>
            <a:pPr marL="0" indent="0">
              <a:buNone/>
            </a:pPr>
            <a:r>
              <a:rPr lang="en-US" sz="145" dirty="0"/>
              <a:t>              </a:t>
            </a:r>
            <a:r>
              <a:rPr lang="en-US" sz="145" dirty="0" err="1"/>
              <a:t>onChange</a:t>
            </a:r>
            <a:r>
              <a:rPr lang="en-US" sz="145" dirty="0"/>
              <a:t>={</a:t>
            </a:r>
            <a:r>
              <a:rPr lang="en-US" sz="145" dirty="0" err="1"/>
              <a:t>handleChange</a:t>
            </a:r>
            <a:r>
              <a:rPr lang="en-US" sz="145" dirty="0"/>
              <a:t>("name")}</a:t>
            </a:r>
          </a:p>
          <a:p>
            <a:pPr marL="0" indent="0">
              <a:buNone/>
            </a:pPr>
            <a:r>
              <a:rPr lang="en-US" sz="145" dirty="0"/>
              <a:t>              margin="normal"</a:t>
            </a:r>
          </a:p>
          <a:p>
            <a:pPr marL="0" indent="0">
              <a:buNone/>
            </a:pPr>
            <a:r>
              <a:rPr lang="en-US" sz="145" dirty="0"/>
              <a:t>              </a:t>
            </a:r>
            <a:r>
              <a:rPr lang="en-US" sz="145" dirty="0" err="1"/>
              <a:t>sx</a:t>
            </a:r>
            <a:r>
              <a:rPr lang="en-US" sz="145" dirty="0"/>
              <a:t>={{ my: 2, width: 400 }}</a:t>
            </a:r>
          </a:p>
          <a:p>
            <a:pPr marL="0" indent="0">
              <a:buNone/>
            </a:pPr>
            <a:r>
              <a:rPr lang="en-US" sz="145" dirty="0"/>
              <a:t>            /&gt;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id="description"</a:t>
            </a:r>
          </a:p>
          <a:p>
            <a:pPr marL="0" indent="0">
              <a:buNone/>
            </a:pPr>
            <a:r>
              <a:rPr lang="en-US" sz="145" dirty="0"/>
              <a:t>              label="Description"</a:t>
            </a:r>
          </a:p>
          <a:p>
            <a:pPr marL="0" indent="0">
              <a:buNone/>
            </a:pPr>
            <a:r>
              <a:rPr lang="en-US" sz="145" dirty="0"/>
              <a:t>              multiline</a:t>
            </a:r>
          </a:p>
          <a:p>
            <a:pPr marL="0" indent="0">
              <a:buNone/>
            </a:pPr>
            <a:r>
              <a:rPr lang="en-US" sz="145" dirty="0"/>
              <a:t>              rows={3}</a:t>
            </a:r>
          </a:p>
          <a:p>
            <a:pPr marL="0" indent="0">
              <a:buNone/>
            </a:pPr>
            <a:r>
              <a:rPr lang="en-US" sz="145" dirty="0"/>
              <a:t>              value={</a:t>
            </a:r>
            <a:r>
              <a:rPr lang="en-US" sz="145" dirty="0" err="1"/>
              <a:t>values.description</a:t>
            </a:r>
            <a:r>
              <a:rPr lang="en-US" sz="145" dirty="0"/>
              <a:t>}</a:t>
            </a:r>
          </a:p>
          <a:p>
            <a:pPr marL="0" indent="0">
              <a:buNone/>
            </a:pPr>
            <a:r>
              <a:rPr lang="en-US" sz="145" dirty="0"/>
              <a:t>              </a:t>
            </a:r>
            <a:r>
              <a:rPr lang="en-US" sz="145" dirty="0" err="1"/>
              <a:t>onChange</a:t>
            </a:r>
            <a:r>
              <a:rPr lang="en-US" sz="145" dirty="0"/>
              <a:t>={</a:t>
            </a:r>
            <a:r>
              <a:rPr lang="en-US" sz="145" dirty="0" err="1"/>
              <a:t>handleChange</a:t>
            </a:r>
            <a:r>
              <a:rPr lang="en-US" sz="145" dirty="0"/>
              <a:t>("description")}</a:t>
            </a:r>
          </a:p>
          <a:p>
            <a:pPr marL="0" indent="0">
              <a:buNone/>
            </a:pPr>
            <a:r>
              <a:rPr lang="en-US" sz="145" dirty="0"/>
              <a:t>              margin="normal"</a:t>
            </a:r>
          </a:p>
          <a:p>
            <a:pPr marL="0" indent="0">
              <a:buNone/>
            </a:pPr>
            <a:r>
              <a:rPr lang="en-US" sz="145" dirty="0"/>
              <a:t>              </a:t>
            </a:r>
            <a:r>
              <a:rPr lang="en-US" sz="145" dirty="0" err="1"/>
              <a:t>sx</a:t>
            </a:r>
            <a:r>
              <a:rPr lang="en-US" sz="145" dirty="0"/>
              <a:t>={{ my: 2, width: 400 }}</a:t>
            </a:r>
          </a:p>
          <a:p>
            <a:pPr marL="0" indent="0">
              <a:buNone/>
            </a:pPr>
            <a:r>
              <a:rPr lang="en-US" sz="145" dirty="0"/>
              <a:t>            /&gt;</a:t>
            </a:r>
          </a:p>
          <a:p>
            <a:pPr marL="0" indent="0">
              <a:buNone/>
            </a:pPr>
            <a:br>
              <a:rPr lang="en-US" sz="145" dirty="0"/>
            </a:br>
            <a:endParaRPr lang="en-US" sz="145" dirty="0"/>
          </a:p>
          <a:p>
            <a:pPr marL="0" indent="0">
              <a:buNone/>
            </a:pPr>
            <a:r>
              <a:rPr lang="en-US" sz="145" dirty="0"/>
              <a:t>            &lt;Typography</a:t>
            </a:r>
          </a:p>
          <a:p>
            <a:pPr marL="0" indent="0">
              <a:buNone/>
            </a:pPr>
            <a:r>
              <a:rPr lang="en-US" sz="145" dirty="0"/>
              <a:t>              variant="subtitle1"</a:t>
            </a:r>
          </a:p>
          <a:p>
            <a:pPr marL="0" indent="0">
              <a:buNone/>
            </a:pPr>
            <a:r>
              <a:rPr lang="en-US" sz="145" dirty="0"/>
              <a:t>              </a:t>
            </a:r>
            <a:r>
              <a:rPr lang="en-US" sz="145" dirty="0" err="1"/>
              <a:t>sx</a:t>
            </a:r>
            <a:r>
              <a:rPr lang="en-US" sz="145" dirty="0"/>
              <a:t>={{ mt: 2, color: </a:t>
            </a:r>
            <a:r>
              <a:rPr lang="en-US" sz="145" dirty="0" err="1"/>
              <a:t>theme.palette.text.secondary</a:t>
            </a:r>
            <a:r>
              <a:rPr lang="en-US" sz="145" dirty="0"/>
              <a:t> }}</a:t>
            </a:r>
          </a:p>
          <a:p>
            <a:pPr marL="0" indent="0">
              <a:buNone/>
            </a:pPr>
            <a:r>
              <a:rPr lang="en-US" sz="145" dirty="0"/>
              <a:t>            &gt;</a:t>
            </a:r>
          </a:p>
          <a:p>
            <a:pPr marL="0" indent="0">
              <a:buNone/>
            </a:pPr>
            <a:r>
              <a:rPr lang="en-US" sz="145" dirty="0"/>
              <a:t>              Owner: {</a:t>
            </a:r>
            <a:r>
              <a:rPr lang="en-US" sz="145" dirty="0" err="1"/>
              <a:t>values.owner</a:t>
            </a:r>
            <a:r>
              <a:rPr lang="en-US" sz="145" dirty="0"/>
              <a:t>}</a:t>
            </a:r>
          </a:p>
          <a:p>
            <a:pPr marL="0" indent="0">
              <a:buNone/>
            </a:pPr>
            <a:r>
              <a:rPr lang="en-US" sz="145" dirty="0"/>
              <a:t>            &lt;/Typography&gt;</a:t>
            </a:r>
          </a:p>
          <a:p>
            <a:pPr marL="0" indent="0">
              <a:buNone/>
            </a:pPr>
            <a:br>
              <a:rPr lang="en-US" sz="145" dirty="0"/>
            </a:br>
            <a:endParaRPr lang="en-US" sz="145" dirty="0"/>
          </a:p>
          <a:p>
            <a:pPr marL="0" indent="0">
              <a:buNone/>
            </a:pPr>
            <a:r>
              <a:rPr lang="en-US" sz="145" dirty="0"/>
              <a:t>            {</a:t>
            </a:r>
            <a:r>
              <a:rPr lang="en-US" sz="145" dirty="0" err="1"/>
              <a:t>values.error</a:t>
            </a:r>
            <a:r>
              <a:rPr lang="en-US" sz="145" dirty="0"/>
              <a:t> &amp;&amp; (</a:t>
            </a:r>
          </a:p>
          <a:p>
            <a:pPr marL="0" indent="0">
              <a:buNone/>
            </a:pPr>
            <a:r>
              <a:rPr lang="en-US" sz="145" dirty="0"/>
              <a:t>              &lt;Typography component="p" color="error" </a:t>
            </a:r>
            <a:r>
              <a:rPr lang="en-US" sz="145" dirty="0" err="1"/>
              <a:t>sx</a:t>
            </a:r>
            <a:r>
              <a:rPr lang="en-US" sz="145" dirty="0"/>
              <a:t>={{ mt: 2 }}&gt;</a:t>
            </a:r>
          </a:p>
          <a:p>
            <a:pPr marL="0" indent="0">
              <a:buNone/>
            </a:pPr>
            <a:r>
              <a:rPr lang="en-US" sz="145" dirty="0"/>
              <a:t>                &lt;Icon color="error" </a:t>
            </a:r>
            <a:r>
              <a:rPr lang="en-US" sz="145" dirty="0" err="1"/>
              <a:t>sx</a:t>
            </a:r>
            <a:r>
              <a:rPr lang="en-US" sz="145" dirty="0"/>
              <a:t>={{ </a:t>
            </a:r>
            <a:r>
              <a:rPr lang="en-US" sz="145" dirty="0" err="1"/>
              <a:t>verticalAlign</a:t>
            </a:r>
            <a:r>
              <a:rPr lang="en-US" sz="145" dirty="0"/>
              <a:t>: "middle", </a:t>
            </a:r>
            <a:r>
              <a:rPr lang="en-US" sz="145" dirty="0" err="1"/>
              <a:t>mr</a:t>
            </a:r>
            <a:r>
              <a:rPr lang="en-US" sz="145" dirty="0"/>
              <a:t>: 1 }}&gt;</a:t>
            </a:r>
          </a:p>
          <a:p>
            <a:pPr marL="0" indent="0">
              <a:buNone/>
            </a:pPr>
            <a:r>
              <a:rPr lang="en-US" sz="145" dirty="0"/>
              <a:t>                  error</a:t>
            </a:r>
          </a:p>
          <a:p>
            <a:pPr marL="0" indent="0">
              <a:buNone/>
            </a:pPr>
            <a:r>
              <a:rPr lang="en-US" sz="145" dirty="0"/>
              <a:t>                &lt;/Icon&gt;</a:t>
            </a:r>
          </a:p>
          <a:p>
            <a:pPr marL="0" indent="0">
              <a:buNone/>
            </a:pPr>
            <a:r>
              <a:rPr lang="en-US" sz="145" dirty="0"/>
              <a:t>                {</a:t>
            </a:r>
            <a:r>
              <a:rPr lang="en-US" sz="145" dirty="0" err="1"/>
              <a:t>values.error</a:t>
            </a:r>
            <a:r>
              <a:rPr lang="en-US" sz="145" dirty="0"/>
              <a:t>}</a:t>
            </a:r>
          </a:p>
          <a:p>
            <a:pPr marL="0" indent="0">
              <a:buNone/>
            </a:pPr>
            <a:r>
              <a:rPr lang="en-US" sz="145" dirty="0"/>
              <a:t>              &lt;/Typography&gt;</a:t>
            </a:r>
          </a:p>
          <a:p>
            <a:pPr marL="0" indent="0">
              <a:buNone/>
            </a:pPr>
            <a:r>
              <a:rPr lang="en-US" sz="145" dirty="0"/>
              <a:t>            )}</a:t>
            </a:r>
          </a:p>
          <a:p>
            <a:pPr marL="0" indent="0">
              <a:buNone/>
            </a:pPr>
            <a:r>
              <a:rPr lang="en-US" sz="145" dirty="0"/>
              <a:t>          &lt;/</a:t>
            </a:r>
            <a:r>
              <a:rPr lang="en-US" sz="145" dirty="0" err="1"/>
              <a:t>CardContent</a:t>
            </a:r>
            <a:r>
              <a:rPr lang="en-US" sz="145" dirty="0"/>
              <a:t>&gt;</a:t>
            </a:r>
          </a:p>
          <a:p>
            <a:pPr marL="0" indent="0">
              <a:buNone/>
            </a:pPr>
            <a:br>
              <a:rPr lang="en-US" sz="145" dirty="0"/>
            </a:br>
            <a:endParaRPr lang="en-US" sz="145" dirty="0"/>
          </a:p>
          <a:p>
            <a:pPr marL="0" indent="0">
              <a:buNone/>
            </a:pPr>
            <a:r>
              <a:rPr lang="en-US" sz="145" dirty="0"/>
              <a:t>          &lt;</a:t>
            </a:r>
            <a:r>
              <a:rPr lang="en-US" sz="145" dirty="0" err="1"/>
              <a:t>CardActions</a:t>
            </a:r>
            <a:r>
              <a:rPr lang="en-US" sz="145" dirty="0"/>
              <a:t> </a:t>
            </a:r>
            <a:r>
              <a:rPr lang="en-US" sz="145" dirty="0" err="1"/>
              <a:t>sx</a:t>
            </a:r>
            <a:r>
              <a:rPr lang="en-US" sz="145" dirty="0"/>
              <a:t>={{ </a:t>
            </a:r>
            <a:r>
              <a:rPr lang="en-US" sz="145" dirty="0" err="1"/>
              <a:t>justifyContent</a:t>
            </a:r>
            <a:r>
              <a:rPr lang="en-US" sz="145" dirty="0"/>
              <a:t>: "center" }}&gt;</a:t>
            </a:r>
          </a:p>
          <a:p>
            <a:pPr marL="0" indent="0">
              <a:buNone/>
            </a:pPr>
            <a:r>
              <a:rPr lang="en-US" sz="145" dirty="0"/>
              <a:t>            &lt;Button</a:t>
            </a:r>
          </a:p>
          <a:p>
            <a:pPr marL="0" indent="0">
              <a:buNone/>
            </a:pPr>
            <a:r>
              <a:rPr lang="en-US" sz="145" dirty="0"/>
              <a:t>              color="primary"</a:t>
            </a:r>
          </a:p>
          <a:p>
            <a:pPr marL="0" indent="0">
              <a:buNone/>
            </a:pPr>
            <a:r>
              <a:rPr lang="en-US" sz="145" dirty="0"/>
              <a:t>              variant="contained"</a:t>
            </a:r>
          </a:p>
          <a:p>
            <a:pPr marL="0" indent="0">
              <a:buNone/>
            </a:pPr>
            <a:r>
              <a:rPr lang="en-US" sz="145" dirty="0"/>
              <a:t>              </a:t>
            </a:r>
            <a:r>
              <a:rPr lang="en-US" sz="145" dirty="0" err="1"/>
              <a:t>onClick</a:t>
            </a:r>
            <a:r>
              <a:rPr lang="en-US" sz="145" dirty="0"/>
              <a:t>={</a:t>
            </a:r>
            <a:r>
              <a:rPr lang="en-US" sz="145" dirty="0" err="1"/>
              <a:t>clickSubmit</a:t>
            </a:r>
            <a:r>
              <a:rPr lang="en-US" sz="145" dirty="0"/>
              <a:t>}</a:t>
            </a:r>
          </a:p>
          <a:p>
            <a:pPr marL="0" indent="0">
              <a:buNone/>
            </a:pPr>
            <a:r>
              <a:rPr lang="en-US" sz="145" dirty="0"/>
              <a:t>              </a:t>
            </a:r>
            <a:r>
              <a:rPr lang="en-US" sz="145" dirty="0" err="1"/>
              <a:t>sx</a:t>
            </a:r>
            <a:r>
              <a:rPr lang="en-US" sz="145" dirty="0"/>
              <a:t>={{ mb: 2 }}</a:t>
            </a:r>
          </a:p>
          <a:p>
            <a:pPr marL="0" indent="0">
              <a:buNone/>
            </a:pPr>
            <a:r>
              <a:rPr lang="en-US" sz="145" dirty="0"/>
              <a:t>            &gt;</a:t>
            </a:r>
          </a:p>
          <a:p>
            <a:pPr marL="0" indent="0">
              <a:buNone/>
            </a:pPr>
            <a:r>
              <a:rPr lang="en-US" sz="145" dirty="0"/>
              <a:t>              Update</a:t>
            </a:r>
          </a:p>
          <a:p>
            <a:pPr marL="0" indent="0">
              <a:buNone/>
            </a:pPr>
            <a:r>
              <a:rPr lang="en-US" sz="145" dirty="0"/>
              <a:t>            &lt;/Button&gt;</a:t>
            </a:r>
          </a:p>
          <a:p>
            <a:pPr marL="0" indent="0">
              <a:buNone/>
            </a:pPr>
            <a:r>
              <a:rPr lang="en-US" sz="145" dirty="0"/>
              <a:t>          &lt;/</a:t>
            </a:r>
            <a:r>
              <a:rPr lang="en-US" sz="145" dirty="0" err="1"/>
              <a:t>CardActions</a:t>
            </a:r>
            <a:r>
              <a:rPr lang="en-US" sz="145" dirty="0"/>
              <a:t>&gt;</a:t>
            </a:r>
          </a:p>
          <a:p>
            <a:pPr marL="0" indent="0">
              <a:buNone/>
            </a:pPr>
            <a:r>
              <a:rPr lang="en-US" sz="145" dirty="0"/>
              <a:t>        &lt;/Card&gt;</a:t>
            </a:r>
          </a:p>
          <a:p>
            <a:pPr marL="0" indent="0">
              <a:buNone/>
            </a:pPr>
            <a:r>
              <a:rPr lang="en-US" sz="145" dirty="0"/>
              <a:t>          &lt;/Grid&gt;</a:t>
            </a:r>
          </a:p>
          <a:p>
            <a:pPr marL="0" indent="0">
              <a:buNone/>
            </a:pPr>
            <a:r>
              <a:rPr lang="en-US" sz="145" dirty="0"/>
              <a:t>          </a:t>
            </a:r>
          </a:p>
          <a:p>
            <a:pPr marL="0" indent="0">
              <a:buNone/>
            </a:pPr>
            <a:br>
              <a:rPr lang="en-US" sz="145" dirty="0"/>
            </a:br>
            <a:endParaRPr lang="en-US" sz="145" dirty="0"/>
          </a:p>
          <a:p>
            <a:pPr marL="0" indent="0">
              <a:buNone/>
            </a:pPr>
            <a:r>
              <a:rPr lang="en-US" sz="145" dirty="0"/>
              <a:t>    &lt;/Grid&gt;</a:t>
            </a:r>
          </a:p>
          <a:p>
            <a:pPr marL="0" indent="0">
              <a:buNone/>
            </a:pPr>
            <a:r>
              <a:rPr lang="en-US" sz="145" dirty="0"/>
              <a:t>  );</a:t>
            </a:r>
          </a:p>
          <a:p>
            <a:pPr marL="0" indent="0">
              <a:buNone/>
            </a:pPr>
            <a:r>
              <a:rPr lang="en-US" sz="145" dirty="0"/>
              <a:t>}</a:t>
            </a:r>
          </a:p>
        </p:txBody>
      </p:sp>
      <p:sp>
        <p:nvSpPr>
          <p:cNvPr id="4" name="Date Placeholder 3">
            <a:extLst>
              <a:ext uri="{FF2B5EF4-FFF2-40B4-BE49-F238E27FC236}">
                <a16:creationId xmlns:a16="http://schemas.microsoft.com/office/drawing/2014/main" id="{515176EC-E8AE-B8BD-8855-5F0DB700944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7978B3C-D1FB-35B6-B0A3-91948346D9F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BA2C37F-3942-8281-3FA6-9C91C8026F74}"/>
              </a:ext>
            </a:extLst>
          </p:cNvPr>
          <p:cNvSpPr>
            <a:spLocks noGrp="1"/>
          </p:cNvSpPr>
          <p:nvPr>
            <p:ph type="sldNum" sz="quarter" idx="12"/>
          </p:nvPr>
        </p:nvSpPr>
        <p:spPr/>
        <p:txBody>
          <a:bodyPr/>
          <a:lstStyle/>
          <a:p>
            <a:fld id="{7C5CF243-786F-4254-B068-4C9F0B6EA12F}" type="slidenum">
              <a:rPr lang="en-US" altLang="en-US" smtClean="0"/>
              <a:pPr/>
              <a:t>53</a:t>
            </a:fld>
            <a:endParaRPr lang="en-US" altLang="en-US"/>
          </a:p>
        </p:txBody>
      </p:sp>
    </p:spTree>
    <p:extLst>
      <p:ext uri="{BB962C8B-B14F-4D97-AF65-F5344CB8AC3E}">
        <p14:creationId xmlns:p14="http://schemas.microsoft.com/office/powerpoint/2010/main" val="1019841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403BF-2710-8EE6-51A6-95AF1A4BCD92}"/>
              </a:ext>
            </a:extLst>
          </p:cNvPr>
          <p:cNvSpPr>
            <a:spLocks noGrp="1"/>
          </p:cNvSpPr>
          <p:nvPr>
            <p:ph type="title"/>
          </p:nvPr>
        </p:nvSpPr>
        <p:spPr/>
        <p:txBody>
          <a:bodyPr/>
          <a:lstStyle/>
          <a:p>
            <a:r>
              <a:rPr lang="en-US" dirty="0" err="1"/>
              <a:t>EditShop.jsx</a:t>
            </a:r>
            <a:r>
              <a:rPr lang="en-US" dirty="0"/>
              <a:t> code explanation</a:t>
            </a:r>
          </a:p>
        </p:txBody>
      </p:sp>
      <p:sp>
        <p:nvSpPr>
          <p:cNvPr id="3" name="Content Placeholder 2">
            <a:extLst>
              <a:ext uri="{FF2B5EF4-FFF2-40B4-BE49-F238E27FC236}">
                <a16:creationId xmlns:a16="http://schemas.microsoft.com/office/drawing/2014/main" id="{B0D749BE-9CA1-2C0B-43A8-57038C27EF6B}"/>
              </a:ext>
            </a:extLst>
          </p:cNvPr>
          <p:cNvSpPr>
            <a:spLocks noGrp="1"/>
          </p:cNvSpPr>
          <p:nvPr>
            <p:ph idx="1"/>
          </p:nvPr>
        </p:nvSpPr>
        <p:spPr/>
        <p:txBody>
          <a:bodyPr/>
          <a:lstStyle/>
          <a:p>
            <a:r>
              <a:rPr lang="en-US" sz="390" b="1" dirty="0"/>
              <a:t>Imports (Lines 1–17)</a:t>
            </a:r>
            <a:endParaRPr lang="en-US" sz="390" dirty="0"/>
          </a:p>
          <a:p>
            <a:pPr lvl="0"/>
            <a:r>
              <a:rPr lang="en-US" sz="390" b="1" dirty="0"/>
              <a:t>React and hooks </a:t>
            </a:r>
            <a:r>
              <a:rPr lang="en-US" sz="390" b="1" dirty="0" err="1"/>
              <a:t>useState</a:t>
            </a:r>
            <a:r>
              <a:rPr lang="en-US" sz="390" b="1" dirty="0"/>
              <a:t> and </a:t>
            </a:r>
            <a:r>
              <a:rPr lang="en-US" sz="390" b="1" dirty="0" err="1"/>
              <a:t>useEffect</a:t>
            </a:r>
            <a:r>
              <a:rPr lang="en-US" sz="390" b="1" dirty="0"/>
              <a:t> are imported to manage state and side effects.</a:t>
            </a:r>
            <a:endParaRPr lang="en-US" sz="390" dirty="0"/>
          </a:p>
          <a:p>
            <a:pPr lvl="0"/>
            <a:r>
              <a:rPr lang="en-US" sz="390" b="1" dirty="0"/>
              <a:t>MUI components are brought in to build the form interface (card layout, text fields, buttons, avatar for logo, etc.).</a:t>
            </a:r>
            <a:endParaRPr lang="en-US" sz="390" dirty="0"/>
          </a:p>
          <a:p>
            <a:pPr lvl="0"/>
            <a:r>
              <a:rPr lang="en-US" sz="390" b="1" dirty="0"/>
              <a:t>A Material-UI icon for image upload is imported to be used inside a button.</a:t>
            </a:r>
            <a:endParaRPr lang="en-US" sz="390" dirty="0"/>
          </a:p>
          <a:p>
            <a:pPr lvl="0"/>
            <a:r>
              <a:rPr lang="en-US" sz="390" b="1" dirty="0"/>
              <a:t>The theme hook is imported to apply colors based on the app’s current theme.</a:t>
            </a:r>
            <a:endParaRPr lang="en-US" sz="390" dirty="0"/>
          </a:p>
          <a:p>
            <a:pPr lvl="0"/>
            <a:r>
              <a:rPr lang="en-US" sz="390" b="1" dirty="0"/>
              <a:t>A local authentication helper is used to check if a user is signed in and to retrieve their credentials.</a:t>
            </a:r>
            <a:endParaRPr lang="en-US" sz="390" dirty="0"/>
          </a:p>
          <a:p>
            <a:pPr lvl="0"/>
            <a:r>
              <a:rPr lang="en-US" sz="390" b="1" dirty="0"/>
              <a:t>Functions for reading and updating a shop are imported from an API module.</a:t>
            </a:r>
            <a:endParaRPr lang="en-US" sz="390" dirty="0"/>
          </a:p>
          <a:p>
            <a:pPr lvl="0"/>
            <a:r>
              <a:rPr lang="en-US" sz="390" b="1" dirty="0" err="1"/>
              <a:t>useParams</a:t>
            </a:r>
            <a:r>
              <a:rPr lang="en-US" sz="390" b="1" dirty="0"/>
              <a:t> is imported from React Router to access the shop ID from the URL.</a:t>
            </a:r>
            <a:endParaRPr lang="en-US" sz="390" dirty="0"/>
          </a:p>
          <a:p>
            <a:pPr lvl="0"/>
            <a:r>
              <a:rPr lang="en-US" sz="390" b="1" dirty="0"/>
              <a:t>Navigate is used to redirect the user after a successful update.</a:t>
            </a:r>
            <a:endParaRPr lang="en-US" sz="390" dirty="0"/>
          </a:p>
          <a:p>
            <a:r>
              <a:rPr lang="en-US" sz="390" b="1" dirty="0"/>
              <a:t>Component Setup (Lines 19–24)</a:t>
            </a:r>
            <a:endParaRPr lang="en-US" sz="390" dirty="0"/>
          </a:p>
          <a:p>
            <a:pPr lvl="0"/>
            <a:r>
              <a:rPr lang="en-US" sz="390" b="1" dirty="0"/>
              <a:t>The component is defined and the shop ID is extracted from the URL parameters.</a:t>
            </a:r>
            <a:endParaRPr lang="en-US" sz="390" dirty="0"/>
          </a:p>
          <a:p>
            <a:pPr lvl="0"/>
            <a:r>
              <a:rPr lang="en-US" sz="390" b="1" dirty="0"/>
              <a:t>The current theme is accessed via </a:t>
            </a:r>
            <a:r>
              <a:rPr lang="en-US" sz="390" b="1" dirty="0" err="1"/>
              <a:t>useTheme</a:t>
            </a:r>
            <a:r>
              <a:rPr lang="en-US" sz="390" b="1" dirty="0"/>
              <a:t>.</a:t>
            </a:r>
            <a:endParaRPr lang="en-US" sz="390" dirty="0"/>
          </a:p>
          <a:p>
            <a:pPr lvl="0"/>
            <a:r>
              <a:rPr lang="en-US" sz="390" b="1" dirty="0"/>
              <a:t>State is initialized to hold shop data including name, description, image file, redirect flag, error message, shop ID, and owner name.</a:t>
            </a:r>
            <a:endParaRPr lang="en-US" sz="390" dirty="0"/>
          </a:p>
          <a:p>
            <a:r>
              <a:rPr lang="en-US" sz="390" b="1" dirty="0"/>
              <a:t>Authentication Token (Line 26)</a:t>
            </a:r>
            <a:endParaRPr lang="en-US" sz="390" dirty="0"/>
          </a:p>
          <a:p>
            <a:pPr lvl="0"/>
            <a:r>
              <a:rPr lang="en-US" sz="390" b="1" dirty="0"/>
              <a:t>The authenticated user's token and ID are retrieved from session storage.</a:t>
            </a:r>
            <a:endParaRPr lang="en-US" sz="390" dirty="0"/>
          </a:p>
          <a:p>
            <a:r>
              <a:rPr lang="en-US" sz="390" b="1" dirty="0" err="1"/>
              <a:t>useEffect</a:t>
            </a:r>
            <a:r>
              <a:rPr lang="en-US" sz="390" b="1" dirty="0"/>
              <a:t> Hook (Lines 28–42)</a:t>
            </a:r>
            <a:endParaRPr lang="en-US" sz="390" dirty="0"/>
          </a:p>
          <a:p>
            <a:pPr lvl="0"/>
            <a:r>
              <a:rPr lang="en-US" sz="390" b="1" dirty="0"/>
              <a:t>When the component mounts or the shop ID changes, a fetch request is made to get the shop’s current details using the read function.</a:t>
            </a:r>
            <a:endParaRPr lang="en-US" sz="390" dirty="0"/>
          </a:p>
          <a:p>
            <a:pPr lvl="0"/>
            <a:r>
              <a:rPr lang="en-US" sz="390" b="1" dirty="0"/>
              <a:t>An </a:t>
            </a:r>
            <a:r>
              <a:rPr lang="en-US" sz="390" b="1" dirty="0" err="1"/>
              <a:t>AbortController</a:t>
            </a:r>
            <a:r>
              <a:rPr lang="en-US" sz="390" b="1" dirty="0"/>
              <a:t> is used to allow cancellation of the request when the component unmounts.</a:t>
            </a:r>
            <a:endParaRPr lang="en-US" sz="390" dirty="0"/>
          </a:p>
          <a:p>
            <a:pPr lvl="0"/>
            <a:r>
              <a:rPr lang="en-US" sz="390" b="1" dirty="0"/>
              <a:t>If an error is returned from the API, the error state is updated.</a:t>
            </a:r>
            <a:endParaRPr lang="en-US" sz="390" dirty="0"/>
          </a:p>
          <a:p>
            <a:pPr lvl="0"/>
            <a:r>
              <a:rPr lang="en-US" sz="390" b="1" dirty="0"/>
              <a:t>Otherwise, the shop details (ID, name, description, owner) are stored in state.</a:t>
            </a:r>
            <a:endParaRPr lang="en-US" sz="390" dirty="0"/>
          </a:p>
          <a:p>
            <a:r>
              <a:rPr lang="en-US" sz="390" b="1" dirty="0"/>
              <a:t>Cleanup Function (Line 41)</a:t>
            </a:r>
            <a:endParaRPr lang="en-US" sz="390" dirty="0"/>
          </a:p>
          <a:p>
            <a:pPr lvl="0"/>
            <a:r>
              <a:rPr lang="en-US" sz="390" b="1" dirty="0"/>
              <a:t>On unmount, the fetch request is aborted to prevent memory leaks or state updates after unmounting.</a:t>
            </a:r>
            <a:endParaRPr lang="en-US" sz="390" dirty="0"/>
          </a:p>
          <a:p>
            <a:r>
              <a:rPr lang="en-US" sz="390" b="1" dirty="0" err="1"/>
              <a:t>clickSubmit</a:t>
            </a:r>
            <a:r>
              <a:rPr lang="en-US" sz="390" b="1" dirty="0"/>
              <a:t> Handler (Lines 44–53)</a:t>
            </a:r>
            <a:endParaRPr lang="en-US" sz="390" dirty="0"/>
          </a:p>
          <a:p>
            <a:pPr lvl="0"/>
            <a:r>
              <a:rPr lang="en-US" sz="390" b="1" dirty="0"/>
              <a:t>When the update button is clicked:</a:t>
            </a:r>
            <a:endParaRPr lang="en-US" sz="390" dirty="0"/>
          </a:p>
          <a:p>
            <a:pPr lvl="1"/>
            <a:r>
              <a:rPr lang="en-US" sz="390" b="1" dirty="0"/>
              <a:t>A new </a:t>
            </a:r>
            <a:r>
              <a:rPr lang="en-US" sz="390" b="1" dirty="0" err="1"/>
              <a:t>FormData</a:t>
            </a:r>
            <a:r>
              <a:rPr lang="en-US" sz="390" b="1" dirty="0"/>
              <a:t> object is created.</a:t>
            </a:r>
            <a:endParaRPr lang="en-US" sz="390" dirty="0"/>
          </a:p>
          <a:p>
            <a:pPr lvl="1"/>
            <a:r>
              <a:rPr lang="en-US" sz="390" b="1" dirty="0"/>
              <a:t>The name, description, and image file are appended if provided.</a:t>
            </a:r>
            <a:endParaRPr lang="en-US" sz="390" dirty="0"/>
          </a:p>
          <a:p>
            <a:pPr lvl="1"/>
            <a:r>
              <a:rPr lang="en-US" sz="390" b="1" dirty="0"/>
              <a:t>The update API is called with the shop ID and token.</a:t>
            </a:r>
            <a:endParaRPr lang="en-US" sz="390" dirty="0"/>
          </a:p>
          <a:p>
            <a:pPr lvl="1"/>
            <a:r>
              <a:rPr lang="en-US" sz="390" b="1" dirty="0"/>
              <a:t>If an error occurs, it is stored in state.</a:t>
            </a:r>
            <a:endParaRPr lang="en-US" sz="390" dirty="0"/>
          </a:p>
          <a:p>
            <a:pPr lvl="1"/>
            <a:r>
              <a:rPr lang="en-US" sz="390" b="1" dirty="0"/>
              <a:t>If successful, the redirect flag is set to true.</a:t>
            </a:r>
            <a:endParaRPr lang="en-US" sz="390" dirty="0"/>
          </a:p>
          <a:p>
            <a:r>
              <a:rPr lang="en-US" sz="390" b="1" dirty="0" err="1"/>
              <a:t>handleChange</a:t>
            </a:r>
            <a:r>
              <a:rPr lang="en-US" sz="390" b="1" dirty="0"/>
              <a:t> Function (Lines 55–58)</a:t>
            </a:r>
            <a:endParaRPr lang="en-US" sz="390" dirty="0"/>
          </a:p>
          <a:p>
            <a:pPr lvl="0"/>
            <a:r>
              <a:rPr lang="en-US" sz="390" b="1" dirty="0"/>
              <a:t>A reusable input change handler is defined:</a:t>
            </a:r>
            <a:endParaRPr lang="en-US" sz="390" dirty="0"/>
          </a:p>
          <a:p>
            <a:pPr lvl="1"/>
            <a:r>
              <a:rPr lang="en-US" sz="390" b="1" dirty="0"/>
              <a:t>If the field being updated is an image, the uploaded file is extracted.</a:t>
            </a:r>
            <a:endParaRPr lang="en-US" sz="390" dirty="0"/>
          </a:p>
          <a:p>
            <a:pPr lvl="1"/>
            <a:r>
              <a:rPr lang="en-US" sz="390" b="1" dirty="0"/>
              <a:t>Otherwise, the input value is taken as-is.</a:t>
            </a:r>
            <a:endParaRPr lang="en-US" sz="390" dirty="0"/>
          </a:p>
          <a:p>
            <a:pPr lvl="1"/>
            <a:r>
              <a:rPr lang="en-US" sz="390" b="1" dirty="0"/>
              <a:t>The corresponding field in state is updated.</a:t>
            </a:r>
            <a:endParaRPr lang="en-US" sz="390" dirty="0"/>
          </a:p>
          <a:p>
            <a:r>
              <a:rPr lang="en-US" sz="390" b="1" dirty="0"/>
              <a:t>Logo URL (Lines 60–62)</a:t>
            </a:r>
            <a:endParaRPr lang="en-US" sz="390" dirty="0"/>
          </a:p>
          <a:p>
            <a:pPr lvl="0"/>
            <a:r>
              <a:rPr lang="en-US" sz="390" b="1" dirty="0"/>
              <a:t>Constructs the URL to display the shop logo:</a:t>
            </a:r>
            <a:endParaRPr lang="en-US" sz="390" dirty="0"/>
          </a:p>
          <a:p>
            <a:pPr lvl="1"/>
            <a:r>
              <a:rPr lang="en-US" sz="390" b="1" dirty="0"/>
              <a:t>If the shop ID is present, it uses the actual image URL (with a timestamp to bust caching).</a:t>
            </a:r>
            <a:endParaRPr lang="en-US" sz="390" dirty="0"/>
          </a:p>
          <a:p>
            <a:pPr lvl="1"/>
            <a:r>
              <a:rPr lang="en-US" sz="390" b="1" dirty="0"/>
              <a:t>Otherwise, a fallback default image is used.</a:t>
            </a:r>
            <a:endParaRPr lang="en-US" sz="390" dirty="0"/>
          </a:p>
          <a:p>
            <a:r>
              <a:rPr lang="en-US" sz="390" b="1" dirty="0"/>
              <a:t> </a:t>
            </a:r>
            <a:endParaRPr lang="en-US" sz="390" dirty="0"/>
          </a:p>
          <a:p>
            <a:r>
              <a:rPr lang="en-US" sz="390" b="1" dirty="0"/>
              <a:t>Redirect Condition (Lines 64–66)</a:t>
            </a:r>
            <a:endParaRPr lang="en-US" sz="390" dirty="0"/>
          </a:p>
          <a:p>
            <a:pPr lvl="0"/>
            <a:r>
              <a:rPr lang="en-US" sz="390" b="1" dirty="0"/>
              <a:t>If the redirect flag is true, a Navigate component is returned to programmatically redirect the user to the shop listing page.</a:t>
            </a:r>
            <a:endParaRPr lang="en-US" sz="390" dirty="0"/>
          </a:p>
          <a:p>
            <a:r>
              <a:rPr lang="en-US" sz="390" b="1" dirty="0"/>
              <a:t>Return JSX (Lines 68–136)</a:t>
            </a:r>
            <a:endParaRPr lang="en-US" sz="390" dirty="0"/>
          </a:p>
          <a:p>
            <a:r>
              <a:rPr lang="en-US" sz="390" b="1" dirty="0"/>
              <a:t>Outer Grid Container</a:t>
            </a:r>
            <a:endParaRPr lang="en-US" sz="390" dirty="0"/>
          </a:p>
          <a:p>
            <a:pPr lvl="0"/>
            <a:r>
              <a:rPr lang="en-US" sz="390" b="1" dirty="0"/>
              <a:t>A responsive layout grid is used to contain the form.</a:t>
            </a:r>
            <a:endParaRPr lang="en-US" sz="390" dirty="0"/>
          </a:p>
          <a:p>
            <a:r>
              <a:rPr lang="en-US" sz="390" b="1" dirty="0"/>
              <a:t>Card for Edit Form</a:t>
            </a:r>
            <a:endParaRPr lang="en-US" sz="390" dirty="0"/>
          </a:p>
          <a:p>
            <a:pPr lvl="0"/>
            <a:r>
              <a:rPr lang="en-US" sz="390" b="1" dirty="0"/>
              <a:t>Inside the grid, a card is displayed for editing the shop details.</a:t>
            </a:r>
            <a:endParaRPr lang="en-US" sz="390" dirty="0"/>
          </a:p>
          <a:p>
            <a:pPr lvl="0"/>
            <a:r>
              <a:rPr lang="en-US" sz="390" b="1" dirty="0"/>
              <a:t>The card is center-aligned with padding for spacing.</a:t>
            </a:r>
            <a:endParaRPr lang="en-US" sz="390" dirty="0"/>
          </a:p>
          <a:p>
            <a:r>
              <a:rPr lang="en-US" sz="390" b="1" dirty="0"/>
              <a:t>Typography Heading</a:t>
            </a:r>
            <a:endParaRPr lang="en-US" sz="390" dirty="0"/>
          </a:p>
          <a:p>
            <a:pPr lvl="0"/>
            <a:r>
              <a:rPr lang="en-US" sz="390" b="1" dirty="0"/>
              <a:t>A title is shown at the top of the card, styled using the theme’s primary color.</a:t>
            </a:r>
            <a:endParaRPr lang="en-US" sz="390" dirty="0"/>
          </a:p>
          <a:p>
            <a:r>
              <a:rPr lang="en-US" sz="390" b="1" dirty="0"/>
              <a:t>Avatar (Shop Logo)</a:t>
            </a:r>
            <a:endParaRPr lang="en-US" sz="390" dirty="0"/>
          </a:p>
          <a:p>
            <a:pPr lvl="0"/>
            <a:r>
              <a:rPr lang="en-US" sz="390" b="1" dirty="0"/>
              <a:t>Displays the current logo of the shop using the Avatar component.</a:t>
            </a:r>
            <a:endParaRPr lang="en-US" sz="390" dirty="0"/>
          </a:p>
          <a:p>
            <a:r>
              <a:rPr lang="en-US" sz="390" b="1" dirty="0"/>
              <a:t>Image Upload Input</a:t>
            </a:r>
            <a:endParaRPr lang="en-US" sz="390" dirty="0"/>
          </a:p>
          <a:p>
            <a:pPr lvl="0"/>
            <a:r>
              <a:rPr lang="en-US" sz="390" b="1" dirty="0"/>
              <a:t>A hidden input field is created to handle image uploads.</a:t>
            </a:r>
            <a:endParaRPr lang="en-US" sz="390" dirty="0"/>
          </a:p>
          <a:p>
            <a:pPr lvl="0"/>
            <a:r>
              <a:rPr lang="en-US" sz="390" b="1" dirty="0"/>
              <a:t>A label and button trigger the file picker dialog.</a:t>
            </a:r>
            <a:endParaRPr lang="en-US" sz="390" dirty="0"/>
          </a:p>
          <a:p>
            <a:pPr lvl="0"/>
            <a:r>
              <a:rPr lang="en-US" sz="390" b="1" dirty="0"/>
              <a:t>If an image is selected, its filename is shown next to the button.</a:t>
            </a:r>
            <a:endParaRPr lang="en-US" sz="390" dirty="0"/>
          </a:p>
          <a:p>
            <a:r>
              <a:rPr lang="en-US" sz="390" b="1" dirty="0"/>
              <a:t>Text Fields</a:t>
            </a:r>
            <a:endParaRPr lang="en-US" sz="390" dirty="0"/>
          </a:p>
          <a:p>
            <a:pPr lvl="0"/>
            <a:r>
              <a:rPr lang="en-US" sz="390" b="1" dirty="0"/>
              <a:t>Two </a:t>
            </a:r>
            <a:r>
              <a:rPr lang="en-US" sz="390" b="1" dirty="0" err="1"/>
              <a:t>TextField</a:t>
            </a:r>
            <a:r>
              <a:rPr lang="en-US" sz="390" b="1" dirty="0"/>
              <a:t> components collect the name and description of the shop.</a:t>
            </a:r>
            <a:endParaRPr lang="en-US" sz="390" dirty="0"/>
          </a:p>
          <a:p>
            <a:pPr lvl="0"/>
            <a:r>
              <a:rPr lang="en-US" sz="390" b="1" dirty="0"/>
              <a:t>The description field supports multiline input.</a:t>
            </a:r>
            <a:endParaRPr lang="en-US" sz="390" dirty="0"/>
          </a:p>
          <a:p>
            <a:r>
              <a:rPr lang="en-US" sz="390" b="1" dirty="0"/>
              <a:t>Owner Info</a:t>
            </a:r>
            <a:endParaRPr lang="en-US" sz="390" dirty="0"/>
          </a:p>
          <a:p>
            <a:pPr lvl="0"/>
            <a:r>
              <a:rPr lang="en-US" sz="390" b="1" dirty="0"/>
              <a:t>The owner's name is displayed using Typography and styled with a secondary color.</a:t>
            </a:r>
            <a:endParaRPr lang="en-US" sz="390" dirty="0"/>
          </a:p>
          <a:p>
            <a:r>
              <a:rPr lang="en-US" sz="390" b="1" dirty="0"/>
              <a:t>Error Display</a:t>
            </a:r>
            <a:endParaRPr lang="en-US" sz="390" dirty="0"/>
          </a:p>
          <a:p>
            <a:pPr lvl="0"/>
            <a:r>
              <a:rPr lang="en-US" sz="390" b="1" dirty="0"/>
              <a:t>If there's an error in the form submission or data fetch, it is shown using red text and an error icon.</a:t>
            </a:r>
            <a:endParaRPr lang="en-US" sz="390" dirty="0"/>
          </a:p>
          <a:p>
            <a:r>
              <a:rPr lang="en-US" sz="390" b="1" dirty="0"/>
              <a:t>Submit Button</a:t>
            </a:r>
            <a:endParaRPr lang="en-US" sz="390" dirty="0"/>
          </a:p>
          <a:p>
            <a:pPr lvl="0"/>
            <a:r>
              <a:rPr lang="en-US" sz="390" b="1" dirty="0"/>
              <a:t>A button is placed at the bottom to trigger the update.</a:t>
            </a:r>
            <a:endParaRPr lang="en-US" sz="390" dirty="0"/>
          </a:p>
          <a:p>
            <a:pPr lvl="0"/>
            <a:r>
              <a:rPr lang="en-US" sz="390" b="1" dirty="0"/>
              <a:t>It’s styled and centered using </a:t>
            </a:r>
            <a:r>
              <a:rPr lang="en-US" sz="390" b="1" dirty="0" err="1"/>
              <a:t>CardActions</a:t>
            </a:r>
            <a:r>
              <a:rPr lang="en-US" sz="390" b="1" dirty="0"/>
              <a:t>.</a:t>
            </a:r>
            <a:endParaRPr lang="en-US" sz="390" dirty="0"/>
          </a:p>
          <a:p>
            <a:r>
              <a:rPr lang="en-US" sz="390" b="1" dirty="0"/>
              <a:t>Summary</a:t>
            </a:r>
            <a:endParaRPr lang="en-US" sz="390" dirty="0"/>
          </a:p>
          <a:p>
            <a:r>
              <a:rPr lang="en-US" sz="390" b="1" dirty="0"/>
              <a:t>This component:</a:t>
            </a:r>
            <a:endParaRPr lang="en-US" sz="390" dirty="0"/>
          </a:p>
          <a:p>
            <a:pPr lvl="0"/>
            <a:r>
              <a:rPr lang="en-US" sz="390" b="1" dirty="0"/>
              <a:t>Loads a shop’s existing data from the backend.</a:t>
            </a:r>
            <a:endParaRPr lang="en-US" sz="390" dirty="0"/>
          </a:p>
          <a:p>
            <a:pPr lvl="0"/>
            <a:r>
              <a:rPr lang="en-US" sz="390" b="1" dirty="0"/>
              <a:t>Displays a form for editing the name, description, and logo.</a:t>
            </a:r>
            <a:endParaRPr lang="en-US" sz="390" dirty="0"/>
          </a:p>
          <a:p>
            <a:pPr lvl="0"/>
            <a:r>
              <a:rPr lang="en-US" sz="390" b="1" dirty="0"/>
              <a:t>Submits the updated data back to the server.</a:t>
            </a:r>
            <a:endParaRPr lang="en-US" sz="390" dirty="0"/>
          </a:p>
          <a:p>
            <a:pPr lvl="0"/>
            <a:r>
              <a:rPr lang="en-US" sz="390" b="1" dirty="0"/>
              <a:t>Shows success or error feedback.</a:t>
            </a:r>
            <a:endParaRPr lang="en-US" sz="390" dirty="0"/>
          </a:p>
          <a:p>
            <a:pPr lvl="0"/>
            <a:r>
              <a:rPr lang="en-US" sz="390" b="1" dirty="0"/>
              <a:t>Redirects the user on successful update.</a:t>
            </a:r>
            <a:endParaRPr lang="en-US" sz="390" dirty="0"/>
          </a:p>
          <a:p>
            <a:pPr marL="0" indent="0">
              <a:buNone/>
            </a:pPr>
            <a:endParaRPr lang="en-US" sz="390" dirty="0"/>
          </a:p>
        </p:txBody>
      </p:sp>
      <p:sp>
        <p:nvSpPr>
          <p:cNvPr id="4" name="Date Placeholder 3">
            <a:extLst>
              <a:ext uri="{FF2B5EF4-FFF2-40B4-BE49-F238E27FC236}">
                <a16:creationId xmlns:a16="http://schemas.microsoft.com/office/drawing/2014/main" id="{F7087ACC-A222-A429-4E85-EBB819EA48A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2D243FB-380F-C3EA-E64A-E3A44C66000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6B3863A-1A3F-3E4D-36B8-9A985529EAD2}"/>
              </a:ext>
            </a:extLst>
          </p:cNvPr>
          <p:cNvSpPr>
            <a:spLocks noGrp="1"/>
          </p:cNvSpPr>
          <p:nvPr>
            <p:ph type="sldNum" sz="quarter" idx="12"/>
          </p:nvPr>
        </p:nvSpPr>
        <p:spPr/>
        <p:txBody>
          <a:bodyPr/>
          <a:lstStyle/>
          <a:p>
            <a:fld id="{7C5CF243-786F-4254-B068-4C9F0B6EA12F}" type="slidenum">
              <a:rPr lang="en-US" altLang="en-US" smtClean="0"/>
              <a:pPr/>
              <a:t>54</a:t>
            </a:fld>
            <a:endParaRPr lang="en-US" altLang="en-US"/>
          </a:p>
        </p:txBody>
      </p:sp>
    </p:spTree>
    <p:extLst>
      <p:ext uri="{BB962C8B-B14F-4D97-AF65-F5344CB8AC3E}">
        <p14:creationId xmlns:p14="http://schemas.microsoft.com/office/powerpoint/2010/main" val="933244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D9F31-C8A2-156B-D30B-9764F980378B}"/>
              </a:ext>
            </a:extLst>
          </p:cNvPr>
          <p:cNvSpPr>
            <a:spLocks noGrp="1"/>
          </p:cNvSpPr>
          <p:nvPr>
            <p:ph type="title"/>
          </p:nvPr>
        </p:nvSpPr>
        <p:spPr/>
        <p:txBody>
          <a:bodyPr/>
          <a:lstStyle/>
          <a:p>
            <a:r>
              <a:rPr lang="en-US" dirty="0"/>
              <a:t>Client/shop/</a:t>
            </a:r>
            <a:r>
              <a:rPr lang="en-US" dirty="0" err="1"/>
              <a:t>DeleteShop.jsx</a:t>
            </a:r>
            <a:endParaRPr lang="en-US" dirty="0"/>
          </a:p>
        </p:txBody>
      </p:sp>
      <p:sp>
        <p:nvSpPr>
          <p:cNvPr id="3" name="Content Placeholder 2">
            <a:extLst>
              <a:ext uri="{FF2B5EF4-FFF2-40B4-BE49-F238E27FC236}">
                <a16:creationId xmlns:a16="http://schemas.microsoft.com/office/drawing/2014/main" id="{B32E5DEA-4B7B-49CE-A700-9DAB6AE698FC}"/>
              </a:ext>
            </a:extLst>
          </p:cNvPr>
          <p:cNvSpPr>
            <a:spLocks noGrp="1"/>
          </p:cNvSpPr>
          <p:nvPr>
            <p:ph idx="1"/>
          </p:nvPr>
        </p:nvSpPr>
        <p:spPr/>
        <p:txBody>
          <a:bodyPr/>
          <a:lstStyle/>
          <a:p>
            <a:pPr marL="0" indent="0">
              <a:buNone/>
            </a:pPr>
            <a:r>
              <a:rPr lang="en-US" sz="370" dirty="0"/>
              <a:t>import React, { </a:t>
            </a:r>
            <a:r>
              <a:rPr lang="en-US" sz="370" dirty="0" err="1"/>
              <a:t>useState</a:t>
            </a:r>
            <a:r>
              <a:rPr lang="en-US" sz="370" dirty="0"/>
              <a:t> } from "react";</a:t>
            </a:r>
          </a:p>
          <a:p>
            <a:pPr marL="0" indent="0">
              <a:buNone/>
            </a:pPr>
            <a:r>
              <a:rPr lang="en-US" sz="370" dirty="0"/>
              <a:t>import </a:t>
            </a:r>
            <a:r>
              <a:rPr lang="en-US" sz="370" dirty="0" err="1"/>
              <a:t>PropTypes</a:t>
            </a:r>
            <a:r>
              <a:rPr lang="en-US" sz="370" dirty="0"/>
              <a:t> from "prop-types";</a:t>
            </a:r>
          </a:p>
          <a:p>
            <a:pPr marL="0" indent="0">
              <a:buNone/>
            </a:pPr>
            <a:r>
              <a:rPr lang="en-US" sz="370" dirty="0"/>
              <a:t>import {</a:t>
            </a:r>
          </a:p>
          <a:p>
            <a:pPr marL="0" indent="0">
              <a:buNone/>
            </a:pPr>
            <a:r>
              <a:rPr lang="en-US" sz="370" dirty="0"/>
              <a:t>  </a:t>
            </a:r>
            <a:r>
              <a:rPr lang="en-US" sz="370" dirty="0" err="1"/>
              <a:t>IconButton</a:t>
            </a:r>
            <a:r>
              <a:rPr lang="en-US" sz="370" dirty="0"/>
              <a:t>,</a:t>
            </a:r>
          </a:p>
          <a:p>
            <a:pPr marL="0" indent="0">
              <a:buNone/>
            </a:pPr>
            <a:r>
              <a:rPr lang="en-US" sz="370" dirty="0"/>
              <a:t>  Button,</a:t>
            </a:r>
          </a:p>
          <a:p>
            <a:pPr marL="0" indent="0">
              <a:buNone/>
            </a:pPr>
            <a:r>
              <a:rPr lang="en-US" sz="370" dirty="0"/>
              <a:t>  Dialog,</a:t>
            </a:r>
          </a:p>
          <a:p>
            <a:pPr marL="0" indent="0">
              <a:buNone/>
            </a:pPr>
            <a:r>
              <a:rPr lang="en-US" sz="370" dirty="0"/>
              <a:t>  </a:t>
            </a:r>
            <a:r>
              <a:rPr lang="en-US" sz="370" dirty="0" err="1"/>
              <a:t>DialogActions</a:t>
            </a:r>
            <a:r>
              <a:rPr lang="en-US" sz="370" dirty="0"/>
              <a:t>,</a:t>
            </a:r>
          </a:p>
          <a:p>
            <a:pPr marL="0" indent="0">
              <a:buNone/>
            </a:pPr>
            <a:r>
              <a:rPr lang="en-US" sz="370" dirty="0"/>
              <a:t>  </a:t>
            </a:r>
            <a:r>
              <a:rPr lang="en-US" sz="370" dirty="0" err="1"/>
              <a:t>DialogContent</a:t>
            </a:r>
            <a:r>
              <a:rPr lang="en-US" sz="370" dirty="0"/>
              <a:t>,</a:t>
            </a:r>
          </a:p>
          <a:p>
            <a:pPr marL="0" indent="0">
              <a:buNone/>
            </a:pPr>
            <a:r>
              <a:rPr lang="en-US" sz="370" dirty="0"/>
              <a:t>  </a:t>
            </a:r>
            <a:r>
              <a:rPr lang="en-US" sz="370" dirty="0" err="1"/>
              <a:t>DialogContentText</a:t>
            </a:r>
            <a:r>
              <a:rPr lang="en-US" sz="370" dirty="0"/>
              <a:t>,</a:t>
            </a:r>
          </a:p>
          <a:p>
            <a:pPr marL="0" indent="0">
              <a:buNone/>
            </a:pPr>
            <a:r>
              <a:rPr lang="en-US" sz="370" dirty="0"/>
              <a:t>  </a:t>
            </a:r>
            <a:r>
              <a:rPr lang="en-US" sz="370" dirty="0" err="1"/>
              <a:t>DialogTitle</a:t>
            </a:r>
            <a:r>
              <a:rPr lang="en-US" sz="370" dirty="0"/>
              <a:t>,</a:t>
            </a:r>
          </a:p>
          <a:p>
            <a:pPr marL="0" indent="0">
              <a:buNone/>
            </a:pPr>
            <a:r>
              <a:rPr lang="en-US" sz="370" dirty="0"/>
              <a:t>} from "@</a:t>
            </a:r>
            <a:r>
              <a:rPr lang="en-US" sz="370" dirty="0" err="1"/>
              <a:t>mui</a:t>
            </a:r>
            <a:r>
              <a:rPr lang="en-US" sz="370" dirty="0"/>
              <a:t>/material";</a:t>
            </a:r>
          </a:p>
          <a:p>
            <a:pPr marL="0" indent="0">
              <a:buNone/>
            </a:pPr>
            <a:r>
              <a:rPr lang="en-US" sz="370" dirty="0"/>
              <a:t>import </a:t>
            </a:r>
            <a:r>
              <a:rPr lang="en-US" sz="370" dirty="0" err="1"/>
              <a:t>DeleteIcon</a:t>
            </a:r>
            <a:r>
              <a:rPr lang="en-US" sz="370" dirty="0"/>
              <a:t> from "@</a:t>
            </a:r>
            <a:r>
              <a:rPr lang="en-US" sz="370" dirty="0" err="1"/>
              <a:t>mui</a:t>
            </a:r>
            <a:r>
              <a:rPr lang="en-US" sz="370" dirty="0"/>
              <a:t>/icons-material/Delete";</a:t>
            </a:r>
          </a:p>
          <a:p>
            <a:pPr marL="0" indent="0">
              <a:buNone/>
            </a:pPr>
            <a:r>
              <a:rPr lang="en-US" sz="370" dirty="0"/>
              <a:t>import auth from "../lib/auth-helper.js";</a:t>
            </a:r>
          </a:p>
          <a:p>
            <a:pPr marL="0" indent="0">
              <a:buNone/>
            </a:pPr>
            <a:r>
              <a:rPr lang="en-US" sz="370" dirty="0"/>
              <a:t>import { remove } from "./api-shop.js";</a:t>
            </a:r>
          </a:p>
          <a:p>
            <a:pPr marL="0" indent="0">
              <a:buNone/>
            </a:pPr>
            <a:br>
              <a:rPr lang="en-US" sz="370" dirty="0"/>
            </a:br>
            <a:endParaRPr lang="en-US" sz="370" dirty="0"/>
          </a:p>
          <a:p>
            <a:pPr marL="0" indent="0">
              <a:buNone/>
            </a:pPr>
            <a:r>
              <a:rPr lang="en-US" sz="370" dirty="0"/>
              <a:t>export default function </a:t>
            </a:r>
            <a:r>
              <a:rPr lang="en-US" sz="370" dirty="0" err="1"/>
              <a:t>DeleteShop</a:t>
            </a:r>
            <a:r>
              <a:rPr lang="en-US" sz="370" dirty="0"/>
              <a:t>(props) {</a:t>
            </a:r>
          </a:p>
          <a:p>
            <a:pPr marL="0" indent="0">
              <a:buNone/>
            </a:pPr>
            <a:r>
              <a:rPr lang="en-US" sz="370" dirty="0"/>
              <a:t>  const [open, </a:t>
            </a:r>
            <a:r>
              <a:rPr lang="en-US" sz="370" dirty="0" err="1"/>
              <a:t>setOpen</a:t>
            </a:r>
            <a:r>
              <a:rPr lang="en-US" sz="370" dirty="0"/>
              <a:t>] = </a:t>
            </a:r>
            <a:r>
              <a:rPr lang="en-US" sz="370" dirty="0" err="1"/>
              <a:t>useState</a:t>
            </a:r>
            <a:r>
              <a:rPr lang="en-US" sz="370" dirty="0"/>
              <a:t>(false);</a:t>
            </a:r>
          </a:p>
          <a:p>
            <a:pPr marL="0" indent="0">
              <a:buNone/>
            </a:pPr>
            <a:br>
              <a:rPr lang="en-US" sz="370" dirty="0"/>
            </a:br>
            <a:endParaRPr lang="en-US" sz="370" dirty="0"/>
          </a:p>
          <a:p>
            <a:pPr marL="0" indent="0">
              <a:buNone/>
            </a:pPr>
            <a:r>
              <a:rPr lang="en-US" sz="370" dirty="0"/>
              <a:t>  const </a:t>
            </a:r>
            <a:r>
              <a:rPr lang="en-US" sz="370" dirty="0" err="1"/>
              <a:t>jwt</a:t>
            </a:r>
            <a:r>
              <a:rPr lang="en-US" sz="370" dirty="0"/>
              <a:t> = </a:t>
            </a:r>
            <a:r>
              <a:rPr lang="en-US" sz="370" dirty="0" err="1"/>
              <a:t>auth.isAuthenticated</a:t>
            </a:r>
            <a:r>
              <a:rPr lang="en-US" sz="370" dirty="0"/>
              <a:t>();</a:t>
            </a:r>
          </a:p>
          <a:p>
            <a:pPr marL="0" indent="0">
              <a:buNone/>
            </a:pPr>
            <a:br>
              <a:rPr lang="en-US" sz="370" dirty="0"/>
            </a:br>
            <a:endParaRPr lang="en-US" sz="370" dirty="0"/>
          </a:p>
          <a:p>
            <a:pPr marL="0" indent="0">
              <a:buNone/>
            </a:pPr>
            <a:r>
              <a:rPr lang="en-US" sz="370" dirty="0"/>
              <a:t>  const </a:t>
            </a:r>
            <a:r>
              <a:rPr lang="en-US" sz="370" dirty="0" err="1"/>
              <a:t>clickButton</a:t>
            </a:r>
            <a:r>
              <a:rPr lang="en-US" sz="370" dirty="0"/>
              <a:t> = () =&gt; {</a:t>
            </a:r>
          </a:p>
          <a:p>
            <a:pPr marL="0" indent="0">
              <a:buNone/>
            </a:pPr>
            <a:r>
              <a:rPr lang="en-US" sz="370" dirty="0"/>
              <a:t>    </a:t>
            </a:r>
            <a:r>
              <a:rPr lang="en-US" sz="370" dirty="0" err="1"/>
              <a:t>setOpen</a:t>
            </a:r>
            <a:r>
              <a:rPr lang="en-US" sz="370" dirty="0"/>
              <a:t>(true);</a:t>
            </a:r>
          </a:p>
          <a:p>
            <a:pPr marL="0" indent="0">
              <a:buNone/>
            </a:pPr>
            <a:r>
              <a:rPr lang="en-US" sz="370" dirty="0"/>
              <a:t>  };</a:t>
            </a:r>
          </a:p>
          <a:p>
            <a:pPr marL="0" indent="0">
              <a:buNone/>
            </a:pPr>
            <a:br>
              <a:rPr lang="en-US" sz="370" dirty="0"/>
            </a:br>
            <a:endParaRPr lang="en-US" sz="370" dirty="0"/>
          </a:p>
          <a:p>
            <a:pPr marL="0" indent="0">
              <a:buNone/>
            </a:pPr>
            <a:r>
              <a:rPr lang="en-US" sz="370" dirty="0"/>
              <a:t>  const </a:t>
            </a:r>
            <a:r>
              <a:rPr lang="en-US" sz="370" dirty="0" err="1"/>
              <a:t>deleteShop</a:t>
            </a:r>
            <a:r>
              <a:rPr lang="en-US" sz="370" dirty="0"/>
              <a:t> = () =&gt; {</a:t>
            </a:r>
          </a:p>
          <a:p>
            <a:pPr marL="0" indent="0">
              <a:buNone/>
            </a:pPr>
            <a:r>
              <a:rPr lang="en-US" sz="370" dirty="0"/>
              <a:t>    remove({ </a:t>
            </a:r>
            <a:r>
              <a:rPr lang="en-US" sz="370" dirty="0" err="1"/>
              <a:t>shopId</a:t>
            </a:r>
            <a:r>
              <a:rPr lang="en-US" sz="370" dirty="0"/>
              <a:t>: </a:t>
            </a:r>
            <a:r>
              <a:rPr lang="en-US" sz="370" dirty="0" err="1"/>
              <a:t>props.shop._id</a:t>
            </a:r>
            <a:r>
              <a:rPr lang="en-US" sz="370" dirty="0"/>
              <a:t> }, { t: </a:t>
            </a:r>
            <a:r>
              <a:rPr lang="en-US" sz="370" dirty="0" err="1"/>
              <a:t>jwt.token</a:t>
            </a:r>
            <a:r>
              <a:rPr lang="en-US" sz="370" dirty="0"/>
              <a:t> }).then((data) =&gt; {</a:t>
            </a:r>
          </a:p>
          <a:p>
            <a:pPr marL="0" indent="0">
              <a:buNone/>
            </a:pPr>
            <a:r>
              <a:rPr lang="en-US" sz="370" dirty="0"/>
              <a:t>      if (</a:t>
            </a:r>
            <a:r>
              <a:rPr lang="en-US" sz="370" dirty="0" err="1"/>
              <a:t>data.error</a:t>
            </a:r>
            <a:r>
              <a:rPr lang="en-US" sz="370" dirty="0"/>
              <a:t>) {</a:t>
            </a:r>
          </a:p>
          <a:p>
            <a:pPr marL="0" indent="0">
              <a:buNone/>
            </a:pPr>
            <a:r>
              <a:rPr lang="en-US" sz="370" dirty="0"/>
              <a:t>        </a:t>
            </a:r>
            <a:r>
              <a:rPr lang="en-US" sz="370" dirty="0" err="1"/>
              <a:t>console.error</a:t>
            </a:r>
            <a:r>
              <a:rPr lang="en-US" sz="370" dirty="0"/>
              <a:t>(</a:t>
            </a:r>
            <a:r>
              <a:rPr lang="en-US" sz="370" dirty="0" err="1"/>
              <a:t>data.error</a:t>
            </a:r>
            <a:r>
              <a:rPr lang="en-US" sz="370" dirty="0"/>
              <a:t>);</a:t>
            </a:r>
          </a:p>
          <a:p>
            <a:pPr marL="0" indent="0">
              <a:buNone/>
            </a:pPr>
            <a:r>
              <a:rPr lang="en-US" sz="370" dirty="0"/>
              <a:t>      } else {</a:t>
            </a:r>
          </a:p>
          <a:p>
            <a:pPr marL="0" indent="0">
              <a:buNone/>
            </a:pPr>
            <a:r>
              <a:rPr lang="en-US" sz="370" dirty="0"/>
              <a:t>        </a:t>
            </a:r>
            <a:r>
              <a:rPr lang="en-US" sz="370" dirty="0" err="1"/>
              <a:t>setOpen</a:t>
            </a:r>
            <a:r>
              <a:rPr lang="en-US" sz="370" dirty="0"/>
              <a:t>(false);</a:t>
            </a:r>
          </a:p>
          <a:p>
            <a:pPr marL="0" indent="0">
              <a:buNone/>
            </a:pPr>
            <a:r>
              <a:rPr lang="en-US" sz="370" dirty="0"/>
              <a:t>        </a:t>
            </a:r>
            <a:r>
              <a:rPr lang="en-US" sz="370" dirty="0" err="1"/>
              <a:t>props.onRemove</a:t>
            </a:r>
            <a:r>
              <a:rPr lang="en-US" sz="370" dirty="0"/>
              <a:t>(</a:t>
            </a:r>
            <a:r>
              <a:rPr lang="en-US" sz="370" dirty="0" err="1"/>
              <a:t>props.shop</a:t>
            </a:r>
            <a:r>
              <a:rPr lang="en-US" sz="370" dirty="0"/>
              <a:t>);</a:t>
            </a:r>
          </a:p>
          <a:p>
            <a:pPr marL="0" indent="0">
              <a:buNone/>
            </a:pPr>
            <a:r>
              <a:rPr lang="en-US" sz="370" dirty="0"/>
              <a:t>      }</a:t>
            </a:r>
          </a:p>
          <a:p>
            <a:pPr marL="0" indent="0">
              <a:buNone/>
            </a:pPr>
            <a:r>
              <a:rPr lang="en-US" sz="370" dirty="0"/>
              <a:t>    });</a:t>
            </a:r>
          </a:p>
          <a:p>
            <a:pPr marL="0" indent="0">
              <a:buNone/>
            </a:pPr>
            <a:r>
              <a:rPr lang="en-US" sz="370" dirty="0"/>
              <a:t>  };</a:t>
            </a:r>
          </a:p>
          <a:p>
            <a:pPr marL="0" indent="0">
              <a:buNone/>
            </a:pPr>
            <a:br>
              <a:rPr lang="en-US" sz="370" dirty="0"/>
            </a:br>
            <a:endParaRPr lang="en-US" sz="370" dirty="0"/>
          </a:p>
          <a:p>
            <a:pPr marL="0" indent="0">
              <a:buNone/>
            </a:pPr>
            <a:r>
              <a:rPr lang="en-US" sz="370" dirty="0"/>
              <a:t>  const </a:t>
            </a:r>
            <a:r>
              <a:rPr lang="en-US" sz="370" dirty="0" err="1"/>
              <a:t>handleRequestClose</a:t>
            </a:r>
            <a:r>
              <a:rPr lang="en-US" sz="370" dirty="0"/>
              <a:t> = () =&gt; {</a:t>
            </a:r>
          </a:p>
          <a:p>
            <a:pPr marL="0" indent="0">
              <a:buNone/>
            </a:pPr>
            <a:r>
              <a:rPr lang="en-US" sz="370" dirty="0"/>
              <a:t>    </a:t>
            </a:r>
            <a:r>
              <a:rPr lang="en-US" sz="370" dirty="0" err="1"/>
              <a:t>setOpen</a:t>
            </a:r>
            <a:r>
              <a:rPr lang="en-US" sz="370" dirty="0"/>
              <a:t>(false);</a:t>
            </a:r>
          </a:p>
          <a:p>
            <a:pPr marL="0" indent="0">
              <a:buNone/>
            </a:pPr>
            <a:r>
              <a:rPr lang="en-US" sz="370" dirty="0"/>
              <a:t>  };</a:t>
            </a:r>
          </a:p>
          <a:p>
            <a:pPr marL="0" indent="0">
              <a:buNone/>
            </a:pPr>
            <a:br>
              <a:rPr lang="en-US" sz="370" dirty="0"/>
            </a:br>
            <a:endParaRPr lang="en-US" sz="370" dirty="0"/>
          </a:p>
          <a:p>
            <a:pPr marL="0" indent="0">
              <a:buNone/>
            </a:pPr>
            <a:r>
              <a:rPr lang="en-US" sz="370" dirty="0"/>
              <a:t>  return (</a:t>
            </a:r>
          </a:p>
          <a:p>
            <a:pPr marL="0" indent="0">
              <a:buNone/>
            </a:pPr>
            <a:r>
              <a:rPr lang="en-US" sz="370" dirty="0"/>
              <a:t>    &lt;&gt;</a:t>
            </a:r>
          </a:p>
          <a:p>
            <a:pPr marL="0" indent="0">
              <a:buNone/>
            </a:pPr>
            <a:r>
              <a:rPr lang="en-US" sz="370" dirty="0"/>
              <a:t>      &lt;</a:t>
            </a:r>
            <a:r>
              <a:rPr lang="en-US" sz="370" dirty="0" err="1"/>
              <a:t>IconButton</a:t>
            </a:r>
            <a:r>
              <a:rPr lang="en-US" sz="370" dirty="0"/>
              <a:t> aria-label="Delete" </a:t>
            </a:r>
            <a:r>
              <a:rPr lang="en-US" sz="370" dirty="0" err="1"/>
              <a:t>onClick</a:t>
            </a:r>
            <a:r>
              <a:rPr lang="en-US" sz="370" dirty="0"/>
              <a:t>={</a:t>
            </a:r>
            <a:r>
              <a:rPr lang="en-US" sz="370" dirty="0" err="1"/>
              <a:t>clickButton</a:t>
            </a:r>
            <a:r>
              <a:rPr lang="en-US" sz="370" dirty="0"/>
              <a:t>} color="error"&gt;</a:t>
            </a:r>
          </a:p>
          <a:p>
            <a:pPr marL="0" indent="0">
              <a:buNone/>
            </a:pPr>
            <a:r>
              <a:rPr lang="en-US" sz="370" dirty="0"/>
              <a:t>        &lt;</a:t>
            </a:r>
            <a:r>
              <a:rPr lang="en-US" sz="370" dirty="0" err="1"/>
              <a:t>DeleteIcon</a:t>
            </a:r>
            <a:r>
              <a:rPr lang="en-US" sz="370" dirty="0"/>
              <a:t> /&gt;</a:t>
            </a:r>
          </a:p>
          <a:p>
            <a:pPr marL="0" indent="0">
              <a:buNone/>
            </a:pPr>
            <a:r>
              <a:rPr lang="en-US" sz="370" dirty="0"/>
              <a:t>      &lt;/</a:t>
            </a:r>
            <a:r>
              <a:rPr lang="en-US" sz="370" dirty="0" err="1"/>
              <a:t>IconButton</a:t>
            </a:r>
            <a:r>
              <a:rPr lang="en-US" sz="370" dirty="0"/>
              <a:t>&gt;</a:t>
            </a:r>
          </a:p>
          <a:p>
            <a:pPr marL="0" indent="0">
              <a:buNone/>
            </a:pPr>
            <a:br>
              <a:rPr lang="en-US" sz="370" dirty="0"/>
            </a:br>
            <a:endParaRPr lang="en-US" sz="370" dirty="0"/>
          </a:p>
          <a:p>
            <a:pPr marL="0" indent="0">
              <a:buNone/>
            </a:pPr>
            <a:r>
              <a:rPr lang="en-US" sz="370" dirty="0"/>
              <a:t>      &lt;Dialog open={open} </a:t>
            </a:r>
            <a:r>
              <a:rPr lang="en-US" sz="370" dirty="0" err="1"/>
              <a:t>onClose</a:t>
            </a:r>
            <a:r>
              <a:rPr lang="en-US" sz="370" dirty="0"/>
              <a:t>={</a:t>
            </a:r>
            <a:r>
              <a:rPr lang="en-US" sz="370" dirty="0" err="1"/>
              <a:t>handleRequestClose</a:t>
            </a:r>
            <a:r>
              <a:rPr lang="en-US" sz="370" dirty="0"/>
              <a:t>}&gt;</a:t>
            </a:r>
          </a:p>
          <a:p>
            <a:pPr marL="0" indent="0">
              <a:buNone/>
            </a:pPr>
            <a:r>
              <a:rPr lang="en-US" sz="370" dirty="0"/>
              <a:t>        &lt;</a:t>
            </a:r>
            <a:r>
              <a:rPr lang="en-US" sz="370" dirty="0" err="1"/>
              <a:t>DialogTitle</a:t>
            </a:r>
            <a:r>
              <a:rPr lang="en-US" sz="370" dirty="0"/>
              <a:t>&gt;Delete {props.shop.name}&lt;/</a:t>
            </a:r>
            <a:r>
              <a:rPr lang="en-US" sz="370" dirty="0" err="1"/>
              <a:t>DialogTitle</a:t>
            </a:r>
            <a:r>
              <a:rPr lang="en-US" sz="370" dirty="0"/>
              <a:t>&gt;</a:t>
            </a:r>
          </a:p>
          <a:p>
            <a:pPr marL="0" indent="0">
              <a:buNone/>
            </a:pPr>
            <a:r>
              <a:rPr lang="en-US" sz="370" dirty="0"/>
              <a:t>        &lt;</a:t>
            </a:r>
            <a:r>
              <a:rPr lang="en-US" sz="370" dirty="0" err="1"/>
              <a:t>DialogContent</a:t>
            </a:r>
            <a:r>
              <a:rPr lang="en-US" sz="370" dirty="0"/>
              <a:t>&gt;</a:t>
            </a:r>
          </a:p>
          <a:p>
            <a:pPr marL="0" indent="0">
              <a:buNone/>
            </a:pPr>
            <a:r>
              <a:rPr lang="en-US" sz="370" dirty="0"/>
              <a:t>          &lt;</a:t>
            </a:r>
            <a:r>
              <a:rPr lang="en-US" sz="370" dirty="0" err="1"/>
              <a:t>DialogContentText</a:t>
            </a:r>
            <a:r>
              <a:rPr lang="en-US" sz="370" dirty="0"/>
              <a:t>&gt;</a:t>
            </a:r>
          </a:p>
          <a:p>
            <a:pPr marL="0" indent="0">
              <a:buNone/>
            </a:pPr>
            <a:r>
              <a:rPr lang="en-US" sz="370" dirty="0"/>
              <a:t>            Confirm to delete your shop &lt;strong&gt;{props.shop.name}&lt;/strong&gt;.</a:t>
            </a:r>
          </a:p>
          <a:p>
            <a:pPr marL="0" indent="0">
              <a:buNone/>
            </a:pPr>
            <a:r>
              <a:rPr lang="en-US" sz="370" dirty="0"/>
              <a:t>          &lt;/</a:t>
            </a:r>
            <a:r>
              <a:rPr lang="en-US" sz="370" dirty="0" err="1"/>
              <a:t>DialogContentText</a:t>
            </a:r>
            <a:r>
              <a:rPr lang="en-US" sz="370" dirty="0"/>
              <a:t>&gt;</a:t>
            </a:r>
          </a:p>
          <a:p>
            <a:pPr marL="0" indent="0">
              <a:buNone/>
            </a:pPr>
            <a:r>
              <a:rPr lang="en-US" sz="370" dirty="0"/>
              <a:t>        &lt;/</a:t>
            </a:r>
            <a:r>
              <a:rPr lang="en-US" sz="370" dirty="0" err="1"/>
              <a:t>DialogContent</a:t>
            </a:r>
            <a:r>
              <a:rPr lang="en-US" sz="370" dirty="0"/>
              <a:t>&gt;</a:t>
            </a:r>
          </a:p>
          <a:p>
            <a:pPr marL="0" indent="0">
              <a:buNone/>
            </a:pPr>
            <a:r>
              <a:rPr lang="en-US" sz="370" dirty="0"/>
              <a:t>        &lt;</a:t>
            </a:r>
            <a:r>
              <a:rPr lang="en-US" sz="370" dirty="0" err="1"/>
              <a:t>DialogActions</a:t>
            </a:r>
            <a:r>
              <a:rPr lang="en-US" sz="370" dirty="0"/>
              <a:t>&gt;</a:t>
            </a:r>
          </a:p>
          <a:p>
            <a:pPr marL="0" indent="0">
              <a:buNone/>
            </a:pPr>
            <a:r>
              <a:rPr lang="en-US" sz="370" dirty="0"/>
              <a:t>          &lt;Button </a:t>
            </a:r>
            <a:r>
              <a:rPr lang="en-US" sz="370" dirty="0" err="1"/>
              <a:t>onClick</a:t>
            </a:r>
            <a:r>
              <a:rPr lang="en-US" sz="370" dirty="0"/>
              <a:t>={</a:t>
            </a:r>
            <a:r>
              <a:rPr lang="en-US" sz="370" dirty="0" err="1"/>
              <a:t>handleRequestClose</a:t>
            </a:r>
            <a:r>
              <a:rPr lang="en-US" sz="370" dirty="0"/>
              <a:t>} color="primary"&gt;</a:t>
            </a:r>
          </a:p>
          <a:p>
            <a:pPr marL="0" indent="0">
              <a:buNone/>
            </a:pPr>
            <a:r>
              <a:rPr lang="en-US" sz="370" dirty="0"/>
              <a:t>            Cancel</a:t>
            </a:r>
          </a:p>
          <a:p>
            <a:pPr marL="0" indent="0">
              <a:buNone/>
            </a:pPr>
            <a:r>
              <a:rPr lang="en-US" sz="370" dirty="0"/>
              <a:t>          &lt;/Button&gt;</a:t>
            </a:r>
          </a:p>
          <a:p>
            <a:pPr marL="0" indent="0">
              <a:buNone/>
            </a:pPr>
            <a:r>
              <a:rPr lang="en-US" sz="370" dirty="0"/>
              <a:t>          &lt;Button </a:t>
            </a:r>
            <a:r>
              <a:rPr lang="en-US" sz="370" dirty="0" err="1"/>
              <a:t>onClick</a:t>
            </a:r>
            <a:r>
              <a:rPr lang="en-US" sz="370" dirty="0"/>
              <a:t>={</a:t>
            </a:r>
            <a:r>
              <a:rPr lang="en-US" sz="370" dirty="0" err="1"/>
              <a:t>deleteShop</a:t>
            </a:r>
            <a:r>
              <a:rPr lang="en-US" sz="370" dirty="0"/>
              <a:t>} color="error" </a:t>
            </a:r>
            <a:r>
              <a:rPr lang="en-US" sz="370" dirty="0" err="1"/>
              <a:t>autoFocus</a:t>
            </a:r>
            <a:r>
              <a:rPr lang="en-US" sz="370" dirty="0"/>
              <a:t>&gt;</a:t>
            </a:r>
          </a:p>
          <a:p>
            <a:pPr marL="0" indent="0">
              <a:buNone/>
            </a:pPr>
            <a:r>
              <a:rPr lang="en-US" sz="370" dirty="0"/>
              <a:t>            Confirm</a:t>
            </a:r>
          </a:p>
          <a:p>
            <a:pPr marL="0" indent="0">
              <a:buNone/>
            </a:pPr>
            <a:r>
              <a:rPr lang="en-US" sz="370" dirty="0"/>
              <a:t>          &lt;/Button&gt;</a:t>
            </a:r>
          </a:p>
          <a:p>
            <a:pPr marL="0" indent="0">
              <a:buNone/>
            </a:pPr>
            <a:r>
              <a:rPr lang="en-US" sz="370" dirty="0"/>
              <a:t>        &lt;/</a:t>
            </a:r>
            <a:r>
              <a:rPr lang="en-US" sz="370" dirty="0" err="1"/>
              <a:t>DialogActions</a:t>
            </a:r>
            <a:r>
              <a:rPr lang="en-US" sz="370" dirty="0"/>
              <a:t>&gt;</a:t>
            </a:r>
          </a:p>
          <a:p>
            <a:pPr marL="0" indent="0">
              <a:buNone/>
            </a:pPr>
            <a:r>
              <a:rPr lang="en-US" sz="370" dirty="0"/>
              <a:t>      &lt;/Dialog&gt;</a:t>
            </a:r>
          </a:p>
          <a:p>
            <a:pPr marL="0" indent="0">
              <a:buNone/>
            </a:pPr>
            <a:r>
              <a:rPr lang="en-US" sz="370" dirty="0"/>
              <a:t>    &lt;/&gt;</a:t>
            </a:r>
          </a:p>
          <a:p>
            <a:pPr marL="0" indent="0">
              <a:buNone/>
            </a:pPr>
            <a:r>
              <a:rPr lang="en-US" sz="370" dirty="0"/>
              <a:t>  );</a:t>
            </a:r>
          </a:p>
          <a:p>
            <a:pPr marL="0" indent="0">
              <a:buNone/>
            </a:pPr>
            <a:r>
              <a:rPr lang="en-US" sz="370" dirty="0"/>
              <a:t>}</a:t>
            </a:r>
          </a:p>
          <a:p>
            <a:pPr marL="0" indent="0">
              <a:buNone/>
            </a:pPr>
            <a:br>
              <a:rPr lang="en-US" sz="370" dirty="0"/>
            </a:br>
            <a:endParaRPr lang="en-US" sz="370" dirty="0"/>
          </a:p>
          <a:p>
            <a:pPr marL="0" indent="0">
              <a:buNone/>
            </a:pPr>
            <a:r>
              <a:rPr lang="en-US" sz="370" dirty="0" err="1"/>
              <a:t>DeleteShop.propTypes</a:t>
            </a:r>
            <a:r>
              <a:rPr lang="en-US" sz="370" dirty="0"/>
              <a:t> = {</a:t>
            </a:r>
          </a:p>
          <a:p>
            <a:pPr marL="0" indent="0">
              <a:buNone/>
            </a:pPr>
            <a:r>
              <a:rPr lang="en-US" sz="370" dirty="0"/>
              <a:t>  shop: </a:t>
            </a:r>
            <a:r>
              <a:rPr lang="en-US" sz="370" dirty="0" err="1"/>
              <a:t>PropTypes.object.isRequired</a:t>
            </a:r>
            <a:r>
              <a:rPr lang="en-US" sz="370" dirty="0"/>
              <a:t>,</a:t>
            </a:r>
          </a:p>
          <a:p>
            <a:pPr marL="0" indent="0">
              <a:buNone/>
            </a:pPr>
            <a:r>
              <a:rPr lang="en-US" sz="370" dirty="0"/>
              <a:t>  </a:t>
            </a:r>
            <a:r>
              <a:rPr lang="en-US" sz="370" dirty="0" err="1"/>
              <a:t>onRemove</a:t>
            </a:r>
            <a:r>
              <a:rPr lang="en-US" sz="370" dirty="0"/>
              <a:t>: </a:t>
            </a:r>
            <a:r>
              <a:rPr lang="en-US" sz="370" dirty="0" err="1"/>
              <a:t>PropTypes.func.isRequired</a:t>
            </a:r>
            <a:r>
              <a:rPr lang="en-US" sz="370" dirty="0"/>
              <a:t>,</a:t>
            </a:r>
          </a:p>
          <a:p>
            <a:pPr marL="0" indent="0">
              <a:buNone/>
            </a:pPr>
            <a:r>
              <a:rPr lang="en-US" sz="370" dirty="0"/>
              <a:t>};</a:t>
            </a:r>
          </a:p>
          <a:p>
            <a:pPr marL="0" indent="0">
              <a:buNone/>
            </a:pPr>
            <a:endParaRPr lang="en-US" sz="380" dirty="0"/>
          </a:p>
        </p:txBody>
      </p:sp>
      <p:sp>
        <p:nvSpPr>
          <p:cNvPr id="4" name="Date Placeholder 3">
            <a:extLst>
              <a:ext uri="{FF2B5EF4-FFF2-40B4-BE49-F238E27FC236}">
                <a16:creationId xmlns:a16="http://schemas.microsoft.com/office/drawing/2014/main" id="{2301091E-5F85-94EE-D1BC-7C564CE8055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33C8DC04-4089-5978-9234-E62C66E55BA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EB59D5D-A2AC-E695-DC99-91263C26186E}"/>
              </a:ext>
            </a:extLst>
          </p:cNvPr>
          <p:cNvSpPr>
            <a:spLocks noGrp="1"/>
          </p:cNvSpPr>
          <p:nvPr>
            <p:ph type="sldNum" sz="quarter" idx="12"/>
          </p:nvPr>
        </p:nvSpPr>
        <p:spPr/>
        <p:txBody>
          <a:bodyPr/>
          <a:lstStyle/>
          <a:p>
            <a:fld id="{7C5CF243-786F-4254-B068-4C9F0B6EA12F}" type="slidenum">
              <a:rPr lang="en-US" altLang="en-US" smtClean="0"/>
              <a:pPr/>
              <a:t>55</a:t>
            </a:fld>
            <a:endParaRPr lang="en-US" altLang="en-US"/>
          </a:p>
        </p:txBody>
      </p:sp>
    </p:spTree>
    <p:extLst>
      <p:ext uri="{BB962C8B-B14F-4D97-AF65-F5344CB8AC3E}">
        <p14:creationId xmlns:p14="http://schemas.microsoft.com/office/powerpoint/2010/main" val="4133829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A818B-1F08-A4DD-3A41-681D12FD7AFF}"/>
              </a:ext>
            </a:extLst>
          </p:cNvPr>
          <p:cNvSpPr>
            <a:spLocks noGrp="1"/>
          </p:cNvSpPr>
          <p:nvPr>
            <p:ph type="title"/>
          </p:nvPr>
        </p:nvSpPr>
        <p:spPr/>
        <p:txBody>
          <a:bodyPr/>
          <a:lstStyle/>
          <a:p>
            <a:r>
              <a:rPr lang="en-US" dirty="0" err="1"/>
              <a:t>DeleteShop.jsx</a:t>
            </a:r>
            <a:r>
              <a:rPr lang="en-US" dirty="0"/>
              <a:t> code explanation</a:t>
            </a:r>
          </a:p>
        </p:txBody>
      </p:sp>
      <p:sp>
        <p:nvSpPr>
          <p:cNvPr id="3" name="Content Placeholder 2">
            <a:extLst>
              <a:ext uri="{FF2B5EF4-FFF2-40B4-BE49-F238E27FC236}">
                <a16:creationId xmlns:a16="http://schemas.microsoft.com/office/drawing/2014/main" id="{006FA47B-211D-EA17-FE67-5E574B24F1C6}"/>
              </a:ext>
            </a:extLst>
          </p:cNvPr>
          <p:cNvSpPr>
            <a:spLocks noGrp="1"/>
          </p:cNvSpPr>
          <p:nvPr>
            <p:ph idx="1"/>
          </p:nvPr>
        </p:nvSpPr>
        <p:spPr/>
        <p:txBody>
          <a:bodyPr/>
          <a:lstStyle/>
          <a:p>
            <a:r>
              <a:rPr lang="en-US" sz="600" b="1" dirty="0"/>
              <a:t>Imports (Lines 1–12)</a:t>
            </a:r>
            <a:endParaRPr lang="en-US" sz="600" dirty="0"/>
          </a:p>
          <a:p>
            <a:pPr lvl="0"/>
            <a:r>
              <a:rPr lang="en-US" sz="600" b="1" dirty="0"/>
              <a:t>React &amp; </a:t>
            </a:r>
            <a:r>
              <a:rPr lang="en-US" sz="600" b="1" dirty="0" err="1"/>
              <a:t>useState</a:t>
            </a:r>
            <a:r>
              <a:rPr lang="en-US" sz="600" b="1" dirty="0"/>
              <a:t>: Used to create a component and manage local state (i.e. dialog visibility).</a:t>
            </a:r>
            <a:endParaRPr lang="en-US" sz="600" dirty="0"/>
          </a:p>
          <a:p>
            <a:pPr lvl="0"/>
            <a:r>
              <a:rPr lang="en-US" sz="600" b="1" dirty="0" err="1"/>
              <a:t>PropTypes</a:t>
            </a:r>
            <a:r>
              <a:rPr lang="en-US" sz="600" b="1" dirty="0"/>
              <a:t>: Used to define expected types for the props passed into the component.</a:t>
            </a:r>
            <a:endParaRPr lang="en-US" sz="600" dirty="0"/>
          </a:p>
          <a:p>
            <a:pPr lvl="0"/>
            <a:r>
              <a:rPr lang="en-US" sz="600" b="1" dirty="0"/>
              <a:t>Material-UI Components:</a:t>
            </a:r>
            <a:endParaRPr lang="en-US" sz="600" dirty="0"/>
          </a:p>
          <a:p>
            <a:pPr lvl="1"/>
            <a:r>
              <a:rPr lang="en-US" sz="600" b="1" dirty="0"/>
              <a:t>Dialog-related components help build a modal confirmation window.</a:t>
            </a:r>
            <a:endParaRPr lang="en-US" sz="600" dirty="0"/>
          </a:p>
          <a:p>
            <a:pPr lvl="1"/>
            <a:r>
              <a:rPr lang="en-US" sz="600" b="1" dirty="0" err="1"/>
              <a:t>IconButton</a:t>
            </a:r>
            <a:r>
              <a:rPr lang="en-US" sz="600" b="1" dirty="0"/>
              <a:t> displays the delete icon.</a:t>
            </a:r>
            <a:endParaRPr lang="en-US" sz="600" dirty="0"/>
          </a:p>
          <a:p>
            <a:pPr lvl="1"/>
            <a:r>
              <a:rPr lang="en-US" sz="600" b="1" dirty="0"/>
              <a:t>Buttons are used for confirming or canceling the deletion.</a:t>
            </a:r>
            <a:endParaRPr lang="en-US" sz="600" dirty="0"/>
          </a:p>
          <a:p>
            <a:pPr lvl="0"/>
            <a:r>
              <a:rPr lang="en-US" sz="600" b="1" dirty="0" err="1"/>
              <a:t>DeleteIcon</a:t>
            </a:r>
            <a:r>
              <a:rPr lang="en-US" sz="600" b="1" dirty="0"/>
              <a:t>: A trash bin icon shown to indicate the delete action.</a:t>
            </a:r>
            <a:endParaRPr lang="en-US" sz="600" dirty="0"/>
          </a:p>
          <a:p>
            <a:pPr lvl="0"/>
            <a:r>
              <a:rPr lang="en-US" sz="600" b="1" dirty="0"/>
              <a:t>auth-helper: Retrieves the currently authenticated user's credentials.</a:t>
            </a:r>
            <a:endParaRPr lang="en-US" sz="600" dirty="0"/>
          </a:p>
          <a:p>
            <a:pPr lvl="0"/>
            <a:r>
              <a:rPr lang="en-US" sz="600" b="1" dirty="0"/>
              <a:t>remove: API function used to delete a shop from the backend.</a:t>
            </a:r>
            <a:endParaRPr lang="en-US" sz="600" dirty="0"/>
          </a:p>
          <a:p>
            <a:r>
              <a:rPr lang="en-US" sz="600" b="1" dirty="0"/>
              <a:t>Component Definition (Line 14)</a:t>
            </a:r>
            <a:endParaRPr lang="en-US" sz="600" dirty="0"/>
          </a:p>
          <a:p>
            <a:pPr lvl="0"/>
            <a:r>
              <a:rPr lang="en-US" sz="600" b="1" dirty="0"/>
              <a:t>Declares a functional component that receives props, expected to include a shop object and an </a:t>
            </a:r>
            <a:r>
              <a:rPr lang="en-US" sz="600" b="1" dirty="0" err="1"/>
              <a:t>onRemove</a:t>
            </a:r>
            <a:r>
              <a:rPr lang="en-US" sz="600" b="1" dirty="0"/>
              <a:t> function.</a:t>
            </a:r>
            <a:endParaRPr lang="en-US" sz="600" dirty="0"/>
          </a:p>
          <a:p>
            <a:r>
              <a:rPr lang="en-US" sz="600" b="1" dirty="0"/>
              <a:t>State Declaration (Line 15)</a:t>
            </a:r>
            <a:endParaRPr lang="en-US" sz="600" dirty="0"/>
          </a:p>
          <a:p>
            <a:pPr lvl="0"/>
            <a:r>
              <a:rPr lang="en-US" sz="600" b="1" dirty="0"/>
              <a:t>Initializes a local state variable open, which determines whether the confirmation dialog is visible.</a:t>
            </a:r>
            <a:endParaRPr lang="en-US" sz="600" dirty="0"/>
          </a:p>
          <a:p>
            <a:r>
              <a:rPr lang="en-US" sz="600" b="1" dirty="0"/>
              <a:t>Authentication Token (Line 17)</a:t>
            </a:r>
            <a:endParaRPr lang="en-US" sz="600" dirty="0"/>
          </a:p>
          <a:p>
            <a:pPr lvl="0"/>
            <a:r>
              <a:rPr lang="en-US" sz="600" b="1" dirty="0"/>
              <a:t>Retrieves the current JWT token and user information using the authentication helper. This will be used to authorize the delete request.</a:t>
            </a:r>
            <a:endParaRPr lang="en-US" sz="600" dirty="0"/>
          </a:p>
          <a:p>
            <a:r>
              <a:rPr lang="en-US" sz="600" b="1" dirty="0"/>
              <a:t>Event Handler - Open Dialog (Lines 19–21)</a:t>
            </a:r>
            <a:endParaRPr lang="en-US" sz="600" dirty="0"/>
          </a:p>
          <a:p>
            <a:pPr lvl="0"/>
            <a:r>
              <a:rPr lang="en-US" sz="600" b="1" dirty="0"/>
              <a:t>Defines a function to open the confirmation dialog by setting the open state to true.</a:t>
            </a:r>
            <a:endParaRPr lang="en-US" sz="600" dirty="0"/>
          </a:p>
          <a:p>
            <a:r>
              <a:rPr lang="en-US" sz="600" b="1" dirty="0"/>
              <a:t>Event Handler - Confirm Delete (Lines 23–31)</a:t>
            </a:r>
            <a:endParaRPr lang="en-US" sz="600" dirty="0"/>
          </a:p>
          <a:p>
            <a:pPr lvl="0"/>
            <a:r>
              <a:rPr lang="en-US" sz="600" b="1" dirty="0"/>
              <a:t>Calls the remove API function with the shop ID and auth token.</a:t>
            </a:r>
            <a:endParaRPr lang="en-US" sz="600" dirty="0"/>
          </a:p>
          <a:p>
            <a:pPr lvl="0"/>
            <a:r>
              <a:rPr lang="en-US" sz="600" b="1" dirty="0"/>
              <a:t>If the API call returns an error, it logs it to the console.</a:t>
            </a:r>
            <a:endParaRPr lang="en-US" sz="600" dirty="0"/>
          </a:p>
          <a:p>
            <a:pPr lvl="0"/>
            <a:r>
              <a:rPr lang="en-US" sz="600" b="1" dirty="0"/>
              <a:t>If successful:</a:t>
            </a:r>
            <a:endParaRPr lang="en-US" sz="600" dirty="0"/>
          </a:p>
          <a:p>
            <a:pPr lvl="1"/>
            <a:r>
              <a:rPr lang="en-US" sz="600" b="1" dirty="0"/>
              <a:t>Closes the dialog.</a:t>
            </a:r>
            <a:endParaRPr lang="en-US" sz="600" dirty="0"/>
          </a:p>
          <a:p>
            <a:pPr lvl="1"/>
            <a:r>
              <a:rPr lang="en-US" sz="600" b="1" dirty="0"/>
              <a:t>Calls the </a:t>
            </a:r>
            <a:r>
              <a:rPr lang="en-US" sz="600" b="1" dirty="0" err="1"/>
              <a:t>onRemove</a:t>
            </a:r>
            <a:r>
              <a:rPr lang="en-US" sz="600" b="1" dirty="0"/>
              <a:t> function (passed as a prop) to remove the shop from the parent component’s state.</a:t>
            </a:r>
            <a:endParaRPr lang="en-US" sz="600" dirty="0"/>
          </a:p>
          <a:p>
            <a:r>
              <a:rPr lang="en-US" sz="600" b="1" dirty="0"/>
              <a:t>Event Handler - Close Dialog (Lines 33–35)</a:t>
            </a:r>
            <a:endParaRPr lang="en-US" sz="600" dirty="0"/>
          </a:p>
          <a:p>
            <a:pPr lvl="0"/>
            <a:r>
              <a:rPr lang="en-US" sz="600" b="1" dirty="0"/>
              <a:t>Defines a function to close the dialog without deleting, by setting open to false.</a:t>
            </a:r>
            <a:endParaRPr lang="en-US" sz="600" dirty="0"/>
          </a:p>
          <a:p>
            <a:r>
              <a:rPr lang="en-US" sz="600" b="1" dirty="0"/>
              <a:t>Return Statement - JSX (Lines 37–59)</a:t>
            </a:r>
            <a:endParaRPr lang="en-US" sz="600" dirty="0"/>
          </a:p>
          <a:p>
            <a:pPr lvl="0"/>
            <a:r>
              <a:rPr lang="en-US" sz="600" b="1" dirty="0"/>
              <a:t>Delete Icon Button: Renders a red icon button that opens the confirmation dialog when clicked.</a:t>
            </a:r>
            <a:endParaRPr lang="en-US" sz="600" dirty="0"/>
          </a:p>
          <a:p>
            <a:pPr lvl="0"/>
            <a:r>
              <a:rPr lang="en-US" sz="600" b="1" dirty="0"/>
              <a:t>Dialog:</a:t>
            </a:r>
            <a:endParaRPr lang="en-US" sz="600" dirty="0"/>
          </a:p>
          <a:p>
            <a:pPr lvl="1"/>
            <a:r>
              <a:rPr lang="en-US" sz="600" b="1" dirty="0"/>
              <a:t>Opens when open is true.</a:t>
            </a:r>
            <a:endParaRPr lang="en-US" sz="600" dirty="0"/>
          </a:p>
          <a:p>
            <a:pPr lvl="1"/>
            <a:r>
              <a:rPr lang="en-US" sz="600" b="1" dirty="0"/>
              <a:t>Displays a title with the shop name.</a:t>
            </a:r>
            <a:endParaRPr lang="en-US" sz="600" dirty="0"/>
          </a:p>
          <a:p>
            <a:pPr lvl="1"/>
            <a:r>
              <a:rPr lang="en-US" sz="600" b="1" dirty="0"/>
              <a:t>Includes text asking the user to confirm deletion.</a:t>
            </a:r>
            <a:endParaRPr lang="en-US" sz="600" dirty="0"/>
          </a:p>
          <a:p>
            <a:pPr lvl="1"/>
            <a:r>
              <a:rPr lang="en-US" sz="600" b="1" dirty="0"/>
              <a:t>Has two buttons:</a:t>
            </a:r>
            <a:endParaRPr lang="en-US" sz="600" dirty="0"/>
          </a:p>
          <a:p>
            <a:pPr lvl="2"/>
            <a:r>
              <a:rPr lang="en-US" sz="600" b="1" dirty="0"/>
              <a:t>Cancel closes the dialog.</a:t>
            </a:r>
            <a:endParaRPr lang="en-US" sz="600" dirty="0"/>
          </a:p>
          <a:p>
            <a:pPr lvl="2"/>
            <a:r>
              <a:rPr lang="en-US" sz="600" b="1" dirty="0"/>
              <a:t>Confirm triggers the actual delete function.</a:t>
            </a:r>
            <a:endParaRPr lang="en-US" sz="600" dirty="0"/>
          </a:p>
          <a:p>
            <a:r>
              <a:rPr lang="en-US" sz="600" b="1" dirty="0" err="1"/>
              <a:t>PropTypes</a:t>
            </a:r>
            <a:r>
              <a:rPr lang="en-US" sz="600" b="1" dirty="0"/>
              <a:t> Definition (Lines 61–64)</a:t>
            </a:r>
            <a:endParaRPr lang="en-US" sz="600" dirty="0"/>
          </a:p>
          <a:p>
            <a:pPr lvl="0"/>
            <a:r>
              <a:rPr lang="en-US" sz="600" b="1" dirty="0"/>
              <a:t>Validates the props passed into the component:</a:t>
            </a:r>
            <a:endParaRPr lang="en-US" sz="600" dirty="0"/>
          </a:p>
          <a:p>
            <a:pPr lvl="1"/>
            <a:r>
              <a:rPr lang="en-US" sz="600" b="1" dirty="0"/>
              <a:t>shop: must be an object and is required.</a:t>
            </a:r>
            <a:endParaRPr lang="en-US" sz="600" dirty="0"/>
          </a:p>
          <a:p>
            <a:pPr lvl="1"/>
            <a:r>
              <a:rPr lang="en-US" sz="600" b="1" dirty="0" err="1"/>
              <a:t>onRemove</a:t>
            </a:r>
            <a:r>
              <a:rPr lang="en-US" sz="600" b="1" dirty="0"/>
              <a:t>: must be a function and is required.</a:t>
            </a:r>
            <a:endParaRPr lang="en-US" sz="600" dirty="0"/>
          </a:p>
          <a:p>
            <a:r>
              <a:rPr lang="en-US" sz="600" b="1" dirty="0"/>
              <a:t> </a:t>
            </a:r>
            <a:endParaRPr lang="en-US" sz="600" dirty="0"/>
          </a:p>
          <a:p>
            <a:r>
              <a:rPr lang="en-US" sz="600" b="1" dirty="0"/>
              <a:t>Summary</a:t>
            </a:r>
            <a:endParaRPr lang="en-US" sz="600" dirty="0"/>
          </a:p>
          <a:p>
            <a:r>
              <a:rPr lang="en-US" sz="600" b="1" dirty="0"/>
              <a:t>This component:</a:t>
            </a:r>
            <a:endParaRPr lang="en-US" sz="600" dirty="0"/>
          </a:p>
          <a:p>
            <a:pPr lvl="0"/>
            <a:r>
              <a:rPr lang="en-US" sz="600" b="1" dirty="0"/>
              <a:t>Provides a delete button for a shop.</a:t>
            </a:r>
            <a:endParaRPr lang="en-US" sz="600" dirty="0"/>
          </a:p>
          <a:p>
            <a:pPr lvl="0"/>
            <a:r>
              <a:rPr lang="en-US" sz="600" b="1" dirty="0"/>
              <a:t>Asks for confirmation before deleting.</a:t>
            </a:r>
            <a:endParaRPr lang="en-US" sz="600" dirty="0"/>
          </a:p>
          <a:p>
            <a:pPr lvl="0"/>
            <a:r>
              <a:rPr lang="en-US" sz="600" b="1" dirty="0"/>
              <a:t>Deletes the shop via an API call if confirmed.</a:t>
            </a:r>
            <a:endParaRPr lang="en-US" sz="600" dirty="0"/>
          </a:p>
          <a:p>
            <a:pPr lvl="0"/>
            <a:r>
              <a:rPr lang="en-US" sz="600" b="1" dirty="0"/>
              <a:t>Notifies the parent component to update its state after deletion.</a:t>
            </a:r>
            <a:endParaRPr lang="en-US" sz="600" dirty="0"/>
          </a:p>
          <a:p>
            <a:pPr marL="0" indent="0">
              <a:buNone/>
            </a:pPr>
            <a:endParaRPr lang="en-US" sz="600" dirty="0"/>
          </a:p>
        </p:txBody>
      </p:sp>
      <p:sp>
        <p:nvSpPr>
          <p:cNvPr id="4" name="Date Placeholder 3">
            <a:extLst>
              <a:ext uri="{FF2B5EF4-FFF2-40B4-BE49-F238E27FC236}">
                <a16:creationId xmlns:a16="http://schemas.microsoft.com/office/drawing/2014/main" id="{69D8CD7F-08D1-9929-8899-DBD4FD5FEA9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0F8C031-B66C-E209-88CF-69DC672973D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D0F0F86-CC4A-F228-4F95-AC4E9F79BEC3}"/>
              </a:ext>
            </a:extLst>
          </p:cNvPr>
          <p:cNvSpPr>
            <a:spLocks noGrp="1"/>
          </p:cNvSpPr>
          <p:nvPr>
            <p:ph type="sldNum" sz="quarter" idx="12"/>
          </p:nvPr>
        </p:nvSpPr>
        <p:spPr/>
        <p:txBody>
          <a:bodyPr/>
          <a:lstStyle/>
          <a:p>
            <a:fld id="{7C5CF243-786F-4254-B068-4C9F0B6EA12F}" type="slidenum">
              <a:rPr lang="en-US" altLang="en-US" smtClean="0"/>
              <a:pPr/>
              <a:t>56</a:t>
            </a:fld>
            <a:endParaRPr lang="en-US" altLang="en-US"/>
          </a:p>
        </p:txBody>
      </p:sp>
    </p:spTree>
    <p:extLst>
      <p:ext uri="{BB962C8B-B14F-4D97-AF65-F5344CB8AC3E}">
        <p14:creationId xmlns:p14="http://schemas.microsoft.com/office/powerpoint/2010/main" val="29974482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EA015-83C0-D8F3-9033-C0D74CE9CE0B}"/>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888AEAB8-6EC9-6A61-10A9-19BB67B526F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22FA0F1-D04B-5132-DD83-11B3C0FF4DE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C59F437-78E1-7AF3-A4A5-EAD5E8D908F5}"/>
              </a:ext>
            </a:extLst>
          </p:cNvPr>
          <p:cNvSpPr>
            <a:spLocks noGrp="1"/>
          </p:cNvSpPr>
          <p:nvPr>
            <p:ph type="sldNum" sz="quarter" idx="12"/>
          </p:nvPr>
        </p:nvSpPr>
        <p:spPr/>
        <p:txBody>
          <a:bodyPr/>
          <a:lstStyle/>
          <a:p>
            <a:fld id="{7C5CF243-786F-4254-B068-4C9F0B6EA12F}" type="slidenum">
              <a:rPr lang="en-US" altLang="en-US" smtClean="0"/>
              <a:pPr/>
              <a:t>57</a:t>
            </a:fld>
            <a:endParaRPr lang="en-US" altLang="en-US"/>
          </a:p>
        </p:txBody>
      </p:sp>
      <p:sp>
        <p:nvSpPr>
          <p:cNvPr id="8" name="Content Placeholder 7">
            <a:extLst>
              <a:ext uri="{FF2B5EF4-FFF2-40B4-BE49-F238E27FC236}">
                <a16:creationId xmlns:a16="http://schemas.microsoft.com/office/drawing/2014/main" id="{C88D228E-2B34-1869-20AE-4D9985F7109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sz="3600" dirty="0"/>
              <a:t>LIST ALL SHOPS</a:t>
            </a:r>
          </a:p>
        </p:txBody>
      </p:sp>
    </p:spTree>
    <p:extLst>
      <p:ext uri="{BB962C8B-B14F-4D97-AF65-F5344CB8AC3E}">
        <p14:creationId xmlns:p14="http://schemas.microsoft.com/office/powerpoint/2010/main" val="8760370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FE9A-3B33-BBAD-7928-5FA6EC433863}"/>
              </a:ext>
            </a:extLst>
          </p:cNvPr>
          <p:cNvSpPr>
            <a:spLocks noGrp="1"/>
          </p:cNvSpPr>
          <p:nvPr>
            <p:ph type="title"/>
          </p:nvPr>
        </p:nvSpPr>
        <p:spPr/>
        <p:txBody>
          <a:bodyPr/>
          <a:lstStyle/>
          <a:p>
            <a:r>
              <a:rPr lang="en-US" dirty="0"/>
              <a:t>Client/shop/</a:t>
            </a:r>
            <a:r>
              <a:rPr lang="en-US" dirty="0" err="1"/>
              <a:t>Shop.jsx</a:t>
            </a:r>
            <a:endParaRPr lang="en-US" dirty="0"/>
          </a:p>
        </p:txBody>
      </p:sp>
      <p:sp>
        <p:nvSpPr>
          <p:cNvPr id="3" name="Content Placeholder 2">
            <a:extLst>
              <a:ext uri="{FF2B5EF4-FFF2-40B4-BE49-F238E27FC236}">
                <a16:creationId xmlns:a16="http://schemas.microsoft.com/office/drawing/2014/main" id="{A9D10E6F-02D8-6776-6812-B7A5F528E359}"/>
              </a:ext>
            </a:extLst>
          </p:cNvPr>
          <p:cNvSpPr>
            <a:spLocks noGrp="1"/>
          </p:cNvSpPr>
          <p:nvPr>
            <p:ph idx="1"/>
          </p:nvPr>
        </p:nvSpPr>
        <p:spPr/>
        <p:txBody>
          <a:bodyPr/>
          <a:lstStyle/>
          <a:p>
            <a:pPr marL="0" indent="0">
              <a:buNone/>
            </a:pPr>
            <a:r>
              <a:rPr lang="en-US" sz="250" dirty="0"/>
              <a:t>import React, { </a:t>
            </a:r>
            <a:r>
              <a:rPr lang="en-US" sz="250" dirty="0" err="1"/>
              <a:t>useState</a:t>
            </a:r>
            <a:r>
              <a:rPr lang="en-US" sz="250" dirty="0"/>
              <a:t>, </a:t>
            </a:r>
            <a:r>
              <a:rPr lang="en-US" sz="250" dirty="0" err="1"/>
              <a:t>useEffect</a:t>
            </a:r>
            <a:r>
              <a:rPr lang="en-US" sz="250" dirty="0"/>
              <a:t> } from "react";</a:t>
            </a:r>
          </a:p>
          <a:p>
            <a:pPr marL="0" indent="0">
              <a:buNone/>
            </a:pPr>
            <a:r>
              <a:rPr lang="en-US" sz="250" dirty="0"/>
              <a:t>import {</a:t>
            </a:r>
          </a:p>
          <a:p>
            <a:pPr marL="0" indent="0">
              <a:buNone/>
            </a:pPr>
            <a:r>
              <a:rPr lang="en-US" sz="250" dirty="0"/>
              <a:t>  Card,</a:t>
            </a:r>
          </a:p>
          <a:p>
            <a:pPr marL="0" indent="0">
              <a:buNone/>
            </a:pPr>
            <a:r>
              <a:rPr lang="en-US" sz="250" dirty="0"/>
              <a:t>  </a:t>
            </a:r>
            <a:r>
              <a:rPr lang="en-US" sz="250" dirty="0" err="1"/>
              <a:t>CardContent</a:t>
            </a:r>
            <a:r>
              <a:rPr lang="en-US" sz="250" dirty="0"/>
              <a:t>,</a:t>
            </a:r>
          </a:p>
          <a:p>
            <a:pPr marL="0" indent="0">
              <a:buNone/>
            </a:pPr>
            <a:r>
              <a:rPr lang="en-US" sz="250" dirty="0"/>
              <a:t>  Typography,</a:t>
            </a:r>
          </a:p>
          <a:p>
            <a:pPr marL="0" indent="0">
              <a:buNone/>
            </a:pPr>
            <a:r>
              <a:rPr lang="en-US" sz="250" dirty="0"/>
              <a:t>  Avatar,</a:t>
            </a:r>
          </a:p>
          <a:p>
            <a:pPr marL="0" indent="0">
              <a:buNone/>
            </a:pPr>
            <a:r>
              <a:rPr lang="en-US" sz="250" dirty="0"/>
              <a:t>  Grid,</a:t>
            </a:r>
          </a:p>
          <a:p>
            <a:pPr marL="0" indent="0">
              <a:buNone/>
            </a:pPr>
            <a:r>
              <a:rPr lang="en-US" sz="250" dirty="0"/>
              <a:t>  Box,</a:t>
            </a:r>
          </a:p>
          <a:p>
            <a:pPr marL="0" indent="0">
              <a:buNone/>
            </a:pPr>
            <a:r>
              <a:rPr lang="en-US" sz="250" dirty="0"/>
              <a:t>} from "@</a:t>
            </a:r>
            <a:r>
              <a:rPr lang="en-US" sz="250" dirty="0" err="1"/>
              <a:t>mui</a:t>
            </a:r>
            <a:r>
              <a:rPr lang="en-US" sz="250" dirty="0"/>
              <a:t>/material";</a:t>
            </a:r>
          </a:p>
          <a:p>
            <a:pPr marL="0" indent="0">
              <a:buNone/>
            </a:pPr>
            <a:r>
              <a:rPr lang="en-US" sz="250" dirty="0"/>
              <a:t>import { read } from "./api-shop.js";</a:t>
            </a:r>
          </a:p>
          <a:p>
            <a:pPr marL="0" indent="0">
              <a:buNone/>
            </a:pPr>
            <a:r>
              <a:rPr lang="en-US" sz="250" dirty="0"/>
              <a:t>import Products from "./../product/Products";</a:t>
            </a:r>
          </a:p>
          <a:p>
            <a:pPr marL="0" indent="0">
              <a:buNone/>
            </a:pPr>
            <a:r>
              <a:rPr lang="en-US" sz="250" dirty="0"/>
              <a:t>import { </a:t>
            </a:r>
            <a:r>
              <a:rPr lang="en-US" sz="250" dirty="0" err="1"/>
              <a:t>listByShop</a:t>
            </a:r>
            <a:r>
              <a:rPr lang="en-US" sz="250" dirty="0"/>
              <a:t> } from "./../product/api-product.js";</a:t>
            </a:r>
          </a:p>
          <a:p>
            <a:pPr marL="0" indent="0">
              <a:buNone/>
            </a:pPr>
            <a:br>
              <a:rPr lang="en-US" sz="250" dirty="0"/>
            </a:br>
            <a:endParaRPr lang="en-US" sz="250" dirty="0"/>
          </a:p>
          <a:p>
            <a:pPr marL="0" indent="0">
              <a:buNone/>
            </a:pPr>
            <a:r>
              <a:rPr lang="en-US" sz="250" dirty="0"/>
              <a:t>export default function Shop({ match }) {</a:t>
            </a:r>
          </a:p>
          <a:p>
            <a:pPr marL="0" indent="0">
              <a:buNone/>
            </a:pPr>
            <a:r>
              <a:rPr lang="en-US" sz="250" dirty="0"/>
              <a:t>  const [shop, </a:t>
            </a:r>
            <a:r>
              <a:rPr lang="en-US" sz="250" dirty="0" err="1"/>
              <a:t>setShop</a:t>
            </a:r>
            <a:r>
              <a:rPr lang="en-US" sz="250" dirty="0"/>
              <a:t>] = </a:t>
            </a:r>
            <a:r>
              <a:rPr lang="en-US" sz="250" dirty="0" err="1"/>
              <a:t>useState</a:t>
            </a:r>
            <a:r>
              <a:rPr lang="en-US" sz="250" dirty="0"/>
              <a:t>({});</a:t>
            </a:r>
          </a:p>
          <a:p>
            <a:pPr marL="0" indent="0">
              <a:buNone/>
            </a:pPr>
            <a:r>
              <a:rPr lang="en-US" sz="250" dirty="0"/>
              <a:t>  const [products, </a:t>
            </a:r>
            <a:r>
              <a:rPr lang="en-US" sz="250" dirty="0" err="1"/>
              <a:t>setProducts</a:t>
            </a:r>
            <a:r>
              <a:rPr lang="en-US" sz="250" dirty="0"/>
              <a:t>] = </a:t>
            </a:r>
            <a:r>
              <a:rPr lang="en-US" sz="250" dirty="0" err="1"/>
              <a:t>useState</a:t>
            </a:r>
            <a:r>
              <a:rPr lang="en-US" sz="250" dirty="0"/>
              <a:t>([]);</a:t>
            </a:r>
          </a:p>
          <a:p>
            <a:pPr marL="0" indent="0">
              <a:buNone/>
            </a:pPr>
            <a:r>
              <a:rPr lang="en-US" sz="250" dirty="0"/>
              <a:t>  const [error, </a:t>
            </a:r>
            <a:r>
              <a:rPr lang="en-US" sz="250" dirty="0" err="1"/>
              <a:t>setError</a:t>
            </a:r>
            <a:r>
              <a:rPr lang="en-US" sz="250" dirty="0"/>
              <a:t>] = </a:t>
            </a:r>
            <a:r>
              <a:rPr lang="en-US" sz="250" dirty="0" err="1"/>
              <a:t>useState</a:t>
            </a:r>
            <a:r>
              <a:rPr lang="en-US" sz="250" dirty="0"/>
              <a:t>("");</a:t>
            </a:r>
          </a:p>
          <a:p>
            <a:pPr marL="0" indent="0">
              <a:buNone/>
            </a:pPr>
            <a:br>
              <a:rPr lang="en-US" sz="250" dirty="0"/>
            </a:br>
            <a:endParaRPr lang="en-US" sz="250" dirty="0"/>
          </a:p>
          <a:p>
            <a:pPr marL="0" indent="0">
              <a:buNone/>
            </a:pPr>
            <a:r>
              <a:rPr lang="en-US" sz="250" dirty="0"/>
              <a:t>  </a:t>
            </a:r>
            <a:r>
              <a:rPr lang="en-US" sz="250" dirty="0" err="1"/>
              <a:t>useEffect</a:t>
            </a:r>
            <a:r>
              <a:rPr lang="en-US" sz="250" dirty="0"/>
              <a:t>(() =&gt; {</a:t>
            </a:r>
          </a:p>
          <a:p>
            <a:pPr marL="0" indent="0">
              <a:buNone/>
            </a:pPr>
            <a:r>
              <a:rPr lang="en-US" sz="250" dirty="0"/>
              <a:t>    const </a:t>
            </a:r>
            <a:r>
              <a:rPr lang="en-US" sz="250" dirty="0" err="1"/>
              <a:t>abortController</a:t>
            </a:r>
            <a:r>
              <a:rPr lang="en-US" sz="250" dirty="0"/>
              <a:t> = new </a:t>
            </a:r>
            <a:r>
              <a:rPr lang="en-US" sz="250" dirty="0" err="1"/>
              <a:t>AbortController</a:t>
            </a:r>
            <a:r>
              <a:rPr lang="en-US" sz="250" dirty="0"/>
              <a:t>();</a:t>
            </a:r>
          </a:p>
          <a:p>
            <a:pPr marL="0" indent="0">
              <a:buNone/>
            </a:pPr>
            <a:r>
              <a:rPr lang="en-US" sz="250" dirty="0"/>
              <a:t>    const signal = </a:t>
            </a:r>
            <a:r>
              <a:rPr lang="en-US" sz="250" dirty="0" err="1"/>
              <a:t>abortController.signal</a:t>
            </a:r>
            <a:r>
              <a:rPr lang="en-US" sz="250" dirty="0"/>
              <a:t>;</a:t>
            </a:r>
          </a:p>
          <a:p>
            <a:pPr marL="0" indent="0">
              <a:buNone/>
            </a:pPr>
            <a:br>
              <a:rPr lang="en-US" sz="250" dirty="0"/>
            </a:br>
            <a:endParaRPr lang="en-US" sz="250" dirty="0"/>
          </a:p>
          <a:p>
            <a:pPr marL="0" indent="0">
              <a:buNone/>
            </a:pPr>
            <a:r>
              <a:rPr lang="en-US" sz="250" dirty="0"/>
              <a:t>    </a:t>
            </a:r>
            <a:r>
              <a:rPr lang="en-US" sz="250" dirty="0" err="1"/>
              <a:t>listByShop</a:t>
            </a:r>
            <a:r>
              <a:rPr lang="en-US" sz="250" dirty="0"/>
              <a:t>(</a:t>
            </a:r>
          </a:p>
          <a:p>
            <a:pPr marL="0" indent="0">
              <a:buNone/>
            </a:pPr>
            <a:r>
              <a:rPr lang="en-US" sz="250" dirty="0"/>
              <a:t>      {</a:t>
            </a:r>
          </a:p>
          <a:p>
            <a:pPr marL="0" indent="0">
              <a:buNone/>
            </a:pPr>
            <a:r>
              <a:rPr lang="en-US" sz="250" dirty="0"/>
              <a:t>        </a:t>
            </a:r>
            <a:r>
              <a:rPr lang="en-US" sz="250" dirty="0" err="1"/>
              <a:t>shopId</a:t>
            </a:r>
            <a:r>
              <a:rPr lang="en-US" sz="250" dirty="0"/>
              <a:t>: </a:t>
            </a:r>
            <a:r>
              <a:rPr lang="en-US" sz="250" dirty="0" err="1"/>
              <a:t>match.params.shopId</a:t>
            </a:r>
            <a:r>
              <a:rPr lang="en-US" sz="250" dirty="0"/>
              <a:t>,</a:t>
            </a:r>
          </a:p>
          <a:p>
            <a:pPr marL="0" indent="0">
              <a:buNone/>
            </a:pPr>
            <a:r>
              <a:rPr lang="en-US" sz="250" dirty="0"/>
              <a:t>      },</a:t>
            </a:r>
          </a:p>
          <a:p>
            <a:pPr marL="0" indent="0">
              <a:buNone/>
            </a:pPr>
            <a:r>
              <a:rPr lang="en-US" sz="250" dirty="0"/>
              <a:t>      signal</a:t>
            </a:r>
          </a:p>
          <a:p>
            <a:pPr marL="0" indent="0">
              <a:buNone/>
            </a:pPr>
            <a:r>
              <a:rPr lang="en-US" sz="250" dirty="0"/>
              <a:t>    ).then((data) =&gt; {</a:t>
            </a:r>
          </a:p>
          <a:p>
            <a:pPr marL="0" indent="0">
              <a:buNone/>
            </a:pPr>
            <a:r>
              <a:rPr lang="en-US" sz="250" dirty="0"/>
              <a:t>      if (</a:t>
            </a:r>
            <a:r>
              <a:rPr lang="en-US" sz="250" dirty="0" err="1"/>
              <a:t>data.error</a:t>
            </a:r>
            <a:r>
              <a:rPr lang="en-US" sz="250" dirty="0"/>
              <a:t>) {</a:t>
            </a:r>
          </a:p>
          <a:p>
            <a:pPr marL="0" indent="0">
              <a:buNone/>
            </a:pPr>
            <a:r>
              <a:rPr lang="en-US" sz="250" dirty="0"/>
              <a:t>        </a:t>
            </a:r>
            <a:r>
              <a:rPr lang="en-US" sz="250" dirty="0" err="1"/>
              <a:t>setError</a:t>
            </a:r>
            <a:r>
              <a:rPr lang="en-US" sz="250" dirty="0"/>
              <a:t>(</a:t>
            </a:r>
            <a:r>
              <a:rPr lang="en-US" sz="250" dirty="0" err="1"/>
              <a:t>data.error</a:t>
            </a:r>
            <a:r>
              <a:rPr lang="en-US" sz="250" dirty="0"/>
              <a:t>);</a:t>
            </a:r>
          </a:p>
          <a:p>
            <a:pPr marL="0" indent="0">
              <a:buNone/>
            </a:pPr>
            <a:r>
              <a:rPr lang="en-US" sz="250" dirty="0"/>
              <a:t>      } else {</a:t>
            </a:r>
          </a:p>
          <a:p>
            <a:pPr marL="0" indent="0">
              <a:buNone/>
            </a:pPr>
            <a:r>
              <a:rPr lang="en-US" sz="250" dirty="0"/>
              <a:t>        </a:t>
            </a:r>
            <a:r>
              <a:rPr lang="en-US" sz="250" dirty="0" err="1"/>
              <a:t>setProducts</a:t>
            </a:r>
            <a:r>
              <a:rPr lang="en-US" sz="250" dirty="0"/>
              <a:t>(data);</a:t>
            </a:r>
          </a:p>
          <a:p>
            <a:pPr marL="0" indent="0">
              <a:buNone/>
            </a:pPr>
            <a:r>
              <a:rPr lang="en-US" sz="250" dirty="0"/>
              <a:t>      }</a:t>
            </a:r>
          </a:p>
          <a:p>
            <a:pPr marL="0" indent="0">
              <a:buNone/>
            </a:pPr>
            <a:r>
              <a:rPr lang="en-US" sz="250" dirty="0"/>
              <a:t>    });</a:t>
            </a:r>
          </a:p>
          <a:p>
            <a:pPr marL="0" indent="0">
              <a:buNone/>
            </a:pPr>
            <a:br>
              <a:rPr lang="en-US" sz="250" dirty="0"/>
            </a:br>
            <a:endParaRPr lang="en-US" sz="250" dirty="0"/>
          </a:p>
          <a:p>
            <a:pPr marL="0" indent="0">
              <a:buNone/>
            </a:pPr>
            <a:r>
              <a:rPr lang="en-US" sz="250" dirty="0"/>
              <a:t>    read(</a:t>
            </a:r>
          </a:p>
          <a:p>
            <a:pPr marL="0" indent="0">
              <a:buNone/>
            </a:pPr>
            <a:r>
              <a:rPr lang="en-US" sz="250" dirty="0"/>
              <a:t>      {</a:t>
            </a:r>
          </a:p>
          <a:p>
            <a:pPr marL="0" indent="0">
              <a:buNone/>
            </a:pPr>
            <a:r>
              <a:rPr lang="en-US" sz="250" dirty="0"/>
              <a:t>        </a:t>
            </a:r>
            <a:r>
              <a:rPr lang="en-US" sz="250" dirty="0" err="1"/>
              <a:t>shopId</a:t>
            </a:r>
            <a:r>
              <a:rPr lang="en-US" sz="250" dirty="0"/>
              <a:t>: </a:t>
            </a:r>
            <a:r>
              <a:rPr lang="en-US" sz="250" dirty="0" err="1"/>
              <a:t>match.params.shopId</a:t>
            </a:r>
            <a:r>
              <a:rPr lang="en-US" sz="250" dirty="0"/>
              <a:t>,</a:t>
            </a:r>
          </a:p>
          <a:p>
            <a:pPr marL="0" indent="0">
              <a:buNone/>
            </a:pPr>
            <a:r>
              <a:rPr lang="en-US" sz="250" dirty="0"/>
              <a:t>      },</a:t>
            </a:r>
          </a:p>
          <a:p>
            <a:pPr marL="0" indent="0">
              <a:buNone/>
            </a:pPr>
            <a:r>
              <a:rPr lang="en-US" sz="250" dirty="0"/>
              <a:t>      signal</a:t>
            </a:r>
          </a:p>
          <a:p>
            <a:pPr marL="0" indent="0">
              <a:buNone/>
            </a:pPr>
            <a:r>
              <a:rPr lang="en-US" sz="250" dirty="0"/>
              <a:t>    ).then((data) =&gt; {</a:t>
            </a:r>
          </a:p>
          <a:p>
            <a:pPr marL="0" indent="0">
              <a:buNone/>
            </a:pPr>
            <a:r>
              <a:rPr lang="en-US" sz="250" dirty="0"/>
              <a:t>      if (</a:t>
            </a:r>
            <a:r>
              <a:rPr lang="en-US" sz="250" dirty="0" err="1"/>
              <a:t>data.error</a:t>
            </a:r>
            <a:r>
              <a:rPr lang="en-US" sz="250" dirty="0"/>
              <a:t>) {</a:t>
            </a:r>
          </a:p>
          <a:p>
            <a:pPr marL="0" indent="0">
              <a:buNone/>
            </a:pPr>
            <a:r>
              <a:rPr lang="en-US" sz="250" dirty="0"/>
              <a:t>        </a:t>
            </a:r>
            <a:r>
              <a:rPr lang="en-US" sz="250" dirty="0" err="1"/>
              <a:t>setError</a:t>
            </a:r>
            <a:r>
              <a:rPr lang="en-US" sz="250" dirty="0"/>
              <a:t>(</a:t>
            </a:r>
            <a:r>
              <a:rPr lang="en-US" sz="250" dirty="0" err="1"/>
              <a:t>data.error</a:t>
            </a:r>
            <a:r>
              <a:rPr lang="en-US" sz="250" dirty="0"/>
              <a:t>);</a:t>
            </a:r>
          </a:p>
          <a:p>
            <a:pPr marL="0" indent="0">
              <a:buNone/>
            </a:pPr>
            <a:r>
              <a:rPr lang="en-US" sz="250" dirty="0"/>
              <a:t>      } else {</a:t>
            </a:r>
          </a:p>
          <a:p>
            <a:pPr marL="0" indent="0">
              <a:buNone/>
            </a:pPr>
            <a:r>
              <a:rPr lang="en-US" sz="250" dirty="0"/>
              <a:t>        </a:t>
            </a:r>
            <a:r>
              <a:rPr lang="en-US" sz="250" dirty="0" err="1"/>
              <a:t>setShop</a:t>
            </a:r>
            <a:r>
              <a:rPr lang="en-US" sz="250" dirty="0"/>
              <a:t>(data);</a:t>
            </a:r>
          </a:p>
          <a:p>
            <a:pPr marL="0" indent="0">
              <a:buNone/>
            </a:pPr>
            <a:r>
              <a:rPr lang="en-US" sz="250" dirty="0"/>
              <a:t>      }</a:t>
            </a:r>
          </a:p>
          <a:p>
            <a:pPr marL="0" indent="0">
              <a:buNone/>
            </a:pPr>
            <a:r>
              <a:rPr lang="en-US" sz="250" dirty="0"/>
              <a:t>    });</a:t>
            </a:r>
          </a:p>
          <a:p>
            <a:pPr marL="0" indent="0">
              <a:buNone/>
            </a:pPr>
            <a:br>
              <a:rPr lang="en-US" sz="250" dirty="0"/>
            </a:br>
            <a:endParaRPr lang="en-US" sz="250" dirty="0"/>
          </a:p>
          <a:p>
            <a:pPr marL="0" indent="0">
              <a:buNone/>
            </a:pPr>
            <a:r>
              <a:rPr lang="en-US" sz="250" dirty="0"/>
              <a:t>    return () =&gt; </a:t>
            </a:r>
            <a:r>
              <a:rPr lang="en-US" sz="250" dirty="0" err="1"/>
              <a:t>abortController.abort</a:t>
            </a:r>
            <a:r>
              <a:rPr lang="en-US" sz="250" dirty="0"/>
              <a:t>();</a:t>
            </a:r>
          </a:p>
          <a:p>
            <a:pPr marL="0" indent="0">
              <a:buNone/>
            </a:pPr>
            <a:r>
              <a:rPr lang="en-US" sz="250" dirty="0"/>
              <a:t>  }, [</a:t>
            </a:r>
            <a:r>
              <a:rPr lang="en-US" sz="250" dirty="0" err="1"/>
              <a:t>match.params.shopId</a:t>
            </a:r>
            <a:r>
              <a:rPr lang="en-US" sz="250" dirty="0"/>
              <a:t>]);</a:t>
            </a:r>
          </a:p>
          <a:p>
            <a:pPr marL="0" indent="0">
              <a:buNone/>
            </a:pPr>
            <a:br>
              <a:rPr lang="en-US" sz="250" dirty="0"/>
            </a:br>
            <a:endParaRPr lang="en-US" sz="250" dirty="0"/>
          </a:p>
          <a:p>
            <a:pPr marL="0" indent="0">
              <a:buNone/>
            </a:pPr>
            <a:r>
              <a:rPr lang="en-US" sz="250" dirty="0"/>
              <a:t>  const </a:t>
            </a:r>
            <a:r>
              <a:rPr lang="en-US" sz="250" dirty="0" err="1"/>
              <a:t>logoUrl</a:t>
            </a:r>
            <a:r>
              <a:rPr lang="en-US" sz="250" dirty="0"/>
              <a:t> = </a:t>
            </a:r>
            <a:r>
              <a:rPr lang="en-US" sz="250" dirty="0" err="1"/>
              <a:t>shop._id</a:t>
            </a:r>
            <a:endParaRPr lang="en-US" sz="250" dirty="0"/>
          </a:p>
          <a:p>
            <a:pPr marL="0" indent="0">
              <a:buNone/>
            </a:pPr>
            <a:r>
              <a:rPr lang="en-US" sz="250" dirty="0"/>
              <a:t>    ? `/</a:t>
            </a:r>
            <a:r>
              <a:rPr lang="en-US" sz="250" dirty="0" err="1"/>
              <a:t>api</a:t>
            </a:r>
            <a:r>
              <a:rPr lang="en-US" sz="250" dirty="0"/>
              <a:t>/shops/logo/${</a:t>
            </a:r>
            <a:r>
              <a:rPr lang="en-US" sz="250" dirty="0" err="1"/>
              <a:t>shop._id</a:t>
            </a:r>
            <a:r>
              <a:rPr lang="en-US" sz="250" dirty="0"/>
              <a:t>}?${new Date().</a:t>
            </a:r>
            <a:r>
              <a:rPr lang="en-US" sz="250" dirty="0" err="1"/>
              <a:t>getTime</a:t>
            </a:r>
            <a:r>
              <a:rPr lang="en-US" sz="250" dirty="0"/>
              <a:t>()}`</a:t>
            </a:r>
          </a:p>
          <a:p>
            <a:pPr marL="0" indent="0">
              <a:buNone/>
            </a:pPr>
            <a:r>
              <a:rPr lang="en-US" sz="250" dirty="0"/>
              <a:t>    : "/</a:t>
            </a:r>
            <a:r>
              <a:rPr lang="en-US" sz="250" dirty="0" err="1"/>
              <a:t>api</a:t>
            </a:r>
            <a:r>
              <a:rPr lang="en-US" sz="250" dirty="0"/>
              <a:t>/shops/</a:t>
            </a:r>
            <a:r>
              <a:rPr lang="en-US" sz="250" dirty="0" err="1"/>
              <a:t>defaultphoto</a:t>
            </a:r>
            <a:r>
              <a:rPr lang="en-US" sz="250" dirty="0"/>
              <a:t>";</a:t>
            </a:r>
          </a:p>
          <a:p>
            <a:pPr marL="0" indent="0">
              <a:buNone/>
            </a:pPr>
            <a:br>
              <a:rPr lang="en-US" sz="250" dirty="0"/>
            </a:br>
            <a:endParaRPr lang="en-US" sz="250" dirty="0"/>
          </a:p>
          <a:p>
            <a:pPr marL="0" indent="0">
              <a:buNone/>
            </a:pPr>
            <a:r>
              <a:rPr lang="en-US" sz="250" dirty="0"/>
              <a:t>  return (</a:t>
            </a:r>
          </a:p>
          <a:p>
            <a:pPr marL="0" indent="0">
              <a:buNone/>
            </a:pPr>
            <a:r>
              <a:rPr lang="en-US" sz="250" dirty="0"/>
              <a:t>    &lt;Box </a:t>
            </a:r>
            <a:r>
              <a:rPr lang="en-US" sz="250" dirty="0" err="1"/>
              <a:t>sx</a:t>
            </a:r>
            <a:r>
              <a:rPr lang="en-US" sz="250" dirty="0"/>
              <a:t>={{ </a:t>
            </a:r>
            <a:r>
              <a:rPr lang="en-US" sz="250" dirty="0" err="1"/>
              <a:t>flexGrow</a:t>
            </a:r>
            <a:r>
              <a:rPr lang="en-US" sz="250" dirty="0"/>
              <a:t>: 1, margin: 4 }}&gt;</a:t>
            </a:r>
          </a:p>
          <a:p>
            <a:pPr marL="0" indent="0">
              <a:buNone/>
            </a:pPr>
            <a:r>
              <a:rPr lang="en-US" sz="250" dirty="0"/>
              <a:t>      &lt;Grid container spacing={4}&gt;</a:t>
            </a:r>
          </a:p>
          <a:p>
            <a:pPr marL="0" indent="0">
              <a:buNone/>
            </a:pPr>
            <a:r>
              <a:rPr lang="en-US" sz="250" dirty="0"/>
              <a:t>        &lt;Grid item </a:t>
            </a:r>
            <a:r>
              <a:rPr lang="en-US" sz="250" dirty="0" err="1"/>
              <a:t>xs</a:t>
            </a:r>
            <a:r>
              <a:rPr lang="en-US" sz="250" dirty="0"/>
              <a:t>={12} </a:t>
            </a:r>
            <a:r>
              <a:rPr lang="en-US" sz="250" dirty="0" err="1"/>
              <a:t>sm</a:t>
            </a:r>
            <a:r>
              <a:rPr lang="en-US" sz="250" dirty="0"/>
              <a:t>={4}&gt;</a:t>
            </a:r>
          </a:p>
          <a:p>
            <a:pPr marL="0" indent="0">
              <a:buNone/>
            </a:pPr>
            <a:r>
              <a:rPr lang="en-US" sz="250" dirty="0"/>
              <a:t>          &lt;Card </a:t>
            </a:r>
            <a:r>
              <a:rPr lang="en-US" sz="250" dirty="0" err="1"/>
              <a:t>sx</a:t>
            </a:r>
            <a:r>
              <a:rPr lang="en-US" sz="250" dirty="0"/>
              <a:t>={{ </a:t>
            </a:r>
            <a:r>
              <a:rPr lang="en-US" sz="250" dirty="0" err="1"/>
              <a:t>textAlign</a:t>
            </a:r>
            <a:r>
              <a:rPr lang="en-US" sz="250" dirty="0"/>
              <a:t>: "center", pb: 2 }}&gt;</a:t>
            </a:r>
          </a:p>
          <a:p>
            <a:pPr marL="0" indent="0">
              <a:buNone/>
            </a:pPr>
            <a:r>
              <a:rPr lang="en-US" sz="250" dirty="0"/>
              <a:t>            &lt;</a:t>
            </a:r>
            <a:r>
              <a:rPr lang="en-US" sz="250" dirty="0" err="1"/>
              <a:t>CardContent</a:t>
            </a:r>
            <a:r>
              <a:rPr lang="en-US" sz="250" dirty="0"/>
              <a:t>&gt;</a:t>
            </a:r>
          </a:p>
          <a:p>
            <a:pPr marL="0" indent="0">
              <a:buNone/>
            </a:pPr>
            <a:r>
              <a:rPr lang="en-US" sz="250" dirty="0"/>
              <a:t>              &lt;Typography</a:t>
            </a:r>
          </a:p>
          <a:p>
            <a:pPr marL="0" indent="0">
              <a:buNone/>
            </a:pPr>
            <a:r>
              <a:rPr lang="en-US" sz="250" dirty="0"/>
              <a:t>                variant="h5"</a:t>
            </a:r>
          </a:p>
          <a:p>
            <a:pPr marL="0" indent="0">
              <a:buNone/>
            </a:pPr>
            <a:r>
              <a:rPr lang="en-US" sz="250" dirty="0"/>
              <a:t>                component="h2"</a:t>
            </a:r>
          </a:p>
          <a:p>
            <a:pPr marL="0" indent="0">
              <a:buNone/>
            </a:pPr>
            <a:r>
              <a:rPr lang="en-US" sz="250" dirty="0"/>
              <a:t>                </a:t>
            </a:r>
            <a:r>
              <a:rPr lang="en-US" sz="250" dirty="0" err="1"/>
              <a:t>sx</a:t>
            </a:r>
            <a:r>
              <a:rPr lang="en-US" sz="250" dirty="0"/>
              <a:t>={{ m: 2, color: "</a:t>
            </a:r>
            <a:r>
              <a:rPr lang="en-US" sz="250" dirty="0" err="1"/>
              <a:t>text.primary</a:t>
            </a:r>
            <a:r>
              <a:rPr lang="en-US" sz="250" dirty="0"/>
              <a:t>", </a:t>
            </a:r>
            <a:r>
              <a:rPr lang="en-US" sz="250" dirty="0" err="1"/>
              <a:t>fontWeight</a:t>
            </a:r>
            <a:r>
              <a:rPr lang="en-US" sz="250" dirty="0"/>
              <a:t>: "bold" }}</a:t>
            </a:r>
          </a:p>
          <a:p>
            <a:pPr marL="0" indent="0">
              <a:buNone/>
            </a:pPr>
            <a:r>
              <a:rPr lang="en-US" sz="250" dirty="0"/>
              <a:t>              &gt;</a:t>
            </a:r>
          </a:p>
          <a:p>
            <a:pPr marL="0" indent="0">
              <a:buNone/>
            </a:pPr>
            <a:r>
              <a:rPr lang="en-US" sz="250" dirty="0"/>
              <a:t>                {shop.name}</a:t>
            </a:r>
          </a:p>
          <a:p>
            <a:pPr marL="0" indent="0">
              <a:buNone/>
            </a:pPr>
            <a:r>
              <a:rPr lang="en-US" sz="250" dirty="0"/>
              <a:t>              &lt;/Typography&gt;</a:t>
            </a:r>
          </a:p>
          <a:p>
            <a:pPr marL="0" indent="0">
              <a:buNone/>
            </a:pPr>
            <a:br>
              <a:rPr lang="en-US" sz="250" dirty="0"/>
            </a:br>
            <a:endParaRPr lang="en-US" sz="250" dirty="0"/>
          </a:p>
          <a:p>
            <a:pPr marL="0" indent="0">
              <a:buNone/>
            </a:pPr>
            <a:r>
              <a:rPr lang="en-US" sz="250" dirty="0"/>
              <a:t>              &lt;Avatar</a:t>
            </a:r>
          </a:p>
          <a:p>
            <a:pPr marL="0" indent="0">
              <a:buNone/>
            </a:pPr>
            <a:r>
              <a:rPr lang="en-US" sz="250" dirty="0"/>
              <a:t>                </a:t>
            </a:r>
            <a:r>
              <a:rPr lang="en-US" sz="250" dirty="0" err="1"/>
              <a:t>src</a:t>
            </a:r>
            <a:r>
              <a:rPr lang="en-US" sz="250" dirty="0"/>
              <a:t>={</a:t>
            </a:r>
            <a:r>
              <a:rPr lang="en-US" sz="250" dirty="0" err="1"/>
              <a:t>logoUrl</a:t>
            </a:r>
            <a:r>
              <a:rPr lang="en-US" sz="250" dirty="0"/>
              <a:t>}</a:t>
            </a:r>
          </a:p>
          <a:p>
            <a:pPr marL="0" indent="0">
              <a:buNone/>
            </a:pPr>
            <a:r>
              <a:rPr lang="en-US" sz="250" dirty="0"/>
              <a:t>                alt={shop.name}</a:t>
            </a:r>
          </a:p>
          <a:p>
            <a:pPr marL="0" indent="0">
              <a:buNone/>
            </a:pPr>
            <a:r>
              <a:rPr lang="en-US" sz="250" dirty="0"/>
              <a:t>                </a:t>
            </a:r>
            <a:r>
              <a:rPr lang="en-US" sz="250" dirty="0" err="1"/>
              <a:t>sx</a:t>
            </a:r>
            <a:r>
              <a:rPr lang="en-US" sz="250" dirty="0"/>
              <a:t>={{ width: 100, height: 100, margin: "auto" }}</a:t>
            </a:r>
          </a:p>
          <a:p>
            <a:pPr marL="0" indent="0">
              <a:buNone/>
            </a:pPr>
            <a:r>
              <a:rPr lang="en-US" sz="250" dirty="0"/>
              <a:t>              /&gt;</a:t>
            </a:r>
          </a:p>
          <a:p>
            <a:pPr marL="0" indent="0">
              <a:buNone/>
            </a:pPr>
            <a:br>
              <a:rPr lang="en-US" sz="250" dirty="0"/>
            </a:br>
            <a:endParaRPr lang="en-US" sz="250" dirty="0"/>
          </a:p>
          <a:p>
            <a:pPr marL="0" indent="0">
              <a:buNone/>
            </a:pPr>
            <a:r>
              <a:rPr lang="en-US" sz="250" dirty="0"/>
              <a:t>              &lt;Typography</a:t>
            </a:r>
          </a:p>
          <a:p>
            <a:pPr marL="0" indent="0">
              <a:buNone/>
            </a:pPr>
            <a:r>
              <a:rPr lang="en-US" sz="250" dirty="0"/>
              <a:t>                variant="subtitle1"</a:t>
            </a:r>
          </a:p>
          <a:p>
            <a:pPr marL="0" indent="0">
              <a:buNone/>
            </a:pPr>
            <a:r>
              <a:rPr lang="en-US" sz="250" dirty="0"/>
              <a:t>                component="h2"</a:t>
            </a:r>
          </a:p>
          <a:p>
            <a:pPr marL="0" indent="0">
              <a:buNone/>
            </a:pPr>
            <a:r>
              <a:rPr lang="en-US" sz="250" dirty="0"/>
              <a:t>                </a:t>
            </a:r>
            <a:r>
              <a:rPr lang="en-US" sz="250" dirty="0" err="1"/>
              <a:t>sx</a:t>
            </a:r>
            <a:r>
              <a:rPr lang="en-US" sz="250" dirty="0"/>
              <a:t>={{ mt: 1, color: "</a:t>
            </a:r>
            <a:r>
              <a:rPr lang="en-US" sz="250" dirty="0" err="1"/>
              <a:t>text.secondary</a:t>
            </a:r>
            <a:r>
              <a:rPr lang="en-US" sz="250" dirty="0"/>
              <a:t>" }}</a:t>
            </a:r>
          </a:p>
          <a:p>
            <a:pPr marL="0" indent="0">
              <a:buNone/>
            </a:pPr>
            <a:r>
              <a:rPr lang="en-US" sz="250" dirty="0"/>
              <a:t>              &gt;</a:t>
            </a:r>
          </a:p>
          <a:p>
            <a:pPr marL="0" indent="0">
              <a:buNone/>
            </a:pPr>
            <a:r>
              <a:rPr lang="en-US" sz="250" dirty="0"/>
              <a:t>                {</a:t>
            </a:r>
            <a:r>
              <a:rPr lang="en-US" sz="250" dirty="0" err="1"/>
              <a:t>shop.description</a:t>
            </a:r>
            <a:r>
              <a:rPr lang="en-US" sz="250" dirty="0"/>
              <a:t>}</a:t>
            </a:r>
          </a:p>
          <a:p>
            <a:pPr marL="0" indent="0">
              <a:buNone/>
            </a:pPr>
            <a:r>
              <a:rPr lang="en-US" sz="250" dirty="0"/>
              <a:t>              &lt;/Typography&gt;</a:t>
            </a:r>
          </a:p>
          <a:p>
            <a:pPr marL="0" indent="0">
              <a:buNone/>
            </a:pPr>
            <a:r>
              <a:rPr lang="en-US" sz="250" dirty="0"/>
              <a:t>            &lt;/</a:t>
            </a:r>
            <a:r>
              <a:rPr lang="en-US" sz="250" dirty="0" err="1"/>
              <a:t>CardContent</a:t>
            </a:r>
            <a:r>
              <a:rPr lang="en-US" sz="250" dirty="0"/>
              <a:t>&gt;</a:t>
            </a:r>
          </a:p>
          <a:p>
            <a:pPr marL="0" indent="0">
              <a:buNone/>
            </a:pPr>
            <a:r>
              <a:rPr lang="en-US" sz="250" dirty="0"/>
              <a:t>          &lt;/Card&gt;</a:t>
            </a:r>
          </a:p>
          <a:p>
            <a:pPr marL="0" indent="0">
              <a:buNone/>
            </a:pPr>
            <a:r>
              <a:rPr lang="en-US" sz="250" dirty="0"/>
              <a:t>        &lt;/Grid&gt;</a:t>
            </a:r>
          </a:p>
          <a:p>
            <a:pPr marL="0" indent="0">
              <a:buNone/>
            </a:pPr>
            <a:br>
              <a:rPr lang="en-US" sz="250" dirty="0"/>
            </a:br>
            <a:endParaRPr lang="en-US" sz="250" dirty="0"/>
          </a:p>
          <a:p>
            <a:pPr marL="0" indent="0">
              <a:buNone/>
            </a:pPr>
            <a:r>
              <a:rPr lang="en-US" sz="250" dirty="0"/>
              <a:t>        &lt;Grid item </a:t>
            </a:r>
            <a:r>
              <a:rPr lang="en-US" sz="250" dirty="0" err="1"/>
              <a:t>xs</a:t>
            </a:r>
            <a:r>
              <a:rPr lang="en-US" sz="250" dirty="0"/>
              <a:t>={12} </a:t>
            </a:r>
            <a:r>
              <a:rPr lang="en-US" sz="250" dirty="0" err="1"/>
              <a:t>sm</a:t>
            </a:r>
            <a:r>
              <a:rPr lang="en-US" sz="250" dirty="0"/>
              <a:t>={8}&gt;</a:t>
            </a:r>
          </a:p>
          <a:p>
            <a:pPr marL="0" indent="0">
              <a:buNone/>
            </a:pPr>
            <a:r>
              <a:rPr lang="en-US" sz="250" dirty="0"/>
              <a:t>          &lt;Card&gt;</a:t>
            </a:r>
          </a:p>
          <a:p>
            <a:pPr marL="0" indent="0">
              <a:buNone/>
            </a:pPr>
            <a:r>
              <a:rPr lang="en-US" sz="250" dirty="0"/>
              <a:t>            &lt;Typography</a:t>
            </a:r>
          </a:p>
          <a:p>
            <a:pPr marL="0" indent="0">
              <a:buNone/>
            </a:pPr>
            <a:r>
              <a:rPr lang="en-US" sz="250" dirty="0"/>
              <a:t>              variant="h6"</a:t>
            </a:r>
          </a:p>
          <a:p>
            <a:pPr marL="0" indent="0">
              <a:buNone/>
            </a:pPr>
            <a:r>
              <a:rPr lang="en-US" sz="250" dirty="0"/>
              <a:t>              component="h2"</a:t>
            </a:r>
          </a:p>
          <a:p>
            <a:pPr marL="0" indent="0">
              <a:buNone/>
            </a:pPr>
            <a:r>
              <a:rPr lang="en-US" sz="250" dirty="0"/>
              <a:t>              </a:t>
            </a:r>
            <a:r>
              <a:rPr lang="en-US" sz="250" dirty="0" err="1"/>
              <a:t>sx</a:t>
            </a:r>
            <a:r>
              <a:rPr lang="en-US" sz="250" dirty="0"/>
              <a:t>={{</a:t>
            </a:r>
          </a:p>
          <a:p>
            <a:pPr marL="0" indent="0">
              <a:buNone/>
            </a:pPr>
            <a:r>
              <a:rPr lang="en-US" sz="250" dirty="0"/>
              <a:t>                p: 3,</a:t>
            </a:r>
          </a:p>
          <a:p>
            <a:pPr marL="0" indent="0">
              <a:buNone/>
            </a:pPr>
            <a:r>
              <a:rPr lang="en-US" sz="250" dirty="0"/>
              <a:t>                pt: 2,</a:t>
            </a:r>
          </a:p>
          <a:p>
            <a:pPr marL="0" indent="0">
              <a:buNone/>
            </a:pPr>
            <a:r>
              <a:rPr lang="en-US" sz="250" dirty="0"/>
              <a:t>                color: "</a:t>
            </a:r>
            <a:r>
              <a:rPr lang="en-US" sz="250" dirty="0" err="1"/>
              <a:t>text.primary</a:t>
            </a:r>
            <a:r>
              <a:rPr lang="en-US" sz="250" dirty="0"/>
              <a:t>",</a:t>
            </a:r>
          </a:p>
          <a:p>
            <a:pPr marL="0" indent="0">
              <a:buNone/>
            </a:pPr>
            <a:r>
              <a:rPr lang="en-US" sz="250" dirty="0"/>
              <a:t>                </a:t>
            </a:r>
            <a:r>
              <a:rPr lang="en-US" sz="250" dirty="0" err="1"/>
              <a:t>fontWeight</a:t>
            </a:r>
            <a:r>
              <a:rPr lang="en-US" sz="250" dirty="0"/>
              <a:t>: "medium",</a:t>
            </a:r>
          </a:p>
          <a:p>
            <a:pPr marL="0" indent="0">
              <a:buNone/>
            </a:pPr>
            <a:r>
              <a:rPr lang="en-US" sz="250" dirty="0"/>
              <a:t>              }}</a:t>
            </a:r>
          </a:p>
          <a:p>
            <a:pPr marL="0" indent="0">
              <a:buNone/>
            </a:pPr>
            <a:r>
              <a:rPr lang="en-US" sz="250" dirty="0"/>
              <a:t>            &gt;</a:t>
            </a:r>
          </a:p>
          <a:p>
            <a:pPr marL="0" indent="0">
              <a:buNone/>
            </a:pPr>
            <a:r>
              <a:rPr lang="en-US" sz="250" dirty="0"/>
              <a:t>              Products</a:t>
            </a:r>
          </a:p>
          <a:p>
            <a:pPr marL="0" indent="0">
              <a:buNone/>
            </a:pPr>
            <a:r>
              <a:rPr lang="en-US" sz="250" dirty="0"/>
              <a:t>            &lt;/Typography&gt;</a:t>
            </a:r>
          </a:p>
          <a:p>
            <a:pPr marL="0" indent="0">
              <a:buNone/>
            </a:pPr>
            <a:r>
              <a:rPr lang="en-US" sz="250" dirty="0"/>
              <a:t>            &lt;Products products={products} searched={false} /&gt;</a:t>
            </a:r>
          </a:p>
          <a:p>
            <a:pPr marL="0" indent="0">
              <a:buNone/>
            </a:pPr>
            <a:r>
              <a:rPr lang="en-US" sz="250" dirty="0"/>
              <a:t>          &lt;/Card&gt;</a:t>
            </a:r>
          </a:p>
          <a:p>
            <a:pPr marL="0" indent="0">
              <a:buNone/>
            </a:pPr>
            <a:r>
              <a:rPr lang="en-US" sz="250" dirty="0"/>
              <a:t>        &lt;/Grid&gt;</a:t>
            </a:r>
          </a:p>
          <a:p>
            <a:pPr marL="0" indent="0">
              <a:buNone/>
            </a:pPr>
            <a:r>
              <a:rPr lang="en-US" sz="250" dirty="0"/>
              <a:t>      &lt;/Grid&gt;</a:t>
            </a:r>
          </a:p>
          <a:p>
            <a:pPr marL="0" indent="0">
              <a:buNone/>
            </a:pPr>
            <a:r>
              <a:rPr lang="en-US" sz="250" dirty="0"/>
              <a:t>    &lt;/Box&gt;</a:t>
            </a:r>
          </a:p>
          <a:p>
            <a:pPr marL="0" indent="0">
              <a:buNone/>
            </a:pPr>
            <a:r>
              <a:rPr lang="en-US" sz="250" dirty="0"/>
              <a:t>  );</a:t>
            </a:r>
          </a:p>
          <a:p>
            <a:pPr marL="0" indent="0">
              <a:buNone/>
            </a:pPr>
            <a:r>
              <a:rPr lang="en-US" sz="250" dirty="0"/>
              <a:t>}</a:t>
            </a:r>
          </a:p>
          <a:p>
            <a:pPr marL="0" indent="0">
              <a:buNone/>
            </a:pPr>
            <a:endParaRPr lang="en-US" sz="250" dirty="0"/>
          </a:p>
        </p:txBody>
      </p:sp>
      <p:sp>
        <p:nvSpPr>
          <p:cNvPr id="4" name="Date Placeholder 3">
            <a:extLst>
              <a:ext uri="{FF2B5EF4-FFF2-40B4-BE49-F238E27FC236}">
                <a16:creationId xmlns:a16="http://schemas.microsoft.com/office/drawing/2014/main" id="{F523F565-BF34-CECF-1036-384578A99B3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E8FE0F8-09A6-B5A0-9EB1-61790149508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1A9D605-0EA8-5B0D-5C79-31BC1FA85897}"/>
              </a:ext>
            </a:extLst>
          </p:cNvPr>
          <p:cNvSpPr>
            <a:spLocks noGrp="1"/>
          </p:cNvSpPr>
          <p:nvPr>
            <p:ph type="sldNum" sz="quarter" idx="12"/>
          </p:nvPr>
        </p:nvSpPr>
        <p:spPr/>
        <p:txBody>
          <a:bodyPr/>
          <a:lstStyle/>
          <a:p>
            <a:fld id="{7C5CF243-786F-4254-B068-4C9F0B6EA12F}" type="slidenum">
              <a:rPr lang="en-US" altLang="en-US" smtClean="0"/>
              <a:pPr/>
              <a:t>58</a:t>
            </a:fld>
            <a:endParaRPr lang="en-US" altLang="en-US"/>
          </a:p>
        </p:txBody>
      </p:sp>
    </p:spTree>
    <p:extLst>
      <p:ext uri="{BB962C8B-B14F-4D97-AF65-F5344CB8AC3E}">
        <p14:creationId xmlns:p14="http://schemas.microsoft.com/office/powerpoint/2010/main" val="3156973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E3ED-100C-8964-2009-8A3A7FFAE033}"/>
              </a:ext>
            </a:extLst>
          </p:cNvPr>
          <p:cNvSpPr>
            <a:spLocks noGrp="1"/>
          </p:cNvSpPr>
          <p:nvPr>
            <p:ph type="title"/>
          </p:nvPr>
        </p:nvSpPr>
        <p:spPr/>
        <p:txBody>
          <a:bodyPr/>
          <a:lstStyle/>
          <a:p>
            <a:r>
              <a:rPr lang="en-US" dirty="0" err="1"/>
              <a:t>Shop.jsx</a:t>
            </a:r>
            <a:r>
              <a:rPr lang="en-US" dirty="0"/>
              <a:t> code explanation</a:t>
            </a:r>
          </a:p>
        </p:txBody>
      </p:sp>
      <p:sp>
        <p:nvSpPr>
          <p:cNvPr id="3" name="Content Placeholder 2">
            <a:extLst>
              <a:ext uri="{FF2B5EF4-FFF2-40B4-BE49-F238E27FC236}">
                <a16:creationId xmlns:a16="http://schemas.microsoft.com/office/drawing/2014/main" id="{21046086-2D23-B8F1-00A4-E56156180506}"/>
              </a:ext>
            </a:extLst>
          </p:cNvPr>
          <p:cNvSpPr>
            <a:spLocks noGrp="1"/>
          </p:cNvSpPr>
          <p:nvPr>
            <p:ph idx="1"/>
          </p:nvPr>
        </p:nvSpPr>
        <p:spPr/>
        <p:txBody>
          <a:bodyPr/>
          <a:lstStyle/>
          <a:p>
            <a:r>
              <a:rPr lang="en-US" sz="700" b="1" dirty="0"/>
              <a:t>Imports Section (Lines 1–10)</a:t>
            </a:r>
            <a:endParaRPr lang="en-US" sz="700" dirty="0"/>
          </a:p>
          <a:p>
            <a:pPr lvl="0"/>
            <a:r>
              <a:rPr lang="en-US" sz="700" b="1" dirty="0"/>
              <a:t>Lines 1–2:</a:t>
            </a:r>
            <a:endParaRPr lang="en-US" sz="700" dirty="0"/>
          </a:p>
          <a:p>
            <a:pPr lvl="1"/>
            <a:r>
              <a:rPr lang="en-US" sz="700" b="1" dirty="0"/>
              <a:t>Import React and two React hooks: </a:t>
            </a:r>
            <a:r>
              <a:rPr lang="en-US" sz="700" b="1" dirty="0" err="1"/>
              <a:t>useState</a:t>
            </a:r>
            <a:r>
              <a:rPr lang="en-US" sz="700" b="1" dirty="0"/>
              <a:t> for managing component state, and </a:t>
            </a:r>
            <a:r>
              <a:rPr lang="en-US" sz="700" b="1" dirty="0" err="1"/>
              <a:t>useEffect</a:t>
            </a:r>
            <a:r>
              <a:rPr lang="en-US" sz="700" b="1" dirty="0"/>
              <a:t> for handling side effects like data fetching.</a:t>
            </a:r>
            <a:endParaRPr lang="en-US" sz="700" dirty="0"/>
          </a:p>
          <a:p>
            <a:pPr lvl="0"/>
            <a:r>
              <a:rPr lang="en-US" sz="700" b="1" dirty="0"/>
              <a:t>Lines 3–9:</a:t>
            </a:r>
            <a:endParaRPr lang="en-US" sz="700" dirty="0"/>
          </a:p>
          <a:p>
            <a:pPr lvl="1"/>
            <a:r>
              <a:rPr lang="en-US" sz="700" b="1" dirty="0"/>
              <a:t>Import Material-UI components used to build the UI:</a:t>
            </a:r>
            <a:endParaRPr lang="en-US" sz="700" dirty="0"/>
          </a:p>
          <a:p>
            <a:pPr lvl="2"/>
            <a:r>
              <a:rPr lang="en-US" sz="700" b="1" dirty="0"/>
              <a:t>Card and </a:t>
            </a:r>
            <a:r>
              <a:rPr lang="en-US" sz="700" b="1" dirty="0" err="1"/>
              <a:t>CardContent</a:t>
            </a:r>
            <a:r>
              <a:rPr lang="en-US" sz="700" b="1" dirty="0"/>
              <a:t> for grouping content visually.</a:t>
            </a:r>
            <a:endParaRPr lang="en-US" sz="700" dirty="0"/>
          </a:p>
          <a:p>
            <a:pPr lvl="2"/>
            <a:r>
              <a:rPr lang="en-US" sz="700" b="1" dirty="0"/>
              <a:t>Typography for styled text.</a:t>
            </a:r>
            <a:endParaRPr lang="en-US" sz="700" dirty="0"/>
          </a:p>
          <a:p>
            <a:pPr lvl="2"/>
            <a:r>
              <a:rPr lang="en-US" sz="700" b="1" dirty="0"/>
              <a:t>Avatar for displaying an image (like a shop logo).</a:t>
            </a:r>
            <a:endParaRPr lang="en-US" sz="700" dirty="0"/>
          </a:p>
          <a:p>
            <a:pPr lvl="2"/>
            <a:r>
              <a:rPr lang="en-US" sz="700" b="1" dirty="0"/>
              <a:t>Grid and Box for layout and spacing.</a:t>
            </a:r>
            <a:endParaRPr lang="en-US" sz="700" dirty="0"/>
          </a:p>
          <a:p>
            <a:pPr lvl="0"/>
            <a:r>
              <a:rPr lang="en-US" sz="700" b="1" dirty="0"/>
              <a:t>Line 10:</a:t>
            </a:r>
            <a:endParaRPr lang="en-US" sz="700" dirty="0"/>
          </a:p>
          <a:p>
            <a:pPr lvl="1"/>
            <a:r>
              <a:rPr lang="en-US" sz="700" b="1" dirty="0"/>
              <a:t>Import the read function from the shop API file, which will be used to fetch shop data from the server.</a:t>
            </a:r>
            <a:endParaRPr lang="en-US" sz="700" dirty="0"/>
          </a:p>
          <a:p>
            <a:pPr lvl="0"/>
            <a:r>
              <a:rPr lang="en-US" sz="700" b="1" dirty="0"/>
              <a:t>Line 11:</a:t>
            </a:r>
            <a:endParaRPr lang="en-US" sz="700" dirty="0"/>
          </a:p>
          <a:p>
            <a:pPr lvl="1"/>
            <a:r>
              <a:rPr lang="en-US" sz="700" b="1" dirty="0"/>
              <a:t>Import the </a:t>
            </a:r>
            <a:r>
              <a:rPr lang="en-US" sz="700" b="1" dirty="0" err="1"/>
              <a:t>useParams</a:t>
            </a:r>
            <a:r>
              <a:rPr lang="en-US" sz="700" b="1" dirty="0"/>
              <a:t> hook from React Router to extract the shop ID from the URL.</a:t>
            </a:r>
            <a:endParaRPr lang="en-US" sz="700" dirty="0"/>
          </a:p>
          <a:p>
            <a:r>
              <a:rPr lang="en-US" sz="700" b="1" dirty="0"/>
              <a:t>Component Declaration (Lines 13–15)</a:t>
            </a:r>
            <a:endParaRPr lang="en-US" sz="700" dirty="0"/>
          </a:p>
          <a:p>
            <a:pPr lvl="0"/>
            <a:r>
              <a:rPr lang="en-US" sz="700" b="1" dirty="0"/>
              <a:t>The Shop component is declared as a functional component.</a:t>
            </a:r>
            <a:endParaRPr lang="en-US" sz="700" dirty="0"/>
          </a:p>
          <a:p>
            <a:pPr lvl="0"/>
            <a:r>
              <a:rPr lang="en-US" sz="700" b="1" dirty="0" err="1"/>
              <a:t>useParams</a:t>
            </a:r>
            <a:r>
              <a:rPr lang="en-US" sz="700" b="1" dirty="0"/>
              <a:t> retrieves the </a:t>
            </a:r>
            <a:r>
              <a:rPr lang="en-US" sz="700" b="1" dirty="0" err="1"/>
              <a:t>shopId</a:t>
            </a:r>
            <a:r>
              <a:rPr lang="en-US" sz="700" b="1" dirty="0"/>
              <a:t> from the URL parameters.</a:t>
            </a:r>
            <a:endParaRPr lang="en-US" sz="700" dirty="0"/>
          </a:p>
          <a:p>
            <a:r>
              <a:rPr lang="en-US" sz="700" b="1" dirty="0"/>
              <a:t>State Initialization (Lines 16–17)</a:t>
            </a:r>
            <a:endParaRPr lang="en-US" sz="700" dirty="0"/>
          </a:p>
          <a:p>
            <a:pPr lvl="0"/>
            <a:r>
              <a:rPr lang="en-US" sz="700" b="1" dirty="0"/>
              <a:t>Two pieces of state are declared using </a:t>
            </a:r>
            <a:r>
              <a:rPr lang="en-US" sz="700" b="1" dirty="0" err="1"/>
              <a:t>useState</a:t>
            </a:r>
            <a:r>
              <a:rPr lang="en-US" sz="700" b="1" dirty="0"/>
              <a:t>:</a:t>
            </a:r>
            <a:endParaRPr lang="en-US" sz="700" dirty="0"/>
          </a:p>
          <a:p>
            <a:pPr lvl="1"/>
            <a:r>
              <a:rPr lang="en-US" sz="700" b="1" dirty="0"/>
              <a:t>shop: stores the fetched shop data.</a:t>
            </a:r>
            <a:endParaRPr lang="en-US" sz="700" dirty="0"/>
          </a:p>
          <a:p>
            <a:pPr lvl="1"/>
            <a:r>
              <a:rPr lang="en-US" sz="700" b="1" dirty="0"/>
              <a:t>error: stores any error that may occur during data retrieval.</a:t>
            </a:r>
            <a:endParaRPr lang="en-US" sz="700" dirty="0"/>
          </a:p>
          <a:p>
            <a:r>
              <a:rPr lang="en-US" sz="700" b="1" dirty="0" err="1"/>
              <a:t>useEffect</a:t>
            </a:r>
            <a:r>
              <a:rPr lang="en-US" sz="700" b="1" dirty="0"/>
              <a:t> Hook (Lines 19–33)</a:t>
            </a:r>
            <a:endParaRPr lang="en-US" sz="700" dirty="0"/>
          </a:p>
          <a:p>
            <a:pPr lvl="0"/>
            <a:r>
              <a:rPr lang="en-US" sz="700" b="1" dirty="0"/>
              <a:t>This hook runs once when the component mounts, or when </a:t>
            </a:r>
            <a:r>
              <a:rPr lang="en-US" sz="700" b="1" dirty="0" err="1"/>
              <a:t>shopId</a:t>
            </a:r>
            <a:r>
              <a:rPr lang="en-US" sz="700" b="1" dirty="0"/>
              <a:t> changes.</a:t>
            </a:r>
            <a:endParaRPr lang="en-US" sz="700" dirty="0"/>
          </a:p>
          <a:p>
            <a:pPr lvl="0"/>
            <a:r>
              <a:rPr lang="en-US" sz="700" b="1" dirty="0"/>
              <a:t>Inside it:</a:t>
            </a:r>
            <a:endParaRPr lang="en-US" sz="700" dirty="0"/>
          </a:p>
          <a:p>
            <a:pPr lvl="1"/>
            <a:r>
              <a:rPr lang="en-US" sz="700" b="1" dirty="0"/>
              <a:t>An </a:t>
            </a:r>
            <a:r>
              <a:rPr lang="en-US" sz="700" b="1" dirty="0" err="1"/>
              <a:t>AbortController</a:t>
            </a:r>
            <a:r>
              <a:rPr lang="en-US" sz="700" b="1" dirty="0"/>
              <a:t> is created to handle cancellation of the fetch request if the component unmounts early.</a:t>
            </a:r>
            <a:endParaRPr lang="en-US" sz="700" dirty="0"/>
          </a:p>
          <a:p>
            <a:pPr lvl="1"/>
            <a:r>
              <a:rPr lang="en-US" sz="700" b="1" dirty="0"/>
              <a:t>The read function is called to fetch data for the specific shop ID.</a:t>
            </a:r>
            <a:endParaRPr lang="en-US" sz="700" dirty="0"/>
          </a:p>
          <a:p>
            <a:pPr lvl="1"/>
            <a:r>
              <a:rPr lang="en-US" sz="700" b="1" dirty="0"/>
              <a:t>If the API response contains an error, it's saved to error.</a:t>
            </a:r>
            <a:endParaRPr lang="en-US" sz="700" dirty="0"/>
          </a:p>
          <a:p>
            <a:pPr lvl="1"/>
            <a:r>
              <a:rPr lang="en-US" sz="700" b="1" dirty="0"/>
              <a:t>Otherwise, the retrieved shop data is saved in shop.</a:t>
            </a:r>
            <a:endParaRPr lang="en-US" sz="700" dirty="0"/>
          </a:p>
          <a:p>
            <a:pPr lvl="1"/>
            <a:r>
              <a:rPr lang="en-US" sz="700" b="1" dirty="0"/>
              <a:t>The cleanup function ensures that any pending request is aborted when the component unmounts.</a:t>
            </a:r>
            <a:endParaRPr lang="en-US" sz="700" dirty="0"/>
          </a:p>
          <a:p>
            <a:r>
              <a:rPr lang="en-US" sz="700" b="1" dirty="0"/>
              <a:t>Dynamic Image URL (Lines 35–37)</a:t>
            </a:r>
            <a:endParaRPr lang="en-US" sz="700" dirty="0"/>
          </a:p>
          <a:p>
            <a:pPr lvl="0"/>
            <a:r>
              <a:rPr lang="en-US" sz="700" b="1" dirty="0"/>
              <a:t>A </a:t>
            </a:r>
            <a:r>
              <a:rPr lang="en-US" sz="700" b="1" dirty="0" err="1"/>
              <a:t>logoUrl</a:t>
            </a:r>
            <a:r>
              <a:rPr lang="en-US" sz="700" b="1" dirty="0"/>
              <a:t> is generated:</a:t>
            </a:r>
            <a:endParaRPr lang="en-US" sz="700" dirty="0"/>
          </a:p>
          <a:p>
            <a:pPr lvl="1"/>
            <a:r>
              <a:rPr lang="en-US" sz="700" b="1" dirty="0"/>
              <a:t>If the shop has an _id, it constructs the image URL dynamically with a cache-busting timestamp.</a:t>
            </a:r>
            <a:endParaRPr lang="en-US" sz="700" dirty="0"/>
          </a:p>
          <a:p>
            <a:pPr lvl="1"/>
            <a:r>
              <a:rPr lang="en-US" sz="700" b="1" dirty="0"/>
              <a:t>If not, a default image URL is used.</a:t>
            </a:r>
            <a:endParaRPr lang="en-US" sz="700" dirty="0"/>
          </a:p>
          <a:p>
            <a:r>
              <a:rPr lang="en-US" sz="700" b="1" dirty="0"/>
              <a:t>Return Block: UI Rendering (Lines 39–70)</a:t>
            </a:r>
            <a:endParaRPr lang="en-US" sz="700" dirty="0"/>
          </a:p>
          <a:p>
            <a:pPr lvl="0"/>
            <a:r>
              <a:rPr lang="en-US" sz="700" b="1" dirty="0"/>
              <a:t>A Box component wraps the content with margin and responsive layout.</a:t>
            </a:r>
            <a:endParaRPr lang="en-US" sz="700" dirty="0"/>
          </a:p>
          <a:p>
            <a:pPr lvl="0"/>
            <a:r>
              <a:rPr lang="en-US" sz="700" b="1" dirty="0"/>
              <a:t>A Grid container organizes the layout with spacing.</a:t>
            </a:r>
            <a:endParaRPr lang="en-US" sz="700" dirty="0"/>
          </a:p>
          <a:p>
            <a:pPr lvl="0"/>
            <a:r>
              <a:rPr lang="en-US" sz="700" b="1" dirty="0"/>
              <a:t>A Grid item spans 4 columns on small screens and 12 on extra-small screens.</a:t>
            </a:r>
            <a:endParaRPr lang="en-US" sz="700" dirty="0"/>
          </a:p>
          <a:p>
            <a:pPr lvl="0"/>
            <a:r>
              <a:rPr lang="en-US" sz="700" b="1" dirty="0"/>
              <a:t>A Card is used to display the shop information centered.</a:t>
            </a:r>
            <a:endParaRPr lang="en-US" sz="700" dirty="0"/>
          </a:p>
          <a:p>
            <a:pPr lvl="0"/>
            <a:r>
              <a:rPr lang="en-US" sz="700" b="1" dirty="0"/>
              <a:t>Inside the card:</a:t>
            </a:r>
            <a:endParaRPr lang="en-US" sz="700" dirty="0"/>
          </a:p>
          <a:p>
            <a:pPr lvl="1"/>
            <a:r>
              <a:rPr lang="en-US" sz="700" b="1" dirty="0"/>
              <a:t>The shop name is displayed using Typography.</a:t>
            </a:r>
            <a:endParaRPr lang="en-US" sz="700" dirty="0"/>
          </a:p>
          <a:p>
            <a:pPr lvl="1"/>
            <a:r>
              <a:rPr lang="en-US" sz="700" b="1" dirty="0"/>
              <a:t>The shop logo is shown in an Avatar component using the </a:t>
            </a:r>
            <a:r>
              <a:rPr lang="en-US" sz="700" b="1" dirty="0" err="1"/>
              <a:t>logoUrl</a:t>
            </a:r>
            <a:r>
              <a:rPr lang="en-US" sz="700" b="1" dirty="0"/>
              <a:t>.</a:t>
            </a:r>
            <a:endParaRPr lang="en-US" sz="700" dirty="0"/>
          </a:p>
          <a:p>
            <a:pPr lvl="1"/>
            <a:r>
              <a:rPr lang="en-US" sz="700" b="1" dirty="0"/>
              <a:t>The shop description is also shown using Typography.</a:t>
            </a:r>
            <a:endParaRPr lang="en-US" sz="700" dirty="0"/>
          </a:p>
          <a:p>
            <a:pPr marL="0" indent="0">
              <a:buNone/>
            </a:pPr>
            <a:endParaRPr lang="en-US" sz="700" dirty="0"/>
          </a:p>
        </p:txBody>
      </p:sp>
      <p:sp>
        <p:nvSpPr>
          <p:cNvPr id="4" name="Date Placeholder 3">
            <a:extLst>
              <a:ext uri="{FF2B5EF4-FFF2-40B4-BE49-F238E27FC236}">
                <a16:creationId xmlns:a16="http://schemas.microsoft.com/office/drawing/2014/main" id="{34219354-43B0-93C1-0232-55159F60F9B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9F51217-7C3D-0E6D-6D3C-B60A6175BE8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4C8109D-36F8-2A36-DDE6-1650DD665E8F}"/>
              </a:ext>
            </a:extLst>
          </p:cNvPr>
          <p:cNvSpPr>
            <a:spLocks noGrp="1"/>
          </p:cNvSpPr>
          <p:nvPr>
            <p:ph type="sldNum" sz="quarter" idx="12"/>
          </p:nvPr>
        </p:nvSpPr>
        <p:spPr/>
        <p:txBody>
          <a:bodyPr/>
          <a:lstStyle/>
          <a:p>
            <a:fld id="{7C5CF243-786F-4254-B068-4C9F0B6EA12F}" type="slidenum">
              <a:rPr lang="en-US" altLang="en-US" smtClean="0"/>
              <a:pPr/>
              <a:t>59</a:t>
            </a:fld>
            <a:endParaRPr lang="en-US" altLang="en-US"/>
          </a:p>
        </p:txBody>
      </p:sp>
    </p:spTree>
    <p:extLst>
      <p:ext uri="{BB962C8B-B14F-4D97-AF65-F5344CB8AC3E}">
        <p14:creationId xmlns:p14="http://schemas.microsoft.com/office/powerpoint/2010/main" val="1707838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06C70-D056-998B-2663-BCBEFC30405A}"/>
              </a:ext>
            </a:extLst>
          </p:cNvPr>
          <p:cNvSpPr>
            <a:spLocks noGrp="1"/>
          </p:cNvSpPr>
          <p:nvPr>
            <p:ph type="title"/>
          </p:nvPr>
        </p:nvSpPr>
        <p:spPr/>
        <p:txBody>
          <a:bodyPr/>
          <a:lstStyle/>
          <a:p>
            <a:r>
              <a:rPr lang="en-US" dirty="0"/>
              <a:t>Client/shop/</a:t>
            </a:r>
            <a:r>
              <a:rPr lang="en-US" dirty="0" err="1"/>
              <a:t>Shops.jsx</a:t>
            </a:r>
            <a:endParaRPr lang="en-US" dirty="0"/>
          </a:p>
        </p:txBody>
      </p:sp>
      <p:sp>
        <p:nvSpPr>
          <p:cNvPr id="3" name="Content Placeholder 2">
            <a:extLst>
              <a:ext uri="{FF2B5EF4-FFF2-40B4-BE49-F238E27FC236}">
                <a16:creationId xmlns:a16="http://schemas.microsoft.com/office/drawing/2014/main" id="{C9FA605B-384B-3742-8769-8EC686AE1DF1}"/>
              </a:ext>
            </a:extLst>
          </p:cNvPr>
          <p:cNvSpPr>
            <a:spLocks noGrp="1"/>
          </p:cNvSpPr>
          <p:nvPr>
            <p:ph idx="1"/>
          </p:nvPr>
        </p:nvSpPr>
        <p:spPr/>
        <p:txBody>
          <a:bodyPr/>
          <a:lstStyle/>
          <a:p>
            <a:pPr marL="0" indent="0">
              <a:buNone/>
            </a:pPr>
            <a:r>
              <a:rPr lang="en-US" sz="280" dirty="0"/>
              <a:t>import React, { </a:t>
            </a:r>
            <a:r>
              <a:rPr lang="en-US" sz="280" dirty="0" err="1"/>
              <a:t>useState</a:t>
            </a:r>
            <a:r>
              <a:rPr lang="en-US" sz="280" dirty="0"/>
              <a:t>, </a:t>
            </a:r>
            <a:r>
              <a:rPr lang="en-US" sz="280" dirty="0" err="1"/>
              <a:t>useEffect</a:t>
            </a:r>
            <a:r>
              <a:rPr lang="en-US" sz="280" dirty="0"/>
              <a:t> } from "react";</a:t>
            </a:r>
          </a:p>
          <a:p>
            <a:pPr marL="0" indent="0">
              <a:buNone/>
            </a:pPr>
            <a:r>
              <a:rPr lang="en-US" sz="280" dirty="0"/>
              <a:t>import {</a:t>
            </a:r>
          </a:p>
          <a:p>
            <a:pPr marL="0" indent="0">
              <a:buNone/>
            </a:pPr>
            <a:r>
              <a:rPr lang="en-US" sz="280" dirty="0"/>
              <a:t>  Paper,</a:t>
            </a:r>
          </a:p>
          <a:p>
            <a:pPr marL="0" indent="0">
              <a:buNone/>
            </a:pPr>
            <a:r>
              <a:rPr lang="en-US" sz="280" dirty="0"/>
              <a:t>  List,</a:t>
            </a:r>
          </a:p>
          <a:p>
            <a:pPr marL="0" indent="0">
              <a:buNone/>
            </a:pPr>
            <a:r>
              <a:rPr lang="en-US" sz="280" dirty="0"/>
              <a:t>  </a:t>
            </a:r>
            <a:r>
              <a:rPr lang="en-US" sz="280" dirty="0" err="1"/>
              <a:t>ListItem</a:t>
            </a:r>
            <a:r>
              <a:rPr lang="en-US" sz="280" dirty="0"/>
              <a:t>,</a:t>
            </a:r>
          </a:p>
          <a:p>
            <a:pPr marL="0" indent="0">
              <a:buNone/>
            </a:pPr>
            <a:r>
              <a:rPr lang="en-US" sz="280" dirty="0"/>
              <a:t>  </a:t>
            </a:r>
            <a:r>
              <a:rPr lang="en-US" sz="280" dirty="0" err="1"/>
              <a:t>ListItemAvatar</a:t>
            </a:r>
            <a:r>
              <a:rPr lang="en-US" sz="280" dirty="0"/>
              <a:t>,</a:t>
            </a:r>
          </a:p>
          <a:p>
            <a:pPr marL="0" indent="0">
              <a:buNone/>
            </a:pPr>
            <a:r>
              <a:rPr lang="en-US" sz="280" dirty="0"/>
              <a:t>  Avatar,</a:t>
            </a:r>
          </a:p>
          <a:p>
            <a:pPr marL="0" indent="0">
              <a:buNone/>
            </a:pPr>
            <a:r>
              <a:rPr lang="en-US" sz="280" dirty="0"/>
              <a:t>  Typography,</a:t>
            </a:r>
          </a:p>
          <a:p>
            <a:pPr marL="0" indent="0">
              <a:buNone/>
            </a:pPr>
            <a:r>
              <a:rPr lang="en-US" sz="280" dirty="0"/>
              <a:t>  Divider,</a:t>
            </a:r>
          </a:p>
          <a:p>
            <a:pPr marL="0" indent="0">
              <a:buNone/>
            </a:pPr>
            <a:r>
              <a:rPr lang="en-US" sz="280" dirty="0"/>
              <a:t>  Box,</a:t>
            </a:r>
          </a:p>
          <a:p>
            <a:pPr marL="0" indent="0">
              <a:buNone/>
            </a:pPr>
            <a:r>
              <a:rPr lang="en-US" sz="280" dirty="0"/>
              <a:t>} from "@</a:t>
            </a:r>
            <a:r>
              <a:rPr lang="en-US" sz="280" dirty="0" err="1"/>
              <a:t>mui</a:t>
            </a:r>
            <a:r>
              <a:rPr lang="en-US" sz="280" dirty="0"/>
              <a:t>/material";</a:t>
            </a:r>
          </a:p>
          <a:p>
            <a:pPr marL="0" indent="0">
              <a:buNone/>
            </a:pPr>
            <a:r>
              <a:rPr lang="en-US" sz="280" dirty="0"/>
              <a:t>import { list } from "./api-shop.js";</a:t>
            </a:r>
          </a:p>
          <a:p>
            <a:pPr marL="0" indent="0">
              <a:buNone/>
            </a:pPr>
            <a:r>
              <a:rPr lang="en-US" sz="280" dirty="0"/>
              <a:t>import { Link } from "react-router-</a:t>
            </a:r>
            <a:r>
              <a:rPr lang="en-US" sz="280" dirty="0" err="1"/>
              <a:t>dom</a:t>
            </a:r>
            <a:r>
              <a:rPr lang="en-US" sz="280" dirty="0"/>
              <a:t>";</a:t>
            </a:r>
          </a:p>
          <a:p>
            <a:pPr marL="0" indent="0">
              <a:buNone/>
            </a:pPr>
            <a:br>
              <a:rPr lang="en-US" sz="280" dirty="0"/>
            </a:br>
            <a:endParaRPr lang="en-US" sz="280" dirty="0"/>
          </a:p>
          <a:p>
            <a:pPr marL="0" indent="0">
              <a:buNone/>
            </a:pPr>
            <a:r>
              <a:rPr lang="en-US" sz="280" dirty="0"/>
              <a:t>export default function Shops() {</a:t>
            </a:r>
          </a:p>
          <a:p>
            <a:pPr marL="0" indent="0">
              <a:buNone/>
            </a:pPr>
            <a:r>
              <a:rPr lang="en-US" sz="280" dirty="0"/>
              <a:t>  const [shops, </a:t>
            </a:r>
            <a:r>
              <a:rPr lang="en-US" sz="280" dirty="0" err="1"/>
              <a:t>setShops</a:t>
            </a:r>
            <a:r>
              <a:rPr lang="en-US" sz="280" dirty="0"/>
              <a:t>] = </a:t>
            </a:r>
            <a:r>
              <a:rPr lang="en-US" sz="280" dirty="0" err="1"/>
              <a:t>useState</a:t>
            </a:r>
            <a:r>
              <a:rPr lang="en-US" sz="280" dirty="0"/>
              <a:t>([]);</a:t>
            </a:r>
          </a:p>
          <a:p>
            <a:pPr marL="0" indent="0">
              <a:buNone/>
            </a:pPr>
            <a:br>
              <a:rPr lang="en-US" sz="280" dirty="0"/>
            </a:br>
            <a:endParaRPr lang="en-US" sz="280" dirty="0"/>
          </a:p>
          <a:p>
            <a:pPr marL="0" indent="0">
              <a:buNone/>
            </a:pPr>
            <a:r>
              <a:rPr lang="en-US" sz="280" dirty="0"/>
              <a:t>  </a:t>
            </a:r>
            <a:r>
              <a:rPr lang="en-US" sz="280" dirty="0" err="1"/>
              <a:t>useEffect</a:t>
            </a:r>
            <a:r>
              <a:rPr lang="en-US" sz="280" dirty="0"/>
              <a:t>(() =&gt; {</a:t>
            </a:r>
          </a:p>
          <a:p>
            <a:pPr marL="0" indent="0">
              <a:buNone/>
            </a:pPr>
            <a:r>
              <a:rPr lang="en-US" sz="280" dirty="0"/>
              <a:t>    const </a:t>
            </a:r>
            <a:r>
              <a:rPr lang="en-US" sz="280" dirty="0" err="1"/>
              <a:t>abortController</a:t>
            </a:r>
            <a:r>
              <a:rPr lang="en-US" sz="280" dirty="0"/>
              <a:t> = new </a:t>
            </a:r>
            <a:r>
              <a:rPr lang="en-US" sz="280" dirty="0" err="1"/>
              <a:t>AbortController</a:t>
            </a:r>
            <a:r>
              <a:rPr lang="en-US" sz="280" dirty="0"/>
              <a:t>();</a:t>
            </a:r>
          </a:p>
          <a:p>
            <a:pPr marL="0" indent="0">
              <a:buNone/>
            </a:pPr>
            <a:r>
              <a:rPr lang="en-US" sz="280" dirty="0"/>
              <a:t>    const signal = </a:t>
            </a:r>
            <a:r>
              <a:rPr lang="en-US" sz="280" dirty="0" err="1"/>
              <a:t>abortController.signal</a:t>
            </a:r>
            <a:r>
              <a:rPr lang="en-US" sz="280" dirty="0"/>
              <a:t>;</a:t>
            </a:r>
          </a:p>
          <a:p>
            <a:pPr marL="0" indent="0">
              <a:buNone/>
            </a:pPr>
            <a:r>
              <a:rPr lang="en-US" sz="280" dirty="0"/>
              <a:t>    list(signal).then((data) =&gt; {</a:t>
            </a:r>
          </a:p>
          <a:p>
            <a:pPr marL="0" indent="0">
              <a:buNone/>
            </a:pPr>
            <a:r>
              <a:rPr lang="en-US" sz="280" dirty="0"/>
              <a:t>      if (</a:t>
            </a:r>
            <a:r>
              <a:rPr lang="en-US" sz="280" dirty="0" err="1"/>
              <a:t>data.error</a:t>
            </a:r>
            <a:r>
              <a:rPr lang="en-US" sz="280" dirty="0"/>
              <a:t>) {</a:t>
            </a:r>
          </a:p>
          <a:p>
            <a:pPr marL="0" indent="0">
              <a:buNone/>
            </a:pPr>
            <a:r>
              <a:rPr lang="en-US" sz="280" dirty="0"/>
              <a:t>        console.log(</a:t>
            </a:r>
            <a:r>
              <a:rPr lang="en-US" sz="280" dirty="0" err="1"/>
              <a:t>data.error</a:t>
            </a:r>
            <a:r>
              <a:rPr lang="en-US" sz="280" dirty="0"/>
              <a:t>);</a:t>
            </a:r>
          </a:p>
          <a:p>
            <a:pPr marL="0" indent="0">
              <a:buNone/>
            </a:pPr>
            <a:r>
              <a:rPr lang="en-US" sz="280" dirty="0"/>
              <a:t>      } else {</a:t>
            </a:r>
          </a:p>
          <a:p>
            <a:pPr marL="0" indent="0">
              <a:buNone/>
            </a:pPr>
            <a:r>
              <a:rPr lang="en-US" sz="280" dirty="0"/>
              <a:t>        </a:t>
            </a:r>
            <a:r>
              <a:rPr lang="en-US" sz="280" dirty="0" err="1"/>
              <a:t>setShops</a:t>
            </a:r>
            <a:r>
              <a:rPr lang="en-US" sz="280" dirty="0"/>
              <a:t>(data);</a:t>
            </a:r>
          </a:p>
          <a:p>
            <a:pPr marL="0" indent="0">
              <a:buNone/>
            </a:pPr>
            <a:r>
              <a:rPr lang="en-US" sz="280" dirty="0"/>
              <a:t>      }</a:t>
            </a:r>
          </a:p>
          <a:p>
            <a:pPr marL="0" indent="0">
              <a:buNone/>
            </a:pPr>
            <a:r>
              <a:rPr lang="en-US" sz="280" dirty="0"/>
              <a:t>    });</a:t>
            </a:r>
          </a:p>
          <a:p>
            <a:pPr marL="0" indent="0">
              <a:buNone/>
            </a:pPr>
            <a:r>
              <a:rPr lang="en-US" sz="280" dirty="0"/>
              <a:t>    return () =&gt; {</a:t>
            </a:r>
          </a:p>
          <a:p>
            <a:pPr marL="0" indent="0">
              <a:buNone/>
            </a:pPr>
            <a:r>
              <a:rPr lang="en-US" sz="280" dirty="0"/>
              <a:t>      </a:t>
            </a:r>
            <a:r>
              <a:rPr lang="en-US" sz="280" dirty="0" err="1"/>
              <a:t>abortController.abort</a:t>
            </a:r>
            <a:r>
              <a:rPr lang="en-US" sz="280" dirty="0"/>
              <a:t>();</a:t>
            </a:r>
          </a:p>
          <a:p>
            <a:pPr marL="0" indent="0">
              <a:buNone/>
            </a:pPr>
            <a:r>
              <a:rPr lang="en-US" sz="280" dirty="0"/>
              <a:t>    };</a:t>
            </a:r>
          </a:p>
          <a:p>
            <a:pPr marL="0" indent="0">
              <a:buNone/>
            </a:pPr>
            <a:r>
              <a:rPr lang="en-US" sz="280" dirty="0"/>
              <a:t>  }, []);</a:t>
            </a:r>
          </a:p>
          <a:p>
            <a:pPr marL="0" indent="0">
              <a:buNone/>
            </a:pPr>
            <a:br>
              <a:rPr lang="en-US" sz="280" dirty="0"/>
            </a:br>
            <a:endParaRPr lang="en-US" sz="280" dirty="0"/>
          </a:p>
          <a:p>
            <a:pPr marL="0" indent="0">
              <a:buNone/>
            </a:pPr>
            <a:r>
              <a:rPr lang="en-US" sz="280" dirty="0"/>
              <a:t>  return (</a:t>
            </a:r>
          </a:p>
          <a:p>
            <a:pPr marL="0" indent="0">
              <a:buNone/>
            </a:pPr>
            <a:r>
              <a:rPr lang="en-US" sz="280" dirty="0"/>
              <a:t>    &lt;Box</a:t>
            </a:r>
          </a:p>
          <a:p>
            <a:pPr marL="0" indent="0">
              <a:buNone/>
            </a:pPr>
            <a:r>
              <a:rPr lang="en-US" sz="280" dirty="0"/>
              <a:t>      </a:t>
            </a:r>
            <a:r>
              <a:rPr lang="en-US" sz="280" dirty="0" err="1"/>
              <a:t>sx</a:t>
            </a:r>
            <a:r>
              <a:rPr lang="en-US" sz="280" dirty="0"/>
              <a:t>={{</a:t>
            </a:r>
          </a:p>
          <a:p>
            <a:pPr marL="0" indent="0">
              <a:buNone/>
            </a:pPr>
            <a:r>
              <a:rPr lang="en-US" sz="280" dirty="0"/>
              <a:t>        </a:t>
            </a:r>
            <a:r>
              <a:rPr lang="en-US" sz="280" dirty="0" err="1"/>
              <a:t>maxWidth</a:t>
            </a:r>
            <a:r>
              <a:rPr lang="en-US" sz="280" dirty="0"/>
              <a:t>: 600,</a:t>
            </a:r>
          </a:p>
          <a:p>
            <a:pPr marL="0" indent="0">
              <a:buNone/>
            </a:pPr>
            <a:r>
              <a:rPr lang="en-US" sz="280" dirty="0"/>
              <a:t>        margin: "auto",</a:t>
            </a:r>
          </a:p>
          <a:p>
            <a:pPr marL="0" indent="0">
              <a:buNone/>
            </a:pPr>
            <a:r>
              <a:rPr lang="en-US" sz="280" dirty="0"/>
              <a:t>        padding: 3,</a:t>
            </a:r>
          </a:p>
          <a:p>
            <a:pPr marL="0" indent="0">
              <a:buNone/>
            </a:pPr>
            <a:r>
              <a:rPr lang="en-US" sz="280" dirty="0"/>
              <a:t>        mt: 5,</a:t>
            </a:r>
          </a:p>
          <a:p>
            <a:pPr marL="0" indent="0">
              <a:buNone/>
            </a:pPr>
            <a:r>
              <a:rPr lang="en-US" sz="280" dirty="0"/>
              <a:t>        mb: 3,</a:t>
            </a:r>
          </a:p>
          <a:p>
            <a:pPr marL="0" indent="0">
              <a:buNone/>
            </a:pPr>
            <a:r>
              <a:rPr lang="en-US" sz="280" dirty="0"/>
              <a:t>        </a:t>
            </a:r>
            <a:r>
              <a:rPr lang="en-US" sz="280" dirty="0" err="1"/>
              <a:t>bgcolor</a:t>
            </a:r>
            <a:r>
              <a:rPr lang="en-US" sz="280" dirty="0"/>
              <a:t>: "</a:t>
            </a:r>
            <a:r>
              <a:rPr lang="en-US" sz="280" dirty="0" err="1"/>
              <a:t>background.paper</a:t>
            </a:r>
            <a:r>
              <a:rPr lang="en-US" sz="280" dirty="0"/>
              <a:t>",</a:t>
            </a:r>
          </a:p>
          <a:p>
            <a:pPr marL="0" indent="0">
              <a:buNone/>
            </a:pPr>
            <a:r>
              <a:rPr lang="en-US" sz="280" dirty="0"/>
              <a:t>      }}</a:t>
            </a:r>
          </a:p>
          <a:p>
            <a:pPr marL="0" indent="0">
              <a:buNone/>
            </a:pPr>
            <a:r>
              <a:rPr lang="en-US" sz="280" dirty="0"/>
              <a:t>      component={Paper}</a:t>
            </a:r>
          </a:p>
          <a:p>
            <a:pPr marL="0" indent="0">
              <a:buNone/>
            </a:pPr>
            <a:r>
              <a:rPr lang="en-US" sz="280" dirty="0"/>
              <a:t>      elevation={4}</a:t>
            </a:r>
          </a:p>
          <a:p>
            <a:pPr marL="0" indent="0">
              <a:buNone/>
            </a:pPr>
            <a:r>
              <a:rPr lang="en-US" sz="280" dirty="0"/>
              <a:t>    &gt;</a:t>
            </a:r>
          </a:p>
          <a:p>
            <a:pPr marL="0" indent="0">
              <a:buNone/>
            </a:pPr>
            <a:r>
              <a:rPr lang="en-US" sz="280" dirty="0"/>
              <a:t>      &lt;Typography</a:t>
            </a:r>
          </a:p>
          <a:p>
            <a:pPr marL="0" indent="0">
              <a:buNone/>
            </a:pPr>
            <a:r>
              <a:rPr lang="en-US" sz="280" dirty="0"/>
              <a:t>        variant="h5"</a:t>
            </a:r>
          </a:p>
          <a:p>
            <a:pPr marL="0" indent="0">
              <a:buNone/>
            </a:pPr>
            <a:r>
              <a:rPr lang="en-US" sz="280" dirty="0"/>
              <a:t>        component="h1"</a:t>
            </a:r>
          </a:p>
          <a:p>
            <a:pPr marL="0" indent="0">
              <a:buNone/>
            </a:pPr>
            <a:r>
              <a:rPr lang="en-US" sz="280" dirty="0"/>
              <a:t>        </a:t>
            </a:r>
            <a:r>
              <a:rPr lang="en-US" sz="280" dirty="0" err="1"/>
              <a:t>sx</a:t>
            </a:r>
            <a:r>
              <a:rPr lang="en-US" sz="280" dirty="0"/>
              <a:t>={{</a:t>
            </a:r>
          </a:p>
          <a:p>
            <a:pPr marL="0" indent="0">
              <a:buNone/>
            </a:pPr>
            <a:r>
              <a:rPr lang="en-US" sz="280" dirty="0"/>
              <a:t>          color: "</a:t>
            </a:r>
            <a:r>
              <a:rPr lang="en-US" sz="280" dirty="0" err="1"/>
              <a:t>text.primary</a:t>
            </a:r>
            <a:r>
              <a:rPr lang="en-US" sz="280" dirty="0"/>
              <a:t>",</a:t>
            </a:r>
          </a:p>
          <a:p>
            <a:pPr marL="0" indent="0">
              <a:buNone/>
            </a:pPr>
            <a:r>
              <a:rPr lang="en-US" sz="280" dirty="0"/>
              <a:t>          </a:t>
            </a:r>
            <a:r>
              <a:rPr lang="en-US" sz="280" dirty="0" err="1"/>
              <a:t>textAlign</a:t>
            </a:r>
            <a:r>
              <a:rPr lang="en-US" sz="280" dirty="0"/>
              <a:t>: "center",</a:t>
            </a:r>
          </a:p>
          <a:p>
            <a:pPr marL="0" indent="0">
              <a:buNone/>
            </a:pPr>
            <a:r>
              <a:rPr lang="en-US" sz="280" dirty="0"/>
              <a:t>          mb: 2,</a:t>
            </a:r>
          </a:p>
          <a:p>
            <a:pPr marL="0" indent="0">
              <a:buNone/>
            </a:pPr>
            <a:r>
              <a:rPr lang="en-US" sz="280" dirty="0"/>
              <a:t>          </a:t>
            </a:r>
            <a:r>
              <a:rPr lang="en-US" sz="280" dirty="0" err="1"/>
              <a:t>fontWeight</a:t>
            </a:r>
            <a:r>
              <a:rPr lang="en-US" sz="280" dirty="0"/>
              <a:t>: "bold",</a:t>
            </a:r>
          </a:p>
          <a:p>
            <a:pPr marL="0" indent="0">
              <a:buNone/>
            </a:pPr>
            <a:r>
              <a:rPr lang="en-US" sz="280" dirty="0"/>
              <a:t>        }}</a:t>
            </a:r>
          </a:p>
          <a:p>
            <a:pPr marL="0" indent="0">
              <a:buNone/>
            </a:pPr>
            <a:r>
              <a:rPr lang="en-US" sz="280" dirty="0"/>
              <a:t>      &gt;</a:t>
            </a:r>
          </a:p>
          <a:p>
            <a:pPr marL="0" indent="0">
              <a:buNone/>
            </a:pPr>
            <a:r>
              <a:rPr lang="en-US" sz="280" dirty="0"/>
              <a:t>        All Shops</a:t>
            </a:r>
          </a:p>
          <a:p>
            <a:pPr marL="0" indent="0">
              <a:buNone/>
            </a:pPr>
            <a:r>
              <a:rPr lang="en-US" sz="280" dirty="0"/>
              <a:t>      &lt;/Typography&gt;</a:t>
            </a:r>
          </a:p>
          <a:p>
            <a:pPr marL="0" indent="0">
              <a:buNone/>
            </a:pPr>
            <a:r>
              <a:rPr lang="en-US" sz="280" dirty="0"/>
              <a:t>      &lt;List dense&gt;</a:t>
            </a:r>
          </a:p>
          <a:p>
            <a:pPr marL="0" indent="0">
              <a:buNone/>
            </a:pPr>
            <a:r>
              <a:rPr lang="en-US" sz="280" dirty="0"/>
              <a:t>        {</a:t>
            </a:r>
            <a:r>
              <a:rPr lang="en-US" sz="280" dirty="0" err="1"/>
              <a:t>shops.map</a:t>
            </a:r>
            <a:r>
              <a:rPr lang="en-US" sz="280" dirty="0"/>
              <a:t>((shop, </a:t>
            </a:r>
            <a:r>
              <a:rPr lang="en-US" sz="280" dirty="0" err="1"/>
              <a:t>i</a:t>
            </a:r>
            <a:r>
              <a:rPr lang="en-US" sz="280" dirty="0"/>
              <a:t>) =&gt; (</a:t>
            </a:r>
          </a:p>
          <a:p>
            <a:pPr marL="0" indent="0">
              <a:buNone/>
            </a:pPr>
            <a:r>
              <a:rPr lang="en-US" sz="280" dirty="0"/>
              <a:t>          &lt;Box</a:t>
            </a:r>
          </a:p>
          <a:p>
            <a:pPr marL="0" indent="0">
              <a:buNone/>
            </a:pPr>
            <a:r>
              <a:rPr lang="en-US" sz="280" dirty="0"/>
              <a:t>            key={</a:t>
            </a:r>
            <a:r>
              <a:rPr lang="en-US" sz="280" dirty="0" err="1"/>
              <a:t>shop._id</a:t>
            </a:r>
            <a:r>
              <a:rPr lang="en-US" sz="280" dirty="0"/>
              <a:t> || </a:t>
            </a:r>
            <a:r>
              <a:rPr lang="en-US" sz="280" dirty="0" err="1"/>
              <a:t>i</a:t>
            </a:r>
            <a:r>
              <a:rPr lang="en-US" sz="280" dirty="0"/>
              <a:t>}</a:t>
            </a:r>
          </a:p>
          <a:p>
            <a:pPr marL="0" indent="0">
              <a:buNone/>
            </a:pPr>
            <a:r>
              <a:rPr lang="en-US" sz="280" dirty="0"/>
              <a:t>            component={Link}</a:t>
            </a:r>
          </a:p>
          <a:p>
            <a:pPr marL="0" indent="0">
              <a:buNone/>
            </a:pPr>
            <a:r>
              <a:rPr lang="en-US" sz="280" dirty="0"/>
              <a:t>            to={`/shops/${</a:t>
            </a:r>
            <a:r>
              <a:rPr lang="en-US" sz="280" dirty="0" err="1"/>
              <a:t>shop._id</a:t>
            </a:r>
            <a:r>
              <a:rPr lang="en-US" sz="280" dirty="0"/>
              <a:t>}`}</a:t>
            </a:r>
          </a:p>
          <a:p>
            <a:pPr marL="0" indent="0">
              <a:buNone/>
            </a:pPr>
            <a:r>
              <a:rPr lang="en-US" sz="280" dirty="0"/>
              <a:t>            </a:t>
            </a:r>
            <a:r>
              <a:rPr lang="en-US" sz="280" dirty="0" err="1"/>
              <a:t>sx</a:t>
            </a:r>
            <a:r>
              <a:rPr lang="en-US" sz="280" dirty="0"/>
              <a:t>={{ </a:t>
            </a:r>
            <a:r>
              <a:rPr lang="en-US" sz="280" dirty="0" err="1"/>
              <a:t>textDecoration</a:t>
            </a:r>
            <a:r>
              <a:rPr lang="en-US" sz="280" dirty="0"/>
              <a:t>: "none", color: "inherit" }}</a:t>
            </a:r>
          </a:p>
          <a:p>
            <a:pPr marL="0" indent="0">
              <a:buNone/>
            </a:pPr>
            <a:r>
              <a:rPr lang="en-US" sz="280" dirty="0"/>
              <a:t>          &gt;</a:t>
            </a:r>
          </a:p>
          <a:p>
            <a:pPr marL="0" indent="0">
              <a:buNone/>
            </a:pPr>
            <a:r>
              <a:rPr lang="en-US" sz="280" dirty="0"/>
              <a:t>            &lt;Divider /&gt;</a:t>
            </a:r>
          </a:p>
          <a:p>
            <a:pPr marL="0" indent="0">
              <a:buNone/>
            </a:pPr>
            <a:r>
              <a:rPr lang="en-US" sz="280" dirty="0"/>
              <a:t>            &lt;</a:t>
            </a:r>
            <a:r>
              <a:rPr lang="en-US" sz="280" dirty="0" err="1"/>
              <a:t>ListItem</a:t>
            </a:r>
            <a:r>
              <a:rPr lang="en-US" sz="280" dirty="0"/>
              <a:t> button </a:t>
            </a:r>
            <a:r>
              <a:rPr lang="en-US" sz="280" dirty="0" err="1"/>
              <a:t>alignItems</a:t>
            </a:r>
            <a:r>
              <a:rPr lang="en-US" sz="280" dirty="0"/>
              <a:t>="flex-start"&gt;</a:t>
            </a:r>
          </a:p>
          <a:p>
            <a:pPr marL="0" indent="0">
              <a:buNone/>
            </a:pPr>
            <a:r>
              <a:rPr lang="en-US" sz="280" dirty="0"/>
              <a:t>              &lt;</a:t>
            </a:r>
            <a:r>
              <a:rPr lang="en-US" sz="280" dirty="0" err="1"/>
              <a:t>ListItemAvatar</a:t>
            </a:r>
            <a:r>
              <a:rPr lang="en-US" sz="280" dirty="0"/>
              <a:t>&gt;</a:t>
            </a:r>
          </a:p>
          <a:p>
            <a:pPr marL="0" indent="0">
              <a:buNone/>
            </a:pPr>
            <a:r>
              <a:rPr lang="en-US" sz="280" dirty="0"/>
              <a:t>                &lt;Avatar</a:t>
            </a:r>
          </a:p>
          <a:p>
            <a:pPr marL="0" indent="0">
              <a:buNone/>
            </a:pPr>
            <a:r>
              <a:rPr lang="en-US" sz="280" dirty="0"/>
              <a:t>                  </a:t>
            </a:r>
            <a:r>
              <a:rPr lang="en-US" sz="280" dirty="0" err="1"/>
              <a:t>sx</a:t>
            </a:r>
            <a:r>
              <a:rPr lang="en-US" sz="280" dirty="0"/>
              <a:t>={{ width: 100, height: 100 }}</a:t>
            </a:r>
          </a:p>
          <a:p>
            <a:pPr marL="0" indent="0">
              <a:buNone/>
            </a:pPr>
            <a:r>
              <a:rPr lang="en-US" sz="280" dirty="0"/>
              <a:t>                  </a:t>
            </a:r>
            <a:r>
              <a:rPr lang="en-US" sz="280" dirty="0" err="1"/>
              <a:t>src</a:t>
            </a:r>
            <a:r>
              <a:rPr lang="en-US" sz="280" dirty="0"/>
              <a:t>={`/</a:t>
            </a:r>
            <a:r>
              <a:rPr lang="en-US" sz="280" dirty="0" err="1"/>
              <a:t>api</a:t>
            </a:r>
            <a:r>
              <a:rPr lang="en-US" sz="280" dirty="0"/>
              <a:t>/shops/logo/${</a:t>
            </a:r>
            <a:r>
              <a:rPr lang="en-US" sz="280" dirty="0" err="1"/>
              <a:t>shop._id</a:t>
            </a:r>
            <a:r>
              <a:rPr lang="en-US" sz="280" dirty="0"/>
              <a:t>}?${new Date().</a:t>
            </a:r>
            <a:r>
              <a:rPr lang="en-US" sz="280" dirty="0" err="1"/>
              <a:t>getTime</a:t>
            </a:r>
            <a:r>
              <a:rPr lang="en-US" sz="280" dirty="0"/>
              <a:t>()}`}</a:t>
            </a:r>
          </a:p>
          <a:p>
            <a:pPr marL="0" indent="0">
              <a:buNone/>
            </a:pPr>
            <a:r>
              <a:rPr lang="en-US" sz="280" dirty="0"/>
              <a:t>                  alt={shop.name}</a:t>
            </a:r>
          </a:p>
          <a:p>
            <a:pPr marL="0" indent="0">
              <a:buNone/>
            </a:pPr>
            <a:r>
              <a:rPr lang="en-US" sz="280" dirty="0"/>
              <a:t>                /&gt;</a:t>
            </a:r>
          </a:p>
          <a:p>
            <a:pPr marL="0" indent="0">
              <a:buNone/>
            </a:pPr>
            <a:r>
              <a:rPr lang="en-US" sz="280" dirty="0"/>
              <a:t>              &lt;/</a:t>
            </a:r>
            <a:r>
              <a:rPr lang="en-US" sz="280" dirty="0" err="1"/>
              <a:t>ListItemAvatar</a:t>
            </a:r>
            <a:r>
              <a:rPr lang="en-US" sz="280" dirty="0"/>
              <a:t>&gt;</a:t>
            </a:r>
          </a:p>
          <a:p>
            <a:pPr marL="0" indent="0">
              <a:buNone/>
            </a:pPr>
            <a:r>
              <a:rPr lang="en-US" sz="280" dirty="0"/>
              <a:t>              &lt;Box </a:t>
            </a:r>
            <a:r>
              <a:rPr lang="en-US" sz="280" dirty="0" err="1"/>
              <a:t>sx</a:t>
            </a:r>
            <a:r>
              <a:rPr lang="en-US" sz="280" dirty="0"/>
              <a:t>={{ pl: 2, </a:t>
            </a:r>
            <a:r>
              <a:rPr lang="en-US" sz="280" dirty="0" err="1"/>
              <a:t>py</a:t>
            </a:r>
            <a:r>
              <a:rPr lang="en-US" sz="280" dirty="0"/>
              <a:t>: 1 }}&gt;</a:t>
            </a:r>
          </a:p>
          <a:p>
            <a:pPr marL="0" indent="0">
              <a:buNone/>
            </a:pPr>
            <a:r>
              <a:rPr lang="en-US" sz="280" dirty="0"/>
              <a:t>                &lt;Typography</a:t>
            </a:r>
          </a:p>
          <a:p>
            <a:pPr marL="0" indent="0">
              <a:buNone/>
            </a:pPr>
            <a:r>
              <a:rPr lang="en-US" sz="280" dirty="0"/>
              <a:t>                  variant="h6"</a:t>
            </a:r>
          </a:p>
          <a:p>
            <a:pPr marL="0" indent="0">
              <a:buNone/>
            </a:pPr>
            <a:r>
              <a:rPr lang="en-US" sz="280" dirty="0"/>
              <a:t>                  component="h2"</a:t>
            </a:r>
          </a:p>
          <a:p>
            <a:pPr marL="0" indent="0">
              <a:buNone/>
            </a:pPr>
            <a:r>
              <a:rPr lang="en-US" sz="280" dirty="0"/>
              <a:t>                  color="primary"</a:t>
            </a:r>
          </a:p>
          <a:p>
            <a:pPr marL="0" indent="0">
              <a:buNone/>
            </a:pPr>
            <a:r>
              <a:rPr lang="en-US" sz="280" dirty="0"/>
              <a:t>                  </a:t>
            </a:r>
            <a:r>
              <a:rPr lang="en-US" sz="280" dirty="0" err="1"/>
              <a:t>sx</a:t>
            </a:r>
            <a:r>
              <a:rPr lang="en-US" sz="280" dirty="0"/>
              <a:t>={{ mb: 0.5 }}</a:t>
            </a:r>
          </a:p>
          <a:p>
            <a:pPr marL="0" indent="0">
              <a:buNone/>
            </a:pPr>
            <a:r>
              <a:rPr lang="en-US" sz="280" dirty="0"/>
              <a:t>                &gt;</a:t>
            </a:r>
          </a:p>
          <a:p>
            <a:pPr marL="0" indent="0">
              <a:buNone/>
            </a:pPr>
            <a:r>
              <a:rPr lang="en-US" sz="280" dirty="0"/>
              <a:t>                  {shop.name}</a:t>
            </a:r>
          </a:p>
          <a:p>
            <a:pPr marL="0" indent="0">
              <a:buNone/>
            </a:pPr>
            <a:r>
              <a:rPr lang="en-US" sz="280" dirty="0"/>
              <a:t>                &lt;/Typography&gt;</a:t>
            </a:r>
          </a:p>
          <a:p>
            <a:pPr marL="0" indent="0">
              <a:buNone/>
            </a:pPr>
            <a:r>
              <a:rPr lang="en-US" sz="280" dirty="0"/>
              <a:t>                &lt;Typography</a:t>
            </a:r>
          </a:p>
          <a:p>
            <a:pPr marL="0" indent="0">
              <a:buNone/>
            </a:pPr>
            <a:r>
              <a:rPr lang="en-US" sz="280" dirty="0"/>
              <a:t>                  variant="body2"</a:t>
            </a:r>
          </a:p>
          <a:p>
            <a:pPr marL="0" indent="0">
              <a:buNone/>
            </a:pPr>
            <a:r>
              <a:rPr lang="en-US" sz="280" dirty="0"/>
              <a:t>                  color="</a:t>
            </a:r>
            <a:r>
              <a:rPr lang="en-US" sz="280" dirty="0" err="1"/>
              <a:t>text.secondary</a:t>
            </a:r>
            <a:r>
              <a:rPr lang="en-US" sz="280" dirty="0"/>
              <a:t>"</a:t>
            </a:r>
          </a:p>
          <a:p>
            <a:pPr marL="0" indent="0">
              <a:buNone/>
            </a:pPr>
            <a:r>
              <a:rPr lang="en-US" sz="280" dirty="0"/>
              <a:t>                  </a:t>
            </a:r>
            <a:r>
              <a:rPr lang="en-US" sz="280" dirty="0" err="1"/>
              <a:t>sx</a:t>
            </a:r>
            <a:r>
              <a:rPr lang="en-US" sz="280" dirty="0"/>
              <a:t>={{ </a:t>
            </a:r>
            <a:r>
              <a:rPr lang="en-US" sz="280" dirty="0" err="1"/>
              <a:t>whiteSpace</a:t>
            </a:r>
            <a:r>
              <a:rPr lang="en-US" sz="280" dirty="0"/>
              <a:t>: "pre-line" }}</a:t>
            </a:r>
          </a:p>
          <a:p>
            <a:pPr marL="0" indent="0">
              <a:buNone/>
            </a:pPr>
            <a:r>
              <a:rPr lang="en-US" sz="280" dirty="0"/>
              <a:t>                &gt;</a:t>
            </a:r>
          </a:p>
          <a:p>
            <a:pPr marL="0" indent="0">
              <a:buNone/>
            </a:pPr>
            <a:r>
              <a:rPr lang="en-US" sz="280" dirty="0"/>
              <a:t>                  {</a:t>
            </a:r>
            <a:r>
              <a:rPr lang="en-US" sz="280" dirty="0" err="1"/>
              <a:t>shop.description</a:t>
            </a:r>
            <a:r>
              <a:rPr lang="en-US" sz="280" dirty="0"/>
              <a:t>}</a:t>
            </a:r>
          </a:p>
          <a:p>
            <a:pPr marL="0" indent="0">
              <a:buNone/>
            </a:pPr>
            <a:r>
              <a:rPr lang="en-US" sz="280" dirty="0"/>
              <a:t>                &lt;/Typography&gt;</a:t>
            </a:r>
          </a:p>
          <a:p>
            <a:pPr marL="0" indent="0">
              <a:buNone/>
            </a:pPr>
            <a:r>
              <a:rPr lang="en-US" sz="280" dirty="0"/>
              <a:t>              &lt;/Box&gt;</a:t>
            </a:r>
          </a:p>
          <a:p>
            <a:pPr marL="0" indent="0">
              <a:buNone/>
            </a:pPr>
            <a:r>
              <a:rPr lang="en-US" sz="280" dirty="0"/>
              <a:t>            &lt;/</a:t>
            </a:r>
            <a:r>
              <a:rPr lang="en-US" sz="280" dirty="0" err="1"/>
              <a:t>ListItem</a:t>
            </a:r>
            <a:r>
              <a:rPr lang="en-US" sz="280" dirty="0"/>
              <a:t>&gt;</a:t>
            </a:r>
          </a:p>
          <a:p>
            <a:pPr marL="0" indent="0">
              <a:buNone/>
            </a:pPr>
            <a:r>
              <a:rPr lang="en-US" sz="280" dirty="0"/>
              <a:t>            &lt;Divider /&gt;</a:t>
            </a:r>
          </a:p>
          <a:p>
            <a:pPr marL="0" indent="0">
              <a:buNone/>
            </a:pPr>
            <a:r>
              <a:rPr lang="en-US" sz="280" dirty="0"/>
              <a:t>          &lt;/Box&gt;</a:t>
            </a:r>
          </a:p>
          <a:p>
            <a:pPr marL="0" indent="0">
              <a:buNone/>
            </a:pPr>
            <a:r>
              <a:rPr lang="en-US" sz="280" dirty="0"/>
              <a:t>        ))}</a:t>
            </a:r>
          </a:p>
          <a:p>
            <a:pPr marL="0" indent="0">
              <a:buNone/>
            </a:pPr>
            <a:r>
              <a:rPr lang="en-US" sz="280" dirty="0"/>
              <a:t>      &lt;/List&gt;</a:t>
            </a:r>
          </a:p>
          <a:p>
            <a:pPr marL="0" indent="0">
              <a:buNone/>
            </a:pPr>
            <a:r>
              <a:rPr lang="en-US" sz="280" dirty="0"/>
              <a:t>    &lt;/Box&gt;</a:t>
            </a:r>
          </a:p>
          <a:p>
            <a:pPr marL="0" indent="0">
              <a:buNone/>
            </a:pPr>
            <a:r>
              <a:rPr lang="en-US" sz="280" dirty="0"/>
              <a:t>  );</a:t>
            </a:r>
          </a:p>
          <a:p>
            <a:pPr marL="0" indent="0">
              <a:buNone/>
            </a:pPr>
            <a:r>
              <a:rPr lang="en-US" sz="280" dirty="0"/>
              <a:t>}</a:t>
            </a:r>
          </a:p>
          <a:p>
            <a:pPr marL="0" indent="0">
              <a:buNone/>
            </a:pPr>
            <a:endParaRPr lang="en-US" sz="280" dirty="0"/>
          </a:p>
        </p:txBody>
      </p:sp>
      <p:sp>
        <p:nvSpPr>
          <p:cNvPr id="4" name="Date Placeholder 3">
            <a:extLst>
              <a:ext uri="{FF2B5EF4-FFF2-40B4-BE49-F238E27FC236}">
                <a16:creationId xmlns:a16="http://schemas.microsoft.com/office/drawing/2014/main" id="{98E5A3EF-C33A-E3C4-7B0E-1C6AB76213E3}"/>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D05CA28F-C2D7-7FDD-0A53-918CC1C035B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5F66154-C31D-CDAA-96AB-0953253CC972}"/>
              </a:ext>
            </a:extLst>
          </p:cNvPr>
          <p:cNvSpPr>
            <a:spLocks noGrp="1"/>
          </p:cNvSpPr>
          <p:nvPr>
            <p:ph type="sldNum" sz="quarter" idx="12"/>
          </p:nvPr>
        </p:nvSpPr>
        <p:spPr/>
        <p:txBody>
          <a:bodyPr/>
          <a:lstStyle/>
          <a:p>
            <a:fld id="{7C5CF243-786F-4254-B068-4C9F0B6EA12F}" type="slidenum">
              <a:rPr lang="en-US" altLang="en-US" smtClean="0"/>
              <a:pPr/>
              <a:t>60</a:t>
            </a:fld>
            <a:endParaRPr lang="en-US" altLang="en-US"/>
          </a:p>
        </p:txBody>
      </p:sp>
    </p:spTree>
    <p:extLst>
      <p:ext uri="{BB962C8B-B14F-4D97-AF65-F5344CB8AC3E}">
        <p14:creationId xmlns:p14="http://schemas.microsoft.com/office/powerpoint/2010/main" val="13481002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00F47-BAC1-92E8-145B-4D8C51536AA6}"/>
              </a:ext>
            </a:extLst>
          </p:cNvPr>
          <p:cNvSpPr>
            <a:spLocks noGrp="1"/>
          </p:cNvSpPr>
          <p:nvPr>
            <p:ph type="title"/>
          </p:nvPr>
        </p:nvSpPr>
        <p:spPr/>
        <p:txBody>
          <a:bodyPr/>
          <a:lstStyle/>
          <a:p>
            <a:r>
              <a:rPr lang="en-US" dirty="0" err="1"/>
              <a:t>Shops.jsx</a:t>
            </a:r>
            <a:r>
              <a:rPr lang="en-US" dirty="0"/>
              <a:t> code explanation</a:t>
            </a:r>
          </a:p>
        </p:txBody>
      </p:sp>
      <p:sp>
        <p:nvSpPr>
          <p:cNvPr id="3" name="Content Placeholder 2">
            <a:extLst>
              <a:ext uri="{FF2B5EF4-FFF2-40B4-BE49-F238E27FC236}">
                <a16:creationId xmlns:a16="http://schemas.microsoft.com/office/drawing/2014/main" id="{DAB171ED-92E3-CC96-9EE4-77FEE281BC59}"/>
              </a:ext>
            </a:extLst>
          </p:cNvPr>
          <p:cNvSpPr>
            <a:spLocks noGrp="1"/>
          </p:cNvSpPr>
          <p:nvPr>
            <p:ph idx="1"/>
          </p:nvPr>
        </p:nvSpPr>
        <p:spPr/>
        <p:txBody>
          <a:bodyPr/>
          <a:lstStyle/>
          <a:p>
            <a:r>
              <a:rPr lang="en-US" sz="800" b="1" dirty="0"/>
              <a:t>Imports</a:t>
            </a:r>
            <a:endParaRPr lang="en-US" sz="800" dirty="0"/>
          </a:p>
          <a:p>
            <a:pPr lvl="0"/>
            <a:r>
              <a:rPr lang="en-US" sz="800" b="1" dirty="0"/>
              <a:t>React, </a:t>
            </a:r>
            <a:r>
              <a:rPr lang="en-US" sz="800" b="1" dirty="0" err="1"/>
              <a:t>useState</a:t>
            </a:r>
            <a:r>
              <a:rPr lang="en-US" sz="800" b="1" dirty="0"/>
              <a:t>, and </a:t>
            </a:r>
            <a:r>
              <a:rPr lang="en-US" sz="800" b="1" dirty="0" err="1"/>
              <a:t>useEffect</a:t>
            </a:r>
            <a:r>
              <a:rPr lang="en-US" sz="800" b="1" dirty="0"/>
              <a:t> are imported to build a functional component with state and lifecycle capabilities.</a:t>
            </a:r>
            <a:endParaRPr lang="en-US" sz="800" dirty="0"/>
          </a:p>
          <a:p>
            <a:pPr lvl="0"/>
            <a:r>
              <a:rPr lang="en-US" sz="800" b="1" dirty="0"/>
              <a:t>Components from MUI like Paper, List, Avatar, etc., are imported for layout and styling.</a:t>
            </a:r>
            <a:endParaRPr lang="en-US" sz="800" dirty="0"/>
          </a:p>
          <a:p>
            <a:pPr lvl="0"/>
            <a:r>
              <a:rPr lang="en-US" sz="800" b="1" dirty="0"/>
              <a:t>list is a function that fetches shop data from the backend.</a:t>
            </a:r>
            <a:endParaRPr lang="en-US" sz="800" dirty="0"/>
          </a:p>
          <a:p>
            <a:pPr lvl="0"/>
            <a:r>
              <a:rPr lang="en-US" sz="800" b="1" dirty="0"/>
              <a:t>Link is imported from react-router-</a:t>
            </a:r>
            <a:r>
              <a:rPr lang="en-US" sz="800" b="1" dirty="0" err="1"/>
              <a:t>dom</a:t>
            </a:r>
            <a:r>
              <a:rPr lang="en-US" sz="800" b="1" dirty="0"/>
              <a:t> to enable navigation.</a:t>
            </a:r>
            <a:endParaRPr lang="en-US" sz="800" dirty="0"/>
          </a:p>
          <a:p>
            <a:r>
              <a:rPr lang="en-US" sz="800" b="1" dirty="0"/>
              <a:t>Component Definition</a:t>
            </a:r>
            <a:endParaRPr lang="en-US" sz="800" dirty="0"/>
          </a:p>
          <a:p>
            <a:pPr lvl="0"/>
            <a:r>
              <a:rPr lang="en-US" sz="800" b="1" dirty="0"/>
              <a:t>Shops is defined as a functional component.</a:t>
            </a:r>
            <a:endParaRPr lang="en-US" sz="800" dirty="0"/>
          </a:p>
          <a:p>
            <a:r>
              <a:rPr lang="en-US" sz="800" b="1" dirty="0"/>
              <a:t>State Declarations</a:t>
            </a:r>
            <a:endParaRPr lang="en-US" sz="800" dirty="0"/>
          </a:p>
          <a:p>
            <a:pPr lvl="0"/>
            <a:r>
              <a:rPr lang="en-US" sz="800" b="1" dirty="0"/>
              <a:t>shops: Stores the array of shop data fetched from the backend.</a:t>
            </a:r>
            <a:endParaRPr lang="en-US" sz="800" dirty="0"/>
          </a:p>
          <a:p>
            <a:pPr lvl="0"/>
            <a:r>
              <a:rPr lang="en-US" sz="800" b="1" dirty="0"/>
              <a:t>error: Holds any error message if fetching fails.</a:t>
            </a:r>
            <a:endParaRPr lang="en-US" sz="800" dirty="0"/>
          </a:p>
          <a:p>
            <a:pPr lvl="0"/>
            <a:r>
              <a:rPr lang="en-US" sz="800" b="1" dirty="0"/>
              <a:t>loading: Tracks whether the fetch operation is in progress.</a:t>
            </a:r>
            <a:endParaRPr lang="en-US" sz="800" dirty="0"/>
          </a:p>
          <a:p>
            <a:r>
              <a:rPr lang="en-US" sz="800" b="1" dirty="0" err="1"/>
              <a:t>useEffect</a:t>
            </a:r>
            <a:r>
              <a:rPr lang="en-US" sz="800" b="1" dirty="0"/>
              <a:t> Hook</a:t>
            </a:r>
            <a:endParaRPr lang="en-US" sz="800" dirty="0"/>
          </a:p>
          <a:p>
            <a:pPr lvl="0"/>
            <a:r>
              <a:rPr lang="en-US" sz="800" b="1" dirty="0"/>
              <a:t>Runs on component mount ([] dependency).</a:t>
            </a:r>
            <a:endParaRPr lang="en-US" sz="800" dirty="0"/>
          </a:p>
          <a:p>
            <a:pPr lvl="0"/>
            <a:r>
              <a:rPr lang="en-US" sz="800" b="1" dirty="0"/>
              <a:t>Creates an </a:t>
            </a:r>
            <a:r>
              <a:rPr lang="en-US" sz="800" b="1" dirty="0" err="1"/>
              <a:t>AbortController</a:t>
            </a:r>
            <a:r>
              <a:rPr lang="en-US" sz="800" b="1" dirty="0"/>
              <a:t> to cleanly cancel the fetch if the component unmounts.</a:t>
            </a:r>
            <a:endParaRPr lang="en-US" sz="800" dirty="0"/>
          </a:p>
          <a:p>
            <a:pPr lvl="0"/>
            <a:r>
              <a:rPr lang="en-US" sz="800" b="1" dirty="0"/>
              <a:t>Defines an async function </a:t>
            </a:r>
            <a:r>
              <a:rPr lang="en-US" sz="800" b="1" dirty="0" err="1"/>
              <a:t>fetchShops</a:t>
            </a:r>
            <a:r>
              <a:rPr lang="en-US" sz="800" b="1" dirty="0"/>
              <a:t> to:</a:t>
            </a:r>
            <a:endParaRPr lang="en-US" sz="800" dirty="0"/>
          </a:p>
          <a:p>
            <a:pPr lvl="1"/>
            <a:r>
              <a:rPr lang="en-US" sz="800" b="1" dirty="0"/>
              <a:t>Call the list function with the signal.</a:t>
            </a:r>
            <a:endParaRPr lang="en-US" sz="800" dirty="0"/>
          </a:p>
          <a:p>
            <a:pPr lvl="1"/>
            <a:r>
              <a:rPr lang="en-US" sz="800" b="1" dirty="0"/>
              <a:t>Update shops if successful.</a:t>
            </a:r>
            <a:endParaRPr lang="en-US" sz="800" dirty="0"/>
          </a:p>
          <a:p>
            <a:pPr lvl="1"/>
            <a:r>
              <a:rPr lang="en-US" sz="800" b="1" dirty="0"/>
              <a:t>Set error if there's a problem.</a:t>
            </a:r>
            <a:endParaRPr lang="en-US" sz="800" dirty="0"/>
          </a:p>
          <a:p>
            <a:pPr lvl="1"/>
            <a:r>
              <a:rPr lang="en-US" sz="800" b="1" dirty="0"/>
              <a:t>Set loading to false regardless of outcome.</a:t>
            </a:r>
            <a:endParaRPr lang="en-US" sz="800" dirty="0"/>
          </a:p>
          <a:p>
            <a:pPr lvl="0"/>
            <a:r>
              <a:rPr lang="en-US" sz="800" b="1" dirty="0"/>
              <a:t>Returns a cleanup function that aborts the request on unmount.</a:t>
            </a:r>
            <a:endParaRPr lang="en-US" sz="800" dirty="0"/>
          </a:p>
          <a:p>
            <a:r>
              <a:rPr lang="en-US" sz="800" b="1" dirty="0"/>
              <a:t> </a:t>
            </a:r>
            <a:endParaRPr lang="en-US" sz="800" dirty="0"/>
          </a:p>
          <a:p>
            <a:r>
              <a:rPr lang="en-US" sz="800" b="1" dirty="0"/>
              <a:t>Return JSX Structure</a:t>
            </a:r>
            <a:endParaRPr lang="en-US" sz="800" dirty="0"/>
          </a:p>
          <a:p>
            <a:pPr lvl="0"/>
            <a:r>
              <a:rPr lang="en-US" sz="800" b="1" dirty="0"/>
              <a:t>Wraps content inside a styled Paper component using MUI's Box for spacing and layout.</a:t>
            </a:r>
            <a:endParaRPr lang="en-US" sz="800" dirty="0"/>
          </a:p>
          <a:p>
            <a:pPr lvl="0"/>
            <a:r>
              <a:rPr lang="en-US" sz="800" b="1" dirty="0"/>
              <a:t>Displays the heading "All Shops".</a:t>
            </a:r>
            <a:endParaRPr lang="en-US" sz="800" dirty="0"/>
          </a:p>
          <a:p>
            <a:pPr lvl="0"/>
            <a:r>
              <a:rPr lang="en-US" sz="800" b="1" dirty="0"/>
              <a:t>Conditionally renders:</a:t>
            </a:r>
            <a:endParaRPr lang="en-US" sz="800" dirty="0"/>
          </a:p>
          <a:p>
            <a:pPr lvl="1"/>
            <a:r>
              <a:rPr lang="en-US" sz="800" b="1" dirty="0"/>
              <a:t>A loading message while fetching.</a:t>
            </a:r>
            <a:endParaRPr lang="en-US" sz="800" dirty="0"/>
          </a:p>
          <a:p>
            <a:pPr lvl="1"/>
            <a:r>
              <a:rPr lang="en-US" sz="800" b="1" dirty="0"/>
              <a:t>An error message if something went wrong.</a:t>
            </a:r>
            <a:endParaRPr lang="en-US" sz="800" dirty="0"/>
          </a:p>
          <a:p>
            <a:pPr lvl="1"/>
            <a:r>
              <a:rPr lang="en-US" sz="800" b="1" dirty="0"/>
              <a:t>A list of shops if fetch succeeded.</a:t>
            </a:r>
            <a:endParaRPr lang="en-US" sz="800" dirty="0"/>
          </a:p>
          <a:p>
            <a:r>
              <a:rPr lang="en-US" sz="800" b="1" dirty="0"/>
              <a:t>Rendering the List</a:t>
            </a:r>
            <a:endParaRPr lang="en-US" sz="800" dirty="0"/>
          </a:p>
          <a:p>
            <a:pPr lvl="0"/>
            <a:r>
              <a:rPr lang="en-US" sz="800" b="1" dirty="0"/>
              <a:t>Maps through each shop in shops.</a:t>
            </a:r>
            <a:endParaRPr lang="en-US" sz="800" dirty="0"/>
          </a:p>
          <a:p>
            <a:pPr lvl="0"/>
            <a:r>
              <a:rPr lang="en-US" sz="800" b="1" dirty="0"/>
              <a:t>Uses </a:t>
            </a:r>
            <a:r>
              <a:rPr lang="en-US" sz="800" b="1" dirty="0" err="1"/>
              <a:t>ListItem</a:t>
            </a:r>
            <a:r>
              <a:rPr lang="en-US" sz="800" b="1" dirty="0"/>
              <a:t> as a clickable link to the individual shop’s page.</a:t>
            </a:r>
            <a:endParaRPr lang="en-US" sz="800" dirty="0"/>
          </a:p>
          <a:p>
            <a:pPr lvl="0"/>
            <a:r>
              <a:rPr lang="en-US" sz="800" b="1" dirty="0"/>
              <a:t>Displays the shop's logo using Avatar. Uses a cache-busting timestamp query string to force fresh image load.</a:t>
            </a:r>
            <a:endParaRPr lang="en-US" sz="800" dirty="0"/>
          </a:p>
          <a:p>
            <a:pPr lvl="0"/>
            <a:r>
              <a:rPr lang="en-US" sz="800" b="1" dirty="0"/>
              <a:t>Displays the shop’s name and description.</a:t>
            </a:r>
            <a:endParaRPr lang="en-US" sz="800" dirty="0"/>
          </a:p>
          <a:p>
            <a:pPr lvl="0"/>
            <a:r>
              <a:rPr lang="en-US" sz="800" b="1" dirty="0"/>
              <a:t>Wraps each item with a Divider for separation.</a:t>
            </a:r>
            <a:endParaRPr lang="en-US" sz="800" dirty="0"/>
          </a:p>
          <a:p>
            <a:pPr marL="0" indent="0">
              <a:buNone/>
            </a:pPr>
            <a:endParaRPr lang="en-US" sz="800" dirty="0"/>
          </a:p>
        </p:txBody>
      </p:sp>
      <p:sp>
        <p:nvSpPr>
          <p:cNvPr id="4" name="Date Placeholder 3">
            <a:extLst>
              <a:ext uri="{FF2B5EF4-FFF2-40B4-BE49-F238E27FC236}">
                <a16:creationId xmlns:a16="http://schemas.microsoft.com/office/drawing/2014/main" id="{730AB2C9-4CEF-ADAC-E4DC-B43123F1729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AB433EC-AB92-367D-58FF-0AE75113ABE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E54BA1B-C7CE-3C22-825C-62C6D9B648B2}"/>
              </a:ext>
            </a:extLst>
          </p:cNvPr>
          <p:cNvSpPr>
            <a:spLocks noGrp="1"/>
          </p:cNvSpPr>
          <p:nvPr>
            <p:ph type="sldNum" sz="quarter" idx="12"/>
          </p:nvPr>
        </p:nvSpPr>
        <p:spPr/>
        <p:txBody>
          <a:bodyPr/>
          <a:lstStyle/>
          <a:p>
            <a:fld id="{7C5CF243-786F-4254-B068-4C9F0B6EA12F}" type="slidenum">
              <a:rPr lang="en-US" altLang="en-US" smtClean="0"/>
              <a:pPr/>
              <a:t>61</a:t>
            </a:fld>
            <a:endParaRPr lang="en-US" altLang="en-US"/>
          </a:p>
        </p:txBody>
      </p:sp>
    </p:spTree>
    <p:extLst>
      <p:ext uri="{BB962C8B-B14F-4D97-AF65-F5344CB8AC3E}">
        <p14:creationId xmlns:p14="http://schemas.microsoft.com/office/powerpoint/2010/main" val="25264672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BEFDD-4866-F7EA-1BD0-6A7C97E081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3C7E47-1900-7A0E-0AF0-1431AF3B8883}"/>
              </a:ext>
            </a:extLst>
          </p:cNvPr>
          <p:cNvSpPr>
            <a:spLocks noGrp="1"/>
          </p:cNvSpPr>
          <p:nvPr>
            <p:ph idx="1"/>
          </p:nvPr>
        </p:nvSpPr>
        <p:spPr/>
        <p:txBody>
          <a:bodyPr/>
          <a:lstStyle/>
          <a:p>
            <a:pPr marL="0" indent="0">
              <a:buNone/>
            </a:pPr>
            <a:r>
              <a:rPr lang="en-US" dirty="0"/>
              <a:t>Create a function in the shop controller in the backend to list out all the shops.</a:t>
            </a:r>
          </a:p>
          <a:p>
            <a:pPr marL="0" indent="0">
              <a:buNone/>
            </a:pPr>
            <a:endParaRPr lang="en-US" dirty="0"/>
          </a:p>
        </p:txBody>
      </p:sp>
      <p:sp>
        <p:nvSpPr>
          <p:cNvPr id="4" name="Date Placeholder 3">
            <a:extLst>
              <a:ext uri="{FF2B5EF4-FFF2-40B4-BE49-F238E27FC236}">
                <a16:creationId xmlns:a16="http://schemas.microsoft.com/office/drawing/2014/main" id="{A369DD6E-4DB0-9C3D-2EC6-6AAACEE2E34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F56278F-455C-E492-2984-34541FAF6CC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2E53FE4-65E8-084F-C9EC-FC7D2C2633C5}"/>
              </a:ext>
            </a:extLst>
          </p:cNvPr>
          <p:cNvSpPr>
            <a:spLocks noGrp="1"/>
          </p:cNvSpPr>
          <p:nvPr>
            <p:ph type="sldNum" sz="quarter" idx="12"/>
          </p:nvPr>
        </p:nvSpPr>
        <p:spPr/>
        <p:txBody>
          <a:bodyPr/>
          <a:lstStyle/>
          <a:p>
            <a:fld id="{7C5CF243-786F-4254-B068-4C9F0B6EA12F}" type="slidenum">
              <a:rPr lang="en-US" altLang="en-US" smtClean="0"/>
              <a:pPr/>
              <a:t>62</a:t>
            </a:fld>
            <a:endParaRPr lang="en-US" altLang="en-US"/>
          </a:p>
        </p:txBody>
      </p:sp>
    </p:spTree>
    <p:extLst>
      <p:ext uri="{BB962C8B-B14F-4D97-AF65-F5344CB8AC3E}">
        <p14:creationId xmlns:p14="http://schemas.microsoft.com/office/powerpoint/2010/main" val="12953266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FA547-4DDF-3B5A-CE82-8B03273CD5F8}"/>
              </a:ext>
            </a:extLst>
          </p:cNvPr>
          <p:cNvSpPr>
            <a:spLocks noGrp="1"/>
          </p:cNvSpPr>
          <p:nvPr>
            <p:ph type="title"/>
          </p:nvPr>
        </p:nvSpPr>
        <p:spPr/>
        <p:txBody>
          <a:bodyPr/>
          <a:lstStyle/>
          <a:p>
            <a:r>
              <a:rPr lang="en-US" dirty="0"/>
              <a:t>Updated server/shop.controller.js</a:t>
            </a:r>
          </a:p>
        </p:txBody>
      </p:sp>
      <p:sp>
        <p:nvSpPr>
          <p:cNvPr id="3" name="Content Placeholder 2">
            <a:extLst>
              <a:ext uri="{FF2B5EF4-FFF2-40B4-BE49-F238E27FC236}">
                <a16:creationId xmlns:a16="http://schemas.microsoft.com/office/drawing/2014/main" id="{F8F9FFB5-BA1A-D73C-A353-6269AFCC26DC}"/>
              </a:ext>
            </a:extLst>
          </p:cNvPr>
          <p:cNvSpPr>
            <a:spLocks noGrp="1"/>
          </p:cNvSpPr>
          <p:nvPr>
            <p:ph idx="1"/>
          </p:nvPr>
        </p:nvSpPr>
        <p:spPr/>
        <p:txBody>
          <a:bodyPr/>
          <a:lstStyle/>
          <a:p>
            <a:pPr marL="0" indent="0">
              <a:buNone/>
            </a:pPr>
            <a:r>
              <a:rPr lang="en-US" sz="190" dirty="0">
                <a:highlight>
                  <a:srgbClr val="FFFF00"/>
                </a:highlight>
              </a:rPr>
              <a:t>import Shop from "../models/shop.model.js";</a:t>
            </a:r>
          </a:p>
          <a:p>
            <a:pPr marL="0" indent="0">
              <a:buNone/>
            </a:pPr>
            <a:endParaRPr lang="en-US" sz="190" dirty="0"/>
          </a:p>
          <a:p>
            <a:pPr marL="0" indent="0">
              <a:buNone/>
            </a:pPr>
            <a:r>
              <a:rPr lang="en-US" sz="190" dirty="0"/>
              <a:t>import Shop from "../models/shop.model.js";</a:t>
            </a:r>
          </a:p>
          <a:p>
            <a:pPr marL="0" indent="0">
              <a:buNone/>
            </a:pPr>
            <a:r>
              <a:rPr lang="en-US" sz="190" dirty="0"/>
              <a:t>import extend from "</a:t>
            </a:r>
            <a:r>
              <a:rPr lang="en-US" sz="190" dirty="0" err="1"/>
              <a:t>lodash</a:t>
            </a:r>
            <a:r>
              <a:rPr lang="en-US" sz="190" dirty="0"/>
              <a:t>/extend.js";</a:t>
            </a:r>
          </a:p>
          <a:p>
            <a:pPr marL="0" indent="0">
              <a:buNone/>
            </a:pPr>
            <a:r>
              <a:rPr lang="en-US" sz="190" dirty="0"/>
              <a:t>import </a:t>
            </a:r>
            <a:r>
              <a:rPr lang="en-US" sz="190" dirty="0" err="1"/>
              <a:t>errorHandler</a:t>
            </a:r>
            <a:r>
              <a:rPr lang="en-US" sz="190" dirty="0"/>
              <a:t> from "./../helpers/dbErrorHandler.js";</a:t>
            </a:r>
          </a:p>
          <a:p>
            <a:pPr marL="0" indent="0">
              <a:buNone/>
            </a:pPr>
            <a:r>
              <a:rPr lang="en-US" sz="190" dirty="0"/>
              <a:t>import formidable from "formidable";</a:t>
            </a:r>
          </a:p>
          <a:p>
            <a:pPr marL="0" indent="0">
              <a:buNone/>
            </a:pPr>
            <a:r>
              <a:rPr lang="en-US" sz="190" dirty="0"/>
              <a:t>import fs from "fs";</a:t>
            </a:r>
          </a:p>
          <a:p>
            <a:pPr marL="0" indent="0">
              <a:buNone/>
            </a:pPr>
            <a:r>
              <a:rPr lang="en-US" sz="190" dirty="0"/>
              <a:t>const create = (req, res) =&gt; {</a:t>
            </a:r>
          </a:p>
          <a:p>
            <a:pPr marL="0" indent="0">
              <a:buNone/>
            </a:pPr>
            <a:r>
              <a:rPr lang="en-US" sz="190" dirty="0"/>
              <a:t>  let form = formidable({ </a:t>
            </a:r>
            <a:r>
              <a:rPr lang="en-US" sz="190" dirty="0" err="1"/>
              <a:t>keepExtensions</a:t>
            </a:r>
            <a:r>
              <a:rPr lang="en-US" sz="190" dirty="0"/>
              <a:t>: true });</a:t>
            </a:r>
          </a:p>
          <a:p>
            <a:pPr marL="0" indent="0">
              <a:buNone/>
            </a:pPr>
            <a:r>
              <a:rPr lang="en-US" sz="190" dirty="0"/>
              <a:t>  </a:t>
            </a:r>
            <a:r>
              <a:rPr lang="en-US" sz="190" dirty="0" err="1"/>
              <a:t>form.parse</a:t>
            </a:r>
            <a:r>
              <a:rPr lang="en-US" sz="190" dirty="0"/>
              <a:t>(req, async (err, fields, files) =&gt; {</a:t>
            </a:r>
          </a:p>
          <a:p>
            <a:pPr marL="0" indent="0">
              <a:buNone/>
            </a:pPr>
            <a:r>
              <a:rPr lang="en-US" sz="190" dirty="0"/>
              <a:t>    if (err) {</a:t>
            </a:r>
          </a:p>
          <a:p>
            <a:pPr marL="0" indent="0">
              <a:buNone/>
            </a:pPr>
            <a:r>
              <a:rPr lang="en-US" sz="190" dirty="0"/>
              <a:t>      </a:t>
            </a:r>
            <a:r>
              <a:rPr lang="en-US" sz="190" dirty="0" err="1"/>
              <a:t>res.status</a:t>
            </a:r>
            <a:r>
              <a:rPr lang="en-US" sz="190" dirty="0"/>
              <a:t>(400).</a:t>
            </a:r>
            <a:r>
              <a:rPr lang="en-US" sz="190" dirty="0" err="1"/>
              <a:t>json</a:t>
            </a:r>
            <a:r>
              <a:rPr lang="en-US" sz="190" dirty="0"/>
              <a:t>({</a:t>
            </a:r>
          </a:p>
          <a:p>
            <a:pPr marL="0" indent="0">
              <a:buNone/>
            </a:pPr>
            <a:r>
              <a:rPr lang="en-US" sz="190" dirty="0"/>
              <a:t>        message: "Image could not be uploaded",</a:t>
            </a:r>
          </a:p>
          <a:p>
            <a:pPr marL="0" indent="0">
              <a:buNone/>
            </a:pPr>
            <a:r>
              <a:rPr lang="en-US" sz="190" dirty="0"/>
              <a:t>      });</a:t>
            </a:r>
          </a:p>
          <a:p>
            <a:pPr marL="0" indent="0">
              <a:buNone/>
            </a:pPr>
            <a:r>
              <a:rPr lang="en-US" sz="190" dirty="0"/>
              <a:t>    }</a:t>
            </a:r>
          </a:p>
          <a:p>
            <a:pPr marL="0" indent="0">
              <a:buNone/>
            </a:pPr>
            <a:r>
              <a:rPr lang="en-US" sz="190" dirty="0"/>
              <a:t>    </a:t>
            </a:r>
            <a:r>
              <a:rPr lang="en-US" sz="190" dirty="0" err="1"/>
              <a:t>Object.keys</a:t>
            </a:r>
            <a:r>
              <a:rPr lang="en-US" sz="190" dirty="0"/>
              <a:t>(fields).</a:t>
            </a:r>
            <a:r>
              <a:rPr lang="en-US" sz="190" dirty="0" err="1"/>
              <a:t>forEach</a:t>
            </a:r>
            <a:r>
              <a:rPr lang="en-US" sz="190" dirty="0"/>
              <a:t>((key) =&gt; (fields[key] = fields[key][0]));</a:t>
            </a:r>
          </a:p>
          <a:p>
            <a:pPr marL="0" indent="0">
              <a:buNone/>
            </a:pPr>
            <a:r>
              <a:rPr lang="en-US" sz="190" dirty="0"/>
              <a:t>    </a:t>
            </a:r>
            <a:r>
              <a:rPr lang="en-US" sz="190" dirty="0" err="1"/>
              <a:t>Object.keys</a:t>
            </a:r>
            <a:r>
              <a:rPr lang="en-US" sz="190" dirty="0"/>
              <a:t>(files).</a:t>
            </a:r>
            <a:r>
              <a:rPr lang="en-US" sz="190" dirty="0" err="1"/>
              <a:t>forEach</a:t>
            </a:r>
            <a:r>
              <a:rPr lang="en-US" sz="190" dirty="0"/>
              <a:t>((key) =&gt; (files[key] = files[key][0]));</a:t>
            </a:r>
          </a:p>
          <a:p>
            <a:pPr marL="0" indent="0">
              <a:buNone/>
            </a:pPr>
            <a:r>
              <a:rPr lang="en-US" sz="190" dirty="0"/>
              <a:t>    let shop = new Shop(fields);</a:t>
            </a:r>
          </a:p>
          <a:p>
            <a:pPr marL="0" indent="0">
              <a:buNone/>
            </a:pPr>
            <a:r>
              <a:rPr lang="en-US" sz="190" dirty="0"/>
              <a:t>    </a:t>
            </a:r>
            <a:r>
              <a:rPr lang="en-US" sz="190" dirty="0" err="1"/>
              <a:t>shop.owner</a:t>
            </a:r>
            <a:r>
              <a:rPr lang="en-US" sz="190" dirty="0"/>
              <a:t> = </a:t>
            </a:r>
            <a:r>
              <a:rPr lang="en-US" sz="190" dirty="0" err="1"/>
              <a:t>req.profile</a:t>
            </a:r>
            <a:r>
              <a:rPr lang="en-US" sz="190" dirty="0"/>
              <a:t>;</a:t>
            </a:r>
          </a:p>
          <a:p>
            <a:pPr marL="0" indent="0">
              <a:buNone/>
            </a:pPr>
            <a:r>
              <a:rPr lang="en-US" sz="190" dirty="0"/>
              <a:t>    if (</a:t>
            </a:r>
            <a:r>
              <a:rPr lang="en-US" sz="190" dirty="0" err="1"/>
              <a:t>files.image</a:t>
            </a:r>
            <a:r>
              <a:rPr lang="en-US" sz="190" dirty="0"/>
              <a:t>) {</a:t>
            </a:r>
          </a:p>
          <a:p>
            <a:pPr marL="0" indent="0">
              <a:buNone/>
            </a:pPr>
            <a:r>
              <a:rPr lang="en-US" sz="190" dirty="0"/>
              <a:t>      </a:t>
            </a:r>
            <a:r>
              <a:rPr lang="en-US" sz="190" dirty="0" err="1"/>
              <a:t>shop.image.data</a:t>
            </a:r>
            <a:r>
              <a:rPr lang="en-US" sz="190" dirty="0"/>
              <a:t> = </a:t>
            </a:r>
            <a:r>
              <a:rPr lang="en-US" sz="190" dirty="0" err="1"/>
              <a:t>fs.readFileSync</a:t>
            </a:r>
            <a:r>
              <a:rPr lang="en-US" sz="190" dirty="0"/>
              <a:t>(</a:t>
            </a:r>
            <a:r>
              <a:rPr lang="en-US" sz="190" dirty="0" err="1"/>
              <a:t>files.image.filepath</a:t>
            </a:r>
            <a:r>
              <a:rPr lang="en-US" sz="190" dirty="0"/>
              <a:t>);</a:t>
            </a:r>
          </a:p>
          <a:p>
            <a:pPr marL="0" indent="0">
              <a:buNone/>
            </a:pPr>
            <a:r>
              <a:rPr lang="en-US" sz="190" dirty="0"/>
              <a:t>      </a:t>
            </a:r>
            <a:r>
              <a:rPr lang="en-US" sz="190" dirty="0" err="1"/>
              <a:t>shop.image.contentType</a:t>
            </a:r>
            <a:r>
              <a:rPr lang="en-US" sz="190" dirty="0"/>
              <a:t> = </a:t>
            </a:r>
            <a:r>
              <a:rPr lang="en-US" sz="190" dirty="0" err="1"/>
              <a:t>files.image.mimetype</a:t>
            </a:r>
            <a:r>
              <a:rPr lang="en-US" sz="190" dirty="0"/>
              <a:t>;</a:t>
            </a:r>
          </a:p>
          <a:p>
            <a:pPr marL="0" indent="0">
              <a:buNone/>
            </a:pPr>
            <a:r>
              <a:rPr lang="en-US" sz="190" dirty="0"/>
              <a:t>    }</a:t>
            </a:r>
          </a:p>
          <a:p>
            <a:pPr marL="0" indent="0">
              <a:buNone/>
            </a:pPr>
            <a:r>
              <a:rPr lang="en-US" sz="190" dirty="0"/>
              <a:t>    try {</a:t>
            </a:r>
          </a:p>
          <a:p>
            <a:pPr marL="0" indent="0">
              <a:buNone/>
            </a:pPr>
            <a:r>
              <a:rPr lang="en-US" sz="190" dirty="0"/>
              <a:t>      let result = await </a:t>
            </a:r>
            <a:r>
              <a:rPr lang="en-US" sz="190" dirty="0" err="1"/>
              <a:t>shop.save</a:t>
            </a:r>
            <a:r>
              <a:rPr lang="en-US" sz="190" dirty="0"/>
              <a:t>();</a:t>
            </a:r>
          </a:p>
          <a:p>
            <a:pPr marL="0" indent="0">
              <a:buNone/>
            </a:pPr>
            <a:r>
              <a:rPr lang="en-US" sz="190" dirty="0"/>
              <a:t>      </a:t>
            </a:r>
            <a:r>
              <a:rPr lang="en-US" sz="190" dirty="0" err="1"/>
              <a:t>res.status</a:t>
            </a:r>
            <a:r>
              <a:rPr lang="en-US" sz="190" dirty="0"/>
              <a:t>(200).</a:t>
            </a:r>
            <a:r>
              <a:rPr lang="en-US" sz="190" dirty="0" err="1"/>
              <a:t>json</a:t>
            </a:r>
            <a:r>
              <a:rPr lang="en-US" sz="190" dirty="0"/>
              <a:t>(result);</a:t>
            </a:r>
          </a:p>
          <a:p>
            <a:pPr marL="0" indent="0">
              <a:buNone/>
            </a:pPr>
            <a:r>
              <a:rPr lang="en-US" sz="190" dirty="0"/>
              <a:t>    } catch (err) {</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a:t>
            </a:r>
            <a:r>
              <a:rPr lang="en-US" sz="190" dirty="0" err="1"/>
              <a:t>errorHandler.getErrorMessage</a:t>
            </a:r>
            <a:r>
              <a:rPr lang="en-US" sz="190" dirty="0"/>
              <a:t>(err),</a:t>
            </a:r>
          </a:p>
          <a:p>
            <a:pPr marL="0" indent="0">
              <a:buNone/>
            </a:pPr>
            <a:r>
              <a:rPr lang="en-US" sz="190" dirty="0"/>
              <a:t>      });</a:t>
            </a:r>
          </a:p>
          <a:p>
            <a:pPr marL="0" indent="0">
              <a:buNone/>
            </a:pPr>
            <a:r>
              <a:rPr lang="en-US" sz="190" dirty="0"/>
              <a:t>    }</a:t>
            </a:r>
          </a:p>
          <a:p>
            <a:pPr marL="0" indent="0">
              <a:buNone/>
            </a:pPr>
            <a:r>
              <a:rPr lang="en-US" sz="190" dirty="0"/>
              <a:t>  });</a:t>
            </a:r>
          </a:p>
          <a:p>
            <a:pPr marL="0" indent="0">
              <a:buNone/>
            </a:pPr>
            <a:r>
              <a:rPr lang="en-US" sz="190" dirty="0"/>
              <a:t>};</a:t>
            </a:r>
          </a:p>
          <a:p>
            <a:pPr marL="0" indent="0">
              <a:buNone/>
            </a:pPr>
            <a:r>
              <a:rPr lang="en-US" sz="190" dirty="0"/>
              <a:t>const </a:t>
            </a:r>
            <a:r>
              <a:rPr lang="en-US" sz="190" dirty="0" err="1"/>
              <a:t>shopByID</a:t>
            </a:r>
            <a:r>
              <a:rPr lang="en-US" sz="190" dirty="0"/>
              <a:t> = async (req, res, next, id) =&gt; {</a:t>
            </a:r>
          </a:p>
          <a:p>
            <a:pPr marL="0" indent="0">
              <a:buNone/>
            </a:pPr>
            <a:r>
              <a:rPr lang="en-US" sz="190" dirty="0"/>
              <a:t>  try {</a:t>
            </a:r>
          </a:p>
          <a:p>
            <a:pPr marL="0" indent="0">
              <a:buNone/>
            </a:pPr>
            <a:r>
              <a:rPr lang="en-US" sz="190" dirty="0"/>
              <a:t>    let shop = await </a:t>
            </a:r>
            <a:r>
              <a:rPr lang="en-US" sz="190" dirty="0" err="1"/>
              <a:t>Shop.findById</a:t>
            </a:r>
            <a:r>
              <a:rPr lang="en-US" sz="190" dirty="0"/>
              <a:t>(id).populate("owner", "_id name").exec();</a:t>
            </a:r>
          </a:p>
          <a:p>
            <a:pPr marL="0" indent="0">
              <a:buNone/>
            </a:pPr>
            <a:r>
              <a:rPr lang="en-US" sz="190" dirty="0"/>
              <a:t>    if (!shop)</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"Shop not found",</a:t>
            </a:r>
          </a:p>
          <a:p>
            <a:pPr marL="0" indent="0">
              <a:buNone/>
            </a:pPr>
            <a:r>
              <a:rPr lang="en-US" sz="190" dirty="0"/>
              <a:t>      });</a:t>
            </a:r>
          </a:p>
          <a:p>
            <a:pPr marL="0" indent="0">
              <a:buNone/>
            </a:pPr>
            <a:r>
              <a:rPr lang="en-US" sz="190" dirty="0"/>
              <a:t>    </a:t>
            </a:r>
            <a:r>
              <a:rPr lang="en-US" sz="190" dirty="0" err="1"/>
              <a:t>req.shop</a:t>
            </a:r>
            <a:r>
              <a:rPr lang="en-US" sz="190" dirty="0"/>
              <a:t> = shop;</a:t>
            </a:r>
          </a:p>
          <a:p>
            <a:pPr marL="0" indent="0">
              <a:buNone/>
            </a:pPr>
            <a:r>
              <a:rPr lang="en-US" sz="190" dirty="0"/>
              <a:t>    next();</a:t>
            </a:r>
          </a:p>
          <a:p>
            <a:pPr marL="0" indent="0">
              <a:buNone/>
            </a:pPr>
            <a:r>
              <a:rPr lang="en-US" sz="190" dirty="0"/>
              <a:t>  } catch (err) {</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"Could not retrieve shop",</a:t>
            </a:r>
          </a:p>
          <a:p>
            <a:pPr marL="0" indent="0">
              <a:buNone/>
            </a:pPr>
            <a:r>
              <a:rPr lang="en-US" sz="190" dirty="0"/>
              <a:t>    });</a:t>
            </a:r>
          </a:p>
          <a:p>
            <a:pPr marL="0" indent="0">
              <a:buNone/>
            </a:pPr>
            <a:r>
              <a:rPr lang="en-US" sz="190" dirty="0"/>
              <a:t>  }</a:t>
            </a:r>
          </a:p>
          <a:p>
            <a:pPr marL="0" indent="0">
              <a:buNone/>
            </a:pPr>
            <a:r>
              <a:rPr lang="en-US" sz="190" dirty="0"/>
              <a:t>};</a:t>
            </a:r>
          </a:p>
          <a:p>
            <a:pPr marL="0" indent="0">
              <a:buNone/>
            </a:pPr>
            <a:r>
              <a:rPr lang="en-US" sz="190" dirty="0"/>
              <a:t>const photo = (req, res, next) =&gt; {</a:t>
            </a:r>
          </a:p>
          <a:p>
            <a:pPr marL="0" indent="0">
              <a:buNone/>
            </a:pPr>
            <a:r>
              <a:rPr lang="en-US" sz="190" dirty="0"/>
              <a:t>  if (</a:t>
            </a:r>
            <a:r>
              <a:rPr lang="en-US" sz="190" dirty="0" err="1"/>
              <a:t>req.shop.image.data</a:t>
            </a:r>
            <a:r>
              <a:rPr lang="en-US" sz="190" dirty="0"/>
              <a:t>) {</a:t>
            </a:r>
          </a:p>
          <a:p>
            <a:pPr marL="0" indent="0">
              <a:buNone/>
            </a:pPr>
            <a:r>
              <a:rPr lang="en-US" sz="190" dirty="0"/>
              <a:t>    </a:t>
            </a:r>
            <a:r>
              <a:rPr lang="en-US" sz="190" dirty="0" err="1"/>
              <a:t>res.set</a:t>
            </a:r>
            <a:r>
              <a:rPr lang="en-US" sz="190" dirty="0"/>
              <a:t>("Content-Type", </a:t>
            </a:r>
            <a:r>
              <a:rPr lang="en-US" sz="190" dirty="0" err="1"/>
              <a:t>req.shop.image.contentType</a:t>
            </a:r>
            <a:r>
              <a:rPr lang="en-US" sz="190" dirty="0"/>
              <a:t>);</a:t>
            </a:r>
          </a:p>
          <a:p>
            <a:pPr marL="0" indent="0">
              <a:buNone/>
            </a:pPr>
            <a:r>
              <a:rPr lang="en-US" sz="190" dirty="0"/>
              <a:t>    return </a:t>
            </a:r>
            <a:r>
              <a:rPr lang="en-US" sz="190" dirty="0" err="1"/>
              <a:t>res.send</a:t>
            </a:r>
            <a:r>
              <a:rPr lang="en-US" sz="190" dirty="0"/>
              <a:t>(</a:t>
            </a:r>
            <a:r>
              <a:rPr lang="en-US" sz="190" dirty="0" err="1"/>
              <a:t>req.shop.image.data</a:t>
            </a:r>
            <a:r>
              <a:rPr lang="en-US" sz="190" dirty="0"/>
              <a:t>);</a:t>
            </a:r>
          </a:p>
          <a:p>
            <a:pPr marL="0" indent="0">
              <a:buNone/>
            </a:pPr>
            <a:r>
              <a:rPr lang="en-US" sz="190" dirty="0"/>
              <a:t>  }</a:t>
            </a:r>
          </a:p>
          <a:p>
            <a:pPr marL="0" indent="0">
              <a:buNone/>
            </a:pPr>
            <a:r>
              <a:rPr lang="en-US" sz="190" dirty="0"/>
              <a:t>  next();</a:t>
            </a:r>
          </a:p>
          <a:p>
            <a:pPr marL="0" indent="0">
              <a:buNone/>
            </a:pPr>
            <a:r>
              <a:rPr lang="en-US" sz="190" dirty="0"/>
              <a:t>};</a:t>
            </a:r>
          </a:p>
          <a:p>
            <a:pPr marL="0" indent="0">
              <a:buNone/>
            </a:pPr>
            <a:r>
              <a:rPr lang="en-US" sz="190" dirty="0"/>
              <a:t>const </a:t>
            </a:r>
            <a:r>
              <a:rPr lang="en-US" sz="190" dirty="0" err="1"/>
              <a:t>defaultPhoto</a:t>
            </a:r>
            <a:r>
              <a:rPr lang="en-US" sz="190" dirty="0"/>
              <a:t> = (req, res) =&gt; {</a:t>
            </a:r>
          </a:p>
          <a:p>
            <a:pPr marL="0" indent="0">
              <a:buNone/>
            </a:pPr>
            <a:r>
              <a:rPr lang="en-US" sz="190" dirty="0"/>
              <a:t>  return null;</a:t>
            </a:r>
          </a:p>
          <a:p>
            <a:pPr marL="0" indent="0">
              <a:buNone/>
            </a:pPr>
            <a:r>
              <a:rPr lang="en-US" sz="190" dirty="0"/>
              <a:t>};</a:t>
            </a:r>
          </a:p>
          <a:p>
            <a:pPr marL="0" indent="0">
              <a:buNone/>
            </a:pPr>
            <a:r>
              <a:rPr lang="en-US" sz="190" dirty="0"/>
              <a:t>const read = (req, res) =&gt; {</a:t>
            </a:r>
          </a:p>
          <a:p>
            <a:pPr marL="0" indent="0">
              <a:buNone/>
            </a:pPr>
            <a:r>
              <a:rPr lang="en-US" sz="190" dirty="0"/>
              <a:t>  </a:t>
            </a:r>
            <a:r>
              <a:rPr lang="en-US" sz="190" dirty="0" err="1"/>
              <a:t>req.shop.image</a:t>
            </a:r>
            <a:r>
              <a:rPr lang="en-US" sz="190" dirty="0"/>
              <a:t> = undefined;</a:t>
            </a:r>
          </a:p>
          <a:p>
            <a:pPr marL="0" indent="0">
              <a:buNone/>
            </a:pPr>
            <a:r>
              <a:rPr lang="en-US" sz="190" dirty="0"/>
              <a:t>  return </a:t>
            </a:r>
            <a:r>
              <a:rPr lang="en-US" sz="190" dirty="0" err="1"/>
              <a:t>res.json</a:t>
            </a:r>
            <a:r>
              <a:rPr lang="en-US" sz="190" dirty="0"/>
              <a:t>(</a:t>
            </a:r>
            <a:r>
              <a:rPr lang="en-US" sz="190" dirty="0" err="1"/>
              <a:t>req.shop</a:t>
            </a:r>
            <a:r>
              <a:rPr lang="en-US" sz="190" dirty="0"/>
              <a:t>);</a:t>
            </a:r>
          </a:p>
          <a:p>
            <a:pPr marL="0" indent="0">
              <a:buNone/>
            </a:pPr>
            <a:r>
              <a:rPr lang="en-US" sz="190" dirty="0"/>
              <a:t>};</a:t>
            </a:r>
          </a:p>
          <a:p>
            <a:pPr marL="0" indent="0">
              <a:buNone/>
            </a:pPr>
            <a:r>
              <a:rPr lang="en-US" sz="190" dirty="0"/>
              <a:t>const update = (req, res) =&gt; {</a:t>
            </a:r>
          </a:p>
          <a:p>
            <a:pPr marL="0" indent="0">
              <a:buNone/>
            </a:pPr>
            <a:r>
              <a:rPr lang="en-US" sz="190" dirty="0"/>
              <a:t>  let form = formidable({ </a:t>
            </a:r>
            <a:r>
              <a:rPr lang="en-US" sz="190" dirty="0" err="1"/>
              <a:t>keepExtensions</a:t>
            </a:r>
            <a:r>
              <a:rPr lang="en-US" sz="190" dirty="0"/>
              <a:t>: true });</a:t>
            </a:r>
          </a:p>
          <a:p>
            <a:pPr marL="0" indent="0">
              <a:buNone/>
            </a:pPr>
            <a:r>
              <a:rPr lang="en-US" sz="190" dirty="0"/>
              <a:t>  </a:t>
            </a:r>
            <a:r>
              <a:rPr lang="en-US" sz="190" dirty="0" err="1"/>
              <a:t>form.parse</a:t>
            </a:r>
            <a:r>
              <a:rPr lang="en-US" sz="190" dirty="0"/>
              <a:t>(req, async (err, fields, files) =&gt; {</a:t>
            </a:r>
          </a:p>
          <a:p>
            <a:pPr marL="0" indent="0">
              <a:buNone/>
            </a:pPr>
            <a:r>
              <a:rPr lang="en-US" sz="190" dirty="0"/>
              <a:t>    if (err) {</a:t>
            </a:r>
          </a:p>
          <a:p>
            <a:pPr marL="0" indent="0">
              <a:buNone/>
            </a:pPr>
            <a:r>
              <a:rPr lang="en-US" sz="190" dirty="0"/>
              <a:t>      </a:t>
            </a:r>
            <a:r>
              <a:rPr lang="en-US" sz="190" dirty="0" err="1"/>
              <a:t>res.status</a:t>
            </a:r>
            <a:r>
              <a:rPr lang="en-US" sz="190" dirty="0"/>
              <a:t>(400).</a:t>
            </a:r>
            <a:r>
              <a:rPr lang="en-US" sz="190" dirty="0" err="1"/>
              <a:t>json</a:t>
            </a:r>
            <a:r>
              <a:rPr lang="en-US" sz="190" dirty="0"/>
              <a:t>({</a:t>
            </a:r>
          </a:p>
          <a:p>
            <a:pPr marL="0" indent="0">
              <a:buNone/>
            </a:pPr>
            <a:r>
              <a:rPr lang="en-US" sz="190" dirty="0"/>
              <a:t>        message: "Photo could not be uploaded",</a:t>
            </a:r>
          </a:p>
          <a:p>
            <a:pPr marL="0" indent="0">
              <a:buNone/>
            </a:pPr>
            <a:r>
              <a:rPr lang="en-US" sz="190" dirty="0"/>
              <a:t>      });</a:t>
            </a:r>
          </a:p>
          <a:p>
            <a:pPr marL="0" indent="0">
              <a:buNone/>
            </a:pPr>
            <a:r>
              <a:rPr lang="en-US" sz="190" dirty="0"/>
              <a:t>    }</a:t>
            </a:r>
          </a:p>
          <a:p>
            <a:pPr marL="0" indent="0">
              <a:buNone/>
            </a:pPr>
            <a:r>
              <a:rPr lang="en-US" sz="190" dirty="0"/>
              <a:t>    </a:t>
            </a:r>
            <a:r>
              <a:rPr lang="en-US" sz="190" dirty="0" err="1"/>
              <a:t>Object.keys</a:t>
            </a:r>
            <a:r>
              <a:rPr lang="en-US" sz="190" dirty="0"/>
              <a:t>(fields).</a:t>
            </a:r>
            <a:r>
              <a:rPr lang="en-US" sz="190" dirty="0" err="1"/>
              <a:t>forEach</a:t>
            </a:r>
            <a:r>
              <a:rPr lang="en-US" sz="190" dirty="0"/>
              <a:t>((key) =&gt; (fields[key] = fields[key][0]));</a:t>
            </a:r>
          </a:p>
          <a:p>
            <a:pPr marL="0" indent="0">
              <a:buNone/>
            </a:pPr>
            <a:r>
              <a:rPr lang="en-US" sz="190" dirty="0"/>
              <a:t>    </a:t>
            </a:r>
            <a:r>
              <a:rPr lang="en-US" sz="190" dirty="0" err="1"/>
              <a:t>Object.keys</a:t>
            </a:r>
            <a:r>
              <a:rPr lang="en-US" sz="190" dirty="0"/>
              <a:t>(files).</a:t>
            </a:r>
            <a:r>
              <a:rPr lang="en-US" sz="190" dirty="0" err="1"/>
              <a:t>forEach</a:t>
            </a:r>
            <a:r>
              <a:rPr lang="en-US" sz="190" dirty="0"/>
              <a:t>((key) =&gt; (files[key] = files[key][0]));</a:t>
            </a:r>
          </a:p>
          <a:p>
            <a:pPr marL="0" indent="0">
              <a:buNone/>
            </a:pPr>
            <a:r>
              <a:rPr lang="en-US" sz="190" dirty="0"/>
              <a:t>    let shop = </a:t>
            </a:r>
            <a:r>
              <a:rPr lang="en-US" sz="190" dirty="0" err="1"/>
              <a:t>req.shop</a:t>
            </a:r>
            <a:r>
              <a:rPr lang="en-US" sz="190" dirty="0"/>
              <a:t>;</a:t>
            </a:r>
          </a:p>
          <a:p>
            <a:pPr marL="0" indent="0">
              <a:buNone/>
            </a:pPr>
            <a:r>
              <a:rPr lang="en-US" sz="190" dirty="0"/>
              <a:t>    shop = extend(shop, fields);</a:t>
            </a:r>
          </a:p>
          <a:p>
            <a:pPr marL="0" indent="0">
              <a:buNone/>
            </a:pPr>
            <a:r>
              <a:rPr lang="en-US" sz="190" dirty="0"/>
              <a:t>    </a:t>
            </a:r>
            <a:r>
              <a:rPr lang="en-US" sz="190" dirty="0" err="1"/>
              <a:t>shop.updated</a:t>
            </a:r>
            <a:r>
              <a:rPr lang="en-US" sz="190" dirty="0"/>
              <a:t> = </a:t>
            </a:r>
            <a:r>
              <a:rPr lang="en-US" sz="190" dirty="0" err="1"/>
              <a:t>Date.now</a:t>
            </a:r>
            <a:r>
              <a:rPr lang="en-US" sz="190" dirty="0"/>
              <a:t>();</a:t>
            </a:r>
          </a:p>
          <a:p>
            <a:pPr marL="0" indent="0">
              <a:buNone/>
            </a:pPr>
            <a:r>
              <a:rPr lang="en-US" sz="190" dirty="0"/>
              <a:t>    if (</a:t>
            </a:r>
            <a:r>
              <a:rPr lang="en-US" sz="190" dirty="0" err="1"/>
              <a:t>files.image</a:t>
            </a:r>
            <a:r>
              <a:rPr lang="en-US" sz="190" dirty="0"/>
              <a:t>) {</a:t>
            </a:r>
          </a:p>
          <a:p>
            <a:pPr marL="0" indent="0">
              <a:buNone/>
            </a:pPr>
            <a:r>
              <a:rPr lang="en-US" sz="190" dirty="0"/>
              <a:t>      </a:t>
            </a:r>
            <a:r>
              <a:rPr lang="en-US" sz="190" dirty="0" err="1"/>
              <a:t>shop.image.data</a:t>
            </a:r>
            <a:r>
              <a:rPr lang="en-US" sz="190" dirty="0"/>
              <a:t> = </a:t>
            </a:r>
            <a:r>
              <a:rPr lang="en-US" sz="190" dirty="0" err="1"/>
              <a:t>fs.readFileSync</a:t>
            </a:r>
            <a:r>
              <a:rPr lang="en-US" sz="190" dirty="0"/>
              <a:t>(</a:t>
            </a:r>
            <a:r>
              <a:rPr lang="en-US" sz="190" dirty="0" err="1"/>
              <a:t>files.image.filepath</a:t>
            </a:r>
            <a:r>
              <a:rPr lang="en-US" sz="190" dirty="0"/>
              <a:t>);</a:t>
            </a:r>
          </a:p>
          <a:p>
            <a:pPr marL="0" indent="0">
              <a:buNone/>
            </a:pPr>
            <a:r>
              <a:rPr lang="en-US" sz="190" dirty="0"/>
              <a:t>      </a:t>
            </a:r>
            <a:r>
              <a:rPr lang="en-US" sz="190" dirty="0" err="1"/>
              <a:t>shop.image.contentType</a:t>
            </a:r>
            <a:r>
              <a:rPr lang="en-US" sz="190" dirty="0"/>
              <a:t> = </a:t>
            </a:r>
            <a:r>
              <a:rPr lang="en-US" sz="190" dirty="0" err="1"/>
              <a:t>files.image.mimetype</a:t>
            </a:r>
            <a:r>
              <a:rPr lang="en-US" sz="190" dirty="0"/>
              <a:t>;</a:t>
            </a:r>
          </a:p>
          <a:p>
            <a:pPr marL="0" indent="0">
              <a:buNone/>
            </a:pPr>
            <a:r>
              <a:rPr lang="en-US" sz="190" dirty="0"/>
              <a:t>    }</a:t>
            </a:r>
          </a:p>
          <a:p>
            <a:pPr marL="0" indent="0">
              <a:buNone/>
            </a:pPr>
            <a:r>
              <a:rPr lang="en-US" sz="190" dirty="0"/>
              <a:t>    try {</a:t>
            </a:r>
          </a:p>
          <a:p>
            <a:pPr marL="0" indent="0">
              <a:buNone/>
            </a:pPr>
            <a:r>
              <a:rPr lang="en-US" sz="190" dirty="0"/>
              <a:t>      let result = await </a:t>
            </a:r>
            <a:r>
              <a:rPr lang="en-US" sz="190" dirty="0" err="1"/>
              <a:t>shop.save</a:t>
            </a:r>
            <a:r>
              <a:rPr lang="en-US" sz="190" dirty="0"/>
              <a:t>();</a:t>
            </a:r>
          </a:p>
          <a:p>
            <a:pPr marL="0" indent="0">
              <a:buNone/>
            </a:pPr>
            <a:r>
              <a:rPr lang="en-US" sz="190" dirty="0"/>
              <a:t>      </a:t>
            </a:r>
            <a:r>
              <a:rPr lang="en-US" sz="190" dirty="0" err="1"/>
              <a:t>res.json</a:t>
            </a:r>
            <a:r>
              <a:rPr lang="en-US" sz="190" dirty="0"/>
              <a:t>(result);</a:t>
            </a:r>
          </a:p>
          <a:p>
            <a:pPr marL="0" indent="0">
              <a:buNone/>
            </a:pPr>
            <a:r>
              <a:rPr lang="en-US" sz="190" dirty="0"/>
              <a:t>    } catch (err) {</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a:t>
            </a:r>
            <a:r>
              <a:rPr lang="en-US" sz="190" dirty="0" err="1"/>
              <a:t>errorHandler.getErrorMessage</a:t>
            </a:r>
            <a:r>
              <a:rPr lang="en-US" sz="190" dirty="0"/>
              <a:t>(err),</a:t>
            </a:r>
          </a:p>
          <a:p>
            <a:pPr marL="0" indent="0">
              <a:buNone/>
            </a:pPr>
            <a:r>
              <a:rPr lang="en-US" sz="190" dirty="0"/>
              <a:t>      });</a:t>
            </a:r>
          </a:p>
          <a:p>
            <a:pPr marL="0" indent="0">
              <a:buNone/>
            </a:pPr>
            <a:r>
              <a:rPr lang="en-US" sz="190" dirty="0"/>
              <a:t>    }</a:t>
            </a:r>
          </a:p>
          <a:p>
            <a:pPr marL="0" indent="0">
              <a:buNone/>
            </a:pPr>
            <a:r>
              <a:rPr lang="en-US" sz="190" dirty="0"/>
              <a:t>  });</a:t>
            </a:r>
          </a:p>
          <a:p>
            <a:pPr marL="0" indent="0">
              <a:buNone/>
            </a:pPr>
            <a:r>
              <a:rPr lang="en-US" sz="190" dirty="0"/>
              <a:t>};</a:t>
            </a:r>
          </a:p>
          <a:p>
            <a:pPr marL="0" indent="0">
              <a:buNone/>
            </a:pPr>
            <a:r>
              <a:rPr lang="en-US" sz="190" dirty="0"/>
              <a:t>const remove = async (req, res) =&gt; {</a:t>
            </a:r>
          </a:p>
          <a:p>
            <a:pPr marL="0" indent="0">
              <a:buNone/>
            </a:pPr>
            <a:r>
              <a:rPr lang="en-US" sz="190" dirty="0"/>
              <a:t>  try {</a:t>
            </a:r>
          </a:p>
          <a:p>
            <a:pPr marL="0" indent="0">
              <a:buNone/>
            </a:pPr>
            <a:r>
              <a:rPr lang="en-US" sz="190" dirty="0"/>
              <a:t>    let shop = </a:t>
            </a:r>
            <a:r>
              <a:rPr lang="en-US" sz="190" dirty="0" err="1"/>
              <a:t>req.shop</a:t>
            </a:r>
            <a:r>
              <a:rPr lang="en-US" sz="190" dirty="0"/>
              <a:t>;</a:t>
            </a:r>
          </a:p>
          <a:p>
            <a:pPr marL="0" indent="0">
              <a:buNone/>
            </a:pPr>
            <a:r>
              <a:rPr lang="en-US" sz="190" dirty="0"/>
              <a:t>    let </a:t>
            </a:r>
            <a:r>
              <a:rPr lang="en-US" sz="190" dirty="0" err="1"/>
              <a:t>deletedShop</a:t>
            </a:r>
            <a:r>
              <a:rPr lang="en-US" sz="190" dirty="0"/>
              <a:t> = await </a:t>
            </a:r>
            <a:r>
              <a:rPr lang="en-US" sz="190" dirty="0" err="1"/>
              <a:t>Shop.deleteOne</a:t>
            </a:r>
            <a:r>
              <a:rPr lang="en-US" sz="190" dirty="0"/>
              <a:t>({ _id: </a:t>
            </a:r>
            <a:r>
              <a:rPr lang="en-US" sz="190" dirty="0" err="1"/>
              <a:t>shop._id</a:t>
            </a:r>
            <a:r>
              <a:rPr lang="en-US" sz="190" dirty="0"/>
              <a:t> });</a:t>
            </a:r>
          </a:p>
          <a:p>
            <a:pPr marL="0" indent="0">
              <a:buNone/>
            </a:pPr>
            <a:r>
              <a:rPr lang="en-US" sz="190" dirty="0"/>
              <a:t>    </a:t>
            </a:r>
            <a:r>
              <a:rPr lang="en-US" sz="190" dirty="0" err="1"/>
              <a:t>res.json</a:t>
            </a:r>
            <a:r>
              <a:rPr lang="en-US" sz="190" dirty="0"/>
              <a:t>(</a:t>
            </a:r>
            <a:r>
              <a:rPr lang="en-US" sz="190" dirty="0" err="1"/>
              <a:t>deletedShop</a:t>
            </a:r>
            <a:r>
              <a:rPr lang="en-US" sz="190" dirty="0"/>
              <a:t>);</a:t>
            </a:r>
          </a:p>
          <a:p>
            <a:pPr marL="0" indent="0">
              <a:buNone/>
            </a:pPr>
            <a:r>
              <a:rPr lang="en-US" sz="190" dirty="0"/>
              <a:t>  } catch (err) {</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a:t>
            </a:r>
            <a:r>
              <a:rPr lang="en-US" sz="190" dirty="0" err="1"/>
              <a:t>errorHandler.getErrorMessage</a:t>
            </a:r>
            <a:r>
              <a:rPr lang="en-US" sz="190" dirty="0"/>
              <a:t>(err),</a:t>
            </a:r>
          </a:p>
          <a:p>
            <a:pPr marL="0" indent="0">
              <a:buNone/>
            </a:pPr>
            <a:r>
              <a:rPr lang="en-US" sz="190" dirty="0"/>
              <a:t>    });</a:t>
            </a:r>
          </a:p>
          <a:p>
            <a:pPr marL="0" indent="0">
              <a:buNone/>
            </a:pPr>
            <a:r>
              <a:rPr lang="en-US" sz="190" dirty="0"/>
              <a:t>  }</a:t>
            </a:r>
          </a:p>
          <a:p>
            <a:pPr marL="0" indent="0">
              <a:buNone/>
            </a:pPr>
            <a:r>
              <a:rPr lang="en-US" sz="190" dirty="0"/>
              <a:t>};</a:t>
            </a:r>
          </a:p>
          <a:p>
            <a:pPr marL="0" indent="0">
              <a:buNone/>
            </a:pPr>
            <a:br>
              <a:rPr lang="en-US" sz="190" dirty="0"/>
            </a:br>
            <a:r>
              <a:rPr lang="en-US" sz="190" dirty="0">
                <a:highlight>
                  <a:srgbClr val="FFFF00"/>
                </a:highlight>
              </a:rPr>
              <a:t>const list = async (req, res) =&gt; {</a:t>
            </a:r>
          </a:p>
          <a:p>
            <a:pPr marL="0" indent="0">
              <a:buNone/>
            </a:pPr>
            <a:r>
              <a:rPr lang="en-US" sz="190" dirty="0">
                <a:highlight>
                  <a:srgbClr val="FFFF00"/>
                </a:highlight>
              </a:rPr>
              <a:t>  try {</a:t>
            </a:r>
          </a:p>
          <a:p>
            <a:pPr marL="0" indent="0">
              <a:buNone/>
            </a:pPr>
            <a:r>
              <a:rPr lang="en-US" sz="190" dirty="0">
                <a:highlight>
                  <a:srgbClr val="FFFF00"/>
                </a:highlight>
              </a:rPr>
              <a:t>    let shops = await </a:t>
            </a:r>
            <a:r>
              <a:rPr lang="en-US" sz="190" dirty="0" err="1">
                <a:highlight>
                  <a:srgbClr val="FFFF00"/>
                </a:highlight>
              </a:rPr>
              <a:t>Shop.find</a:t>
            </a:r>
            <a:r>
              <a:rPr lang="en-US" sz="190" dirty="0">
                <a:highlight>
                  <a:srgbClr val="FFFF00"/>
                </a:highlight>
              </a:rPr>
              <a:t>().populate("owner", "_id name");</a:t>
            </a:r>
          </a:p>
          <a:p>
            <a:pPr marL="0" indent="0">
              <a:buNone/>
            </a:pPr>
            <a:r>
              <a:rPr lang="en-US" sz="190" dirty="0">
                <a:highlight>
                  <a:srgbClr val="FFFF00"/>
                </a:highlight>
              </a:rPr>
              <a:t>    </a:t>
            </a:r>
            <a:r>
              <a:rPr lang="en-US" sz="190" dirty="0" err="1">
                <a:highlight>
                  <a:srgbClr val="FFFF00"/>
                </a:highlight>
              </a:rPr>
              <a:t>res.json</a:t>
            </a:r>
            <a:r>
              <a:rPr lang="en-US" sz="190" dirty="0">
                <a:highlight>
                  <a:srgbClr val="FFFF00"/>
                </a:highlight>
              </a:rPr>
              <a:t>(shops);</a:t>
            </a:r>
          </a:p>
          <a:p>
            <a:pPr marL="0" indent="0">
              <a:buNone/>
            </a:pPr>
            <a:r>
              <a:rPr lang="en-US" sz="190" dirty="0">
                <a:highlight>
                  <a:srgbClr val="FFFF00"/>
                </a:highlight>
              </a:rPr>
              <a:t>  } catch (err) {</a:t>
            </a:r>
          </a:p>
          <a:p>
            <a:pPr marL="0" indent="0">
              <a:buNone/>
            </a:pPr>
            <a:r>
              <a:rPr lang="en-US" sz="190" dirty="0">
                <a:highlight>
                  <a:srgbClr val="FFFF00"/>
                </a:highlight>
              </a:rPr>
              <a:t>    return </a:t>
            </a:r>
            <a:r>
              <a:rPr lang="en-US" sz="190" dirty="0" err="1">
                <a:highlight>
                  <a:srgbClr val="FFFF00"/>
                </a:highlight>
              </a:rPr>
              <a:t>res.status</a:t>
            </a:r>
            <a:r>
              <a:rPr lang="en-US" sz="190" dirty="0">
                <a:highlight>
                  <a:srgbClr val="FFFF00"/>
                </a:highlight>
              </a:rPr>
              <a:t>(400).</a:t>
            </a:r>
            <a:r>
              <a:rPr lang="en-US" sz="190" dirty="0" err="1">
                <a:highlight>
                  <a:srgbClr val="FFFF00"/>
                </a:highlight>
              </a:rPr>
              <a:t>json</a:t>
            </a:r>
            <a:r>
              <a:rPr lang="en-US" sz="190" dirty="0">
                <a:highlight>
                  <a:srgbClr val="FFFF00"/>
                </a:highlight>
              </a:rPr>
              <a:t>({</a:t>
            </a:r>
          </a:p>
          <a:p>
            <a:pPr marL="0" indent="0">
              <a:buNone/>
            </a:pPr>
            <a:r>
              <a:rPr lang="en-US" sz="190" dirty="0">
                <a:highlight>
                  <a:srgbClr val="FFFF00"/>
                </a:highlight>
              </a:rPr>
              <a:t>      error: </a:t>
            </a:r>
            <a:r>
              <a:rPr lang="en-US" sz="190" dirty="0" err="1">
                <a:highlight>
                  <a:srgbClr val="FFFF00"/>
                </a:highlight>
              </a:rPr>
              <a:t>errorHandler.getErrorMessage</a:t>
            </a:r>
            <a:r>
              <a:rPr lang="en-US" sz="190" dirty="0">
                <a:highlight>
                  <a:srgbClr val="FFFF00"/>
                </a:highlight>
              </a:rPr>
              <a:t>(err),</a:t>
            </a:r>
          </a:p>
          <a:p>
            <a:pPr marL="0" indent="0">
              <a:buNone/>
            </a:pPr>
            <a:r>
              <a:rPr lang="en-US" sz="190" dirty="0">
                <a:highlight>
                  <a:srgbClr val="FFFF00"/>
                </a:highlight>
              </a:rPr>
              <a:t>    });</a:t>
            </a:r>
          </a:p>
          <a:p>
            <a:pPr marL="0" indent="0">
              <a:buNone/>
            </a:pPr>
            <a:r>
              <a:rPr lang="en-US" sz="190" dirty="0">
                <a:highlight>
                  <a:srgbClr val="FFFF00"/>
                </a:highlight>
              </a:rPr>
              <a:t>  }</a:t>
            </a:r>
          </a:p>
          <a:p>
            <a:pPr marL="0" indent="0">
              <a:buNone/>
            </a:pPr>
            <a:r>
              <a:rPr lang="en-US" sz="190" dirty="0">
                <a:highlight>
                  <a:srgbClr val="FFFF00"/>
                </a:highlight>
              </a:rPr>
              <a:t>};  </a:t>
            </a:r>
          </a:p>
          <a:p>
            <a:pPr marL="0" indent="0">
              <a:buNone/>
            </a:pPr>
            <a:br>
              <a:rPr lang="en-US" sz="190" dirty="0"/>
            </a:br>
            <a:r>
              <a:rPr lang="en-US" sz="190" dirty="0"/>
              <a:t>const </a:t>
            </a:r>
            <a:r>
              <a:rPr lang="en-US" sz="190" dirty="0" err="1"/>
              <a:t>listByOwner</a:t>
            </a:r>
            <a:r>
              <a:rPr lang="en-US" sz="190" dirty="0"/>
              <a:t> = async (req, res) =&gt; {</a:t>
            </a:r>
          </a:p>
          <a:p>
            <a:pPr marL="0" indent="0">
              <a:buNone/>
            </a:pPr>
            <a:r>
              <a:rPr lang="en-US" sz="190" dirty="0"/>
              <a:t>  try {</a:t>
            </a:r>
          </a:p>
          <a:p>
            <a:pPr marL="0" indent="0">
              <a:buNone/>
            </a:pPr>
            <a:r>
              <a:rPr lang="en-US" sz="190" dirty="0"/>
              <a:t>    let shops = await </a:t>
            </a:r>
            <a:r>
              <a:rPr lang="en-US" sz="190" dirty="0" err="1"/>
              <a:t>Shop.find</a:t>
            </a:r>
            <a:r>
              <a:rPr lang="en-US" sz="190" dirty="0"/>
              <a:t>({ owner: </a:t>
            </a:r>
            <a:r>
              <a:rPr lang="en-US" sz="190" dirty="0" err="1"/>
              <a:t>req.profile._id</a:t>
            </a:r>
            <a:r>
              <a:rPr lang="en-US" sz="190" dirty="0"/>
              <a:t> }).populate(</a:t>
            </a:r>
          </a:p>
          <a:p>
            <a:pPr marL="0" indent="0">
              <a:buNone/>
            </a:pPr>
            <a:r>
              <a:rPr lang="en-US" sz="190" dirty="0"/>
              <a:t>      "owner",</a:t>
            </a:r>
          </a:p>
          <a:p>
            <a:pPr marL="0" indent="0">
              <a:buNone/>
            </a:pPr>
            <a:r>
              <a:rPr lang="en-US" sz="190" dirty="0"/>
              <a:t>      "_id name"</a:t>
            </a:r>
          </a:p>
          <a:p>
            <a:pPr marL="0" indent="0">
              <a:buNone/>
            </a:pPr>
            <a:r>
              <a:rPr lang="en-US" sz="190" dirty="0"/>
              <a:t>    );</a:t>
            </a:r>
          </a:p>
          <a:p>
            <a:pPr marL="0" indent="0">
              <a:buNone/>
            </a:pPr>
            <a:r>
              <a:rPr lang="en-US" sz="190" dirty="0"/>
              <a:t>    </a:t>
            </a:r>
            <a:r>
              <a:rPr lang="en-US" sz="190" dirty="0" err="1"/>
              <a:t>res.json</a:t>
            </a:r>
            <a:r>
              <a:rPr lang="en-US" sz="190" dirty="0"/>
              <a:t>(shops);</a:t>
            </a:r>
          </a:p>
          <a:p>
            <a:pPr marL="0" indent="0">
              <a:buNone/>
            </a:pPr>
            <a:r>
              <a:rPr lang="en-US" sz="190" dirty="0"/>
              <a:t>  } catch (err) {</a:t>
            </a:r>
          </a:p>
          <a:p>
            <a:pPr marL="0" indent="0">
              <a:buNone/>
            </a:pPr>
            <a:r>
              <a:rPr lang="en-US" sz="190" dirty="0"/>
              <a:t>    return </a:t>
            </a:r>
            <a:r>
              <a:rPr lang="en-US" sz="190" dirty="0" err="1"/>
              <a:t>res.status</a:t>
            </a:r>
            <a:r>
              <a:rPr lang="en-US" sz="190" dirty="0"/>
              <a:t>(400).</a:t>
            </a:r>
            <a:r>
              <a:rPr lang="en-US" sz="190" dirty="0" err="1"/>
              <a:t>json</a:t>
            </a:r>
            <a:r>
              <a:rPr lang="en-US" sz="190" dirty="0"/>
              <a:t>({</a:t>
            </a:r>
          </a:p>
          <a:p>
            <a:pPr marL="0" indent="0">
              <a:buNone/>
            </a:pPr>
            <a:r>
              <a:rPr lang="en-US" sz="190" dirty="0"/>
              <a:t>      error: </a:t>
            </a:r>
            <a:r>
              <a:rPr lang="en-US" sz="190" dirty="0" err="1"/>
              <a:t>errorHandler.getErrorMessage</a:t>
            </a:r>
            <a:r>
              <a:rPr lang="en-US" sz="190" dirty="0"/>
              <a:t>(err),</a:t>
            </a:r>
          </a:p>
          <a:p>
            <a:pPr marL="0" indent="0">
              <a:buNone/>
            </a:pPr>
            <a:r>
              <a:rPr lang="en-US" sz="190" dirty="0"/>
              <a:t>    });</a:t>
            </a:r>
          </a:p>
          <a:p>
            <a:pPr marL="0" indent="0">
              <a:buNone/>
            </a:pPr>
            <a:r>
              <a:rPr lang="en-US" sz="190" dirty="0"/>
              <a:t>  }</a:t>
            </a:r>
          </a:p>
          <a:p>
            <a:pPr marL="0" indent="0">
              <a:buNone/>
            </a:pPr>
            <a:r>
              <a:rPr lang="en-US" sz="190" dirty="0"/>
              <a:t>};</a:t>
            </a:r>
          </a:p>
          <a:p>
            <a:pPr marL="0" indent="0">
              <a:buNone/>
            </a:pPr>
            <a:r>
              <a:rPr lang="en-US" sz="190" dirty="0"/>
              <a:t>const </a:t>
            </a:r>
            <a:r>
              <a:rPr lang="en-US" sz="190" dirty="0" err="1"/>
              <a:t>isOwner</a:t>
            </a:r>
            <a:r>
              <a:rPr lang="en-US" sz="190" dirty="0"/>
              <a:t> = (req, res, next) =&gt; {</a:t>
            </a:r>
          </a:p>
          <a:p>
            <a:pPr marL="0" indent="0">
              <a:buNone/>
            </a:pPr>
            <a:r>
              <a:rPr lang="en-US" sz="190" dirty="0"/>
              <a:t>  const </a:t>
            </a:r>
            <a:r>
              <a:rPr lang="en-US" sz="190" dirty="0" err="1"/>
              <a:t>isOwner</a:t>
            </a:r>
            <a:r>
              <a:rPr lang="en-US" sz="190" dirty="0"/>
              <a:t> = </a:t>
            </a:r>
            <a:r>
              <a:rPr lang="en-US" sz="190" dirty="0" err="1"/>
              <a:t>req.shop</a:t>
            </a:r>
            <a:r>
              <a:rPr lang="en-US" sz="190" dirty="0"/>
              <a:t> &amp;&amp; </a:t>
            </a:r>
            <a:r>
              <a:rPr lang="en-US" sz="190" dirty="0" err="1"/>
              <a:t>req.auth</a:t>
            </a:r>
            <a:r>
              <a:rPr lang="en-US" sz="190" dirty="0"/>
              <a:t> &amp;&amp; </a:t>
            </a:r>
            <a:r>
              <a:rPr lang="en-US" sz="190" dirty="0" err="1"/>
              <a:t>req.shop.owner._id</a:t>
            </a:r>
            <a:r>
              <a:rPr lang="en-US" sz="190" dirty="0"/>
              <a:t> == </a:t>
            </a:r>
            <a:r>
              <a:rPr lang="en-US" sz="190" dirty="0" err="1"/>
              <a:t>req.auth._id</a:t>
            </a:r>
            <a:r>
              <a:rPr lang="en-US" sz="190" dirty="0"/>
              <a:t>;</a:t>
            </a:r>
          </a:p>
          <a:p>
            <a:pPr marL="0" indent="0">
              <a:buNone/>
            </a:pPr>
            <a:r>
              <a:rPr lang="en-US" sz="190" dirty="0"/>
              <a:t>  if (!</a:t>
            </a:r>
            <a:r>
              <a:rPr lang="en-US" sz="190" dirty="0" err="1"/>
              <a:t>isOwner</a:t>
            </a:r>
            <a:r>
              <a:rPr lang="en-US" sz="190" dirty="0"/>
              <a:t>) {</a:t>
            </a:r>
          </a:p>
          <a:p>
            <a:pPr marL="0" indent="0">
              <a:buNone/>
            </a:pPr>
            <a:r>
              <a:rPr lang="en-US" sz="190" dirty="0"/>
              <a:t>    return </a:t>
            </a:r>
            <a:r>
              <a:rPr lang="en-US" sz="190" dirty="0" err="1"/>
              <a:t>res.status</a:t>
            </a:r>
            <a:r>
              <a:rPr lang="en-US" sz="190" dirty="0"/>
              <a:t>("403").</a:t>
            </a:r>
            <a:r>
              <a:rPr lang="en-US" sz="190" dirty="0" err="1"/>
              <a:t>json</a:t>
            </a:r>
            <a:r>
              <a:rPr lang="en-US" sz="190" dirty="0"/>
              <a:t>({</a:t>
            </a:r>
          </a:p>
          <a:p>
            <a:pPr marL="0" indent="0">
              <a:buNone/>
            </a:pPr>
            <a:r>
              <a:rPr lang="en-US" sz="190" dirty="0"/>
              <a:t>      error: "User is not authorized",</a:t>
            </a:r>
          </a:p>
          <a:p>
            <a:pPr marL="0" indent="0">
              <a:buNone/>
            </a:pPr>
            <a:r>
              <a:rPr lang="en-US" sz="190" dirty="0"/>
              <a:t>    });</a:t>
            </a:r>
          </a:p>
          <a:p>
            <a:pPr marL="0" indent="0">
              <a:buNone/>
            </a:pPr>
            <a:r>
              <a:rPr lang="en-US" sz="190" dirty="0"/>
              <a:t>  }</a:t>
            </a:r>
          </a:p>
          <a:p>
            <a:pPr marL="0" indent="0">
              <a:buNone/>
            </a:pPr>
            <a:r>
              <a:rPr lang="en-US" sz="190" dirty="0"/>
              <a:t>  next();</a:t>
            </a:r>
          </a:p>
          <a:p>
            <a:pPr marL="0" indent="0">
              <a:buNone/>
            </a:pPr>
            <a:r>
              <a:rPr lang="en-US" sz="190" dirty="0"/>
              <a:t>};</a:t>
            </a:r>
          </a:p>
          <a:p>
            <a:pPr marL="0" indent="0">
              <a:buNone/>
            </a:pPr>
            <a:r>
              <a:rPr lang="en-US" sz="190" dirty="0"/>
              <a:t>export default {</a:t>
            </a:r>
          </a:p>
          <a:p>
            <a:pPr marL="0" indent="0">
              <a:buNone/>
            </a:pPr>
            <a:r>
              <a:rPr lang="en-US" sz="190" dirty="0"/>
              <a:t>  create,</a:t>
            </a:r>
          </a:p>
          <a:p>
            <a:pPr marL="0" indent="0">
              <a:buNone/>
            </a:pPr>
            <a:r>
              <a:rPr lang="en-US" sz="190" dirty="0"/>
              <a:t>  </a:t>
            </a:r>
            <a:r>
              <a:rPr lang="en-US" sz="190" dirty="0" err="1"/>
              <a:t>shopByID</a:t>
            </a:r>
            <a:r>
              <a:rPr lang="en-US" sz="190" dirty="0"/>
              <a:t>,</a:t>
            </a:r>
          </a:p>
          <a:p>
            <a:pPr marL="0" indent="0">
              <a:buNone/>
            </a:pPr>
            <a:r>
              <a:rPr lang="en-US" sz="190" dirty="0"/>
              <a:t>  photo,</a:t>
            </a:r>
          </a:p>
          <a:p>
            <a:pPr marL="0" indent="0">
              <a:buNone/>
            </a:pPr>
            <a:r>
              <a:rPr lang="en-US" sz="190" dirty="0"/>
              <a:t>  </a:t>
            </a:r>
            <a:r>
              <a:rPr lang="en-US" sz="190" dirty="0" err="1"/>
              <a:t>defaultPhoto</a:t>
            </a:r>
            <a:r>
              <a:rPr lang="en-US" sz="190" dirty="0"/>
              <a:t>,</a:t>
            </a:r>
          </a:p>
          <a:p>
            <a:pPr marL="0" indent="0">
              <a:buNone/>
            </a:pPr>
            <a:r>
              <a:rPr lang="en-US" sz="190" dirty="0"/>
              <a:t>  </a:t>
            </a:r>
            <a:r>
              <a:rPr lang="en-US" sz="190" dirty="0" err="1"/>
              <a:t>listByOwner</a:t>
            </a:r>
            <a:r>
              <a:rPr lang="en-US" sz="190" dirty="0"/>
              <a:t>,</a:t>
            </a:r>
          </a:p>
          <a:p>
            <a:pPr marL="0" indent="0">
              <a:buNone/>
            </a:pPr>
            <a:r>
              <a:rPr lang="en-US" sz="190" dirty="0"/>
              <a:t>  read,</a:t>
            </a:r>
          </a:p>
          <a:p>
            <a:pPr marL="0" indent="0">
              <a:buNone/>
            </a:pPr>
            <a:r>
              <a:rPr lang="en-US" sz="190" dirty="0"/>
              <a:t>  update,</a:t>
            </a:r>
          </a:p>
          <a:p>
            <a:pPr marL="0" indent="0">
              <a:buNone/>
            </a:pPr>
            <a:r>
              <a:rPr lang="en-US" sz="190" dirty="0"/>
              <a:t>  </a:t>
            </a:r>
            <a:r>
              <a:rPr lang="en-US" sz="190" dirty="0" err="1"/>
              <a:t>isOwner</a:t>
            </a:r>
            <a:r>
              <a:rPr lang="en-US" sz="190" dirty="0"/>
              <a:t>,</a:t>
            </a:r>
          </a:p>
          <a:p>
            <a:pPr marL="0" indent="0">
              <a:buNone/>
            </a:pPr>
            <a:r>
              <a:rPr lang="en-US" sz="190" dirty="0"/>
              <a:t>  remove,</a:t>
            </a:r>
          </a:p>
          <a:p>
            <a:pPr marL="0" indent="0">
              <a:buNone/>
            </a:pPr>
            <a:r>
              <a:rPr lang="en-US" sz="190" dirty="0">
                <a:highlight>
                  <a:srgbClr val="FFFF00"/>
                </a:highlight>
              </a:rPr>
              <a:t>list,</a:t>
            </a:r>
          </a:p>
          <a:p>
            <a:pPr marL="0" indent="0">
              <a:buNone/>
            </a:pPr>
            <a:r>
              <a:rPr lang="en-US" sz="190" dirty="0"/>
              <a:t>};</a:t>
            </a:r>
          </a:p>
          <a:p>
            <a:pPr marL="0" indent="0">
              <a:buNone/>
            </a:pPr>
            <a:endParaRPr lang="en-US" sz="200" dirty="0"/>
          </a:p>
        </p:txBody>
      </p:sp>
      <p:sp>
        <p:nvSpPr>
          <p:cNvPr id="4" name="Date Placeholder 3">
            <a:extLst>
              <a:ext uri="{FF2B5EF4-FFF2-40B4-BE49-F238E27FC236}">
                <a16:creationId xmlns:a16="http://schemas.microsoft.com/office/drawing/2014/main" id="{F43EB54A-8B6E-69A8-7088-5442D1AB8D4B}"/>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9D8B7D2-47A6-F3E7-F1F8-026D3CDD3CD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BDEC8B5-1D34-0804-241A-A758417F67E3}"/>
              </a:ext>
            </a:extLst>
          </p:cNvPr>
          <p:cNvSpPr>
            <a:spLocks noGrp="1"/>
          </p:cNvSpPr>
          <p:nvPr>
            <p:ph type="sldNum" sz="quarter" idx="12"/>
          </p:nvPr>
        </p:nvSpPr>
        <p:spPr/>
        <p:txBody>
          <a:bodyPr/>
          <a:lstStyle/>
          <a:p>
            <a:fld id="{7C5CF243-786F-4254-B068-4C9F0B6EA12F}" type="slidenum">
              <a:rPr lang="en-US" altLang="en-US" smtClean="0"/>
              <a:pPr/>
              <a:t>63</a:t>
            </a:fld>
            <a:endParaRPr lang="en-US" altLang="en-US"/>
          </a:p>
        </p:txBody>
      </p:sp>
    </p:spTree>
    <p:extLst>
      <p:ext uri="{BB962C8B-B14F-4D97-AF65-F5344CB8AC3E}">
        <p14:creationId xmlns:p14="http://schemas.microsoft.com/office/powerpoint/2010/main" val="3240096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7207-11BB-590D-DDDC-9E6A03FBA3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4119D0-E290-83D2-CE1B-684CF5B39C9D}"/>
              </a:ext>
            </a:extLst>
          </p:cNvPr>
          <p:cNvSpPr>
            <a:spLocks noGrp="1"/>
          </p:cNvSpPr>
          <p:nvPr>
            <p:ph idx="1"/>
          </p:nvPr>
        </p:nvSpPr>
        <p:spPr/>
        <p:txBody>
          <a:bodyPr/>
          <a:lstStyle/>
          <a:p>
            <a:r>
              <a:rPr lang="en-US" dirty="0"/>
              <a:t>Then import and create new route for the shop</a:t>
            </a:r>
          </a:p>
        </p:txBody>
      </p:sp>
      <p:sp>
        <p:nvSpPr>
          <p:cNvPr id="4" name="Date Placeholder 3">
            <a:extLst>
              <a:ext uri="{FF2B5EF4-FFF2-40B4-BE49-F238E27FC236}">
                <a16:creationId xmlns:a16="http://schemas.microsoft.com/office/drawing/2014/main" id="{C1258EE5-86BF-596B-88CF-4DEB64EDC06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DA26AF5-7D43-49D7-C8A9-5C2E0DDFC41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2746F80-DAE5-62E9-E786-3811765EB414}"/>
              </a:ext>
            </a:extLst>
          </p:cNvPr>
          <p:cNvSpPr>
            <a:spLocks noGrp="1"/>
          </p:cNvSpPr>
          <p:nvPr>
            <p:ph type="sldNum" sz="quarter" idx="12"/>
          </p:nvPr>
        </p:nvSpPr>
        <p:spPr/>
        <p:txBody>
          <a:bodyPr/>
          <a:lstStyle/>
          <a:p>
            <a:fld id="{7C5CF243-786F-4254-B068-4C9F0B6EA12F}" type="slidenum">
              <a:rPr lang="en-US" altLang="en-US" smtClean="0"/>
              <a:pPr/>
              <a:t>64</a:t>
            </a:fld>
            <a:endParaRPr lang="en-US" altLang="en-US"/>
          </a:p>
        </p:txBody>
      </p:sp>
    </p:spTree>
    <p:extLst>
      <p:ext uri="{BB962C8B-B14F-4D97-AF65-F5344CB8AC3E}">
        <p14:creationId xmlns:p14="http://schemas.microsoft.com/office/powerpoint/2010/main" val="23383454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9099-652F-356E-C8F8-E42E0A3B40C3}"/>
              </a:ext>
            </a:extLst>
          </p:cNvPr>
          <p:cNvSpPr>
            <a:spLocks noGrp="1"/>
          </p:cNvSpPr>
          <p:nvPr>
            <p:ph type="title"/>
          </p:nvPr>
        </p:nvSpPr>
        <p:spPr/>
        <p:txBody>
          <a:bodyPr/>
          <a:lstStyle/>
          <a:p>
            <a:r>
              <a:rPr lang="en-US" dirty="0"/>
              <a:t>Updated </a:t>
            </a:r>
            <a:r>
              <a:rPr lang="en-US" dirty="0" err="1"/>
              <a:t>MainRouter.jsx</a:t>
            </a:r>
            <a:endParaRPr lang="en-US" dirty="0"/>
          </a:p>
        </p:txBody>
      </p:sp>
      <p:sp>
        <p:nvSpPr>
          <p:cNvPr id="3" name="Content Placeholder 2">
            <a:extLst>
              <a:ext uri="{FF2B5EF4-FFF2-40B4-BE49-F238E27FC236}">
                <a16:creationId xmlns:a16="http://schemas.microsoft.com/office/drawing/2014/main" id="{BEAD692E-D16C-46FC-07B3-FE51E15054AE}"/>
              </a:ext>
            </a:extLst>
          </p:cNvPr>
          <p:cNvSpPr>
            <a:spLocks noGrp="1"/>
          </p:cNvSpPr>
          <p:nvPr>
            <p:ph idx="1"/>
          </p:nvPr>
        </p:nvSpPr>
        <p:spPr/>
        <p:txBody>
          <a:bodyPr/>
          <a:lstStyle/>
          <a:p>
            <a:r>
              <a:rPr lang="en-US" sz="650" b="0" dirty="0">
                <a:solidFill>
                  <a:srgbClr val="008000"/>
                </a:solidFill>
                <a:effectLst/>
                <a:latin typeface="Consolas" panose="020B0609020204030204" pitchFamily="49" charset="0"/>
              </a:rPr>
              <a:t>import React from 'react'</a:t>
            </a:r>
          </a:p>
          <a:p>
            <a:r>
              <a:rPr lang="en-US" sz="650" b="0" dirty="0">
                <a:solidFill>
                  <a:srgbClr val="008000"/>
                </a:solidFill>
                <a:effectLst/>
                <a:latin typeface="Consolas" panose="020B0609020204030204" pitchFamily="49" charset="0"/>
              </a:rPr>
              <a:t>import {Route, Routes} from 'react-router-</a:t>
            </a:r>
            <a:r>
              <a:rPr lang="en-US" sz="650" b="0" dirty="0" err="1">
                <a:solidFill>
                  <a:srgbClr val="008000"/>
                </a:solidFill>
                <a:effectLst/>
                <a:latin typeface="Consolas" panose="020B0609020204030204" pitchFamily="49" charset="0"/>
              </a:rPr>
              <a:t>dom</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Home from './core/Home' </a:t>
            </a:r>
          </a:p>
          <a:p>
            <a:r>
              <a:rPr lang="en-US" sz="650" b="0" dirty="0">
                <a:solidFill>
                  <a:srgbClr val="008000"/>
                </a:solidFill>
                <a:effectLst/>
                <a:latin typeface="Consolas" panose="020B0609020204030204" pitchFamily="49" charset="0"/>
              </a:rPr>
              <a:t>import Users from './user/</a:t>
            </a:r>
            <a:r>
              <a:rPr lang="en-US" sz="650" b="0" dirty="0" err="1">
                <a:solidFill>
                  <a:srgbClr val="008000"/>
                </a:solidFill>
                <a:effectLst/>
                <a:latin typeface="Consolas" panose="020B0609020204030204" pitchFamily="49" charset="0"/>
              </a:rPr>
              <a:t>Users.jsx</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Signup from './user/</a:t>
            </a:r>
            <a:r>
              <a:rPr lang="en-US" sz="650" b="0" dirty="0" err="1">
                <a:solidFill>
                  <a:srgbClr val="008000"/>
                </a:solidFill>
                <a:effectLst/>
                <a:latin typeface="Consolas" panose="020B0609020204030204" pitchFamily="49" charset="0"/>
              </a:rPr>
              <a:t>Signup.jsx</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a:t>
            </a:r>
            <a:r>
              <a:rPr lang="en-US" sz="650" b="0" dirty="0" err="1">
                <a:solidFill>
                  <a:srgbClr val="008000"/>
                </a:solidFill>
                <a:effectLst/>
                <a:latin typeface="Consolas" panose="020B0609020204030204" pitchFamily="49" charset="0"/>
              </a:rPr>
              <a:t>Signin</a:t>
            </a:r>
            <a:r>
              <a:rPr lang="en-US" sz="650" b="0" dirty="0">
                <a:solidFill>
                  <a:srgbClr val="008000"/>
                </a:solidFill>
                <a:effectLst/>
                <a:latin typeface="Consolas" panose="020B0609020204030204" pitchFamily="49" charset="0"/>
              </a:rPr>
              <a:t> from './lib/</a:t>
            </a:r>
            <a:r>
              <a:rPr lang="en-US" sz="650" b="0" dirty="0" err="1">
                <a:solidFill>
                  <a:srgbClr val="008000"/>
                </a:solidFill>
                <a:effectLst/>
                <a:latin typeface="Consolas" panose="020B0609020204030204" pitchFamily="49" charset="0"/>
              </a:rPr>
              <a:t>Signin.jsx</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Profile from './user/</a:t>
            </a:r>
            <a:r>
              <a:rPr lang="en-US" sz="650" b="0" dirty="0" err="1">
                <a:solidFill>
                  <a:srgbClr val="008000"/>
                </a:solidFill>
                <a:effectLst/>
                <a:latin typeface="Consolas" panose="020B0609020204030204" pitchFamily="49" charset="0"/>
              </a:rPr>
              <a:t>Profile.jsx</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a:t>
            </a:r>
            <a:r>
              <a:rPr lang="en-US" sz="650" b="0" dirty="0" err="1">
                <a:solidFill>
                  <a:srgbClr val="008000"/>
                </a:solidFill>
                <a:effectLst/>
                <a:latin typeface="Consolas" panose="020B0609020204030204" pitchFamily="49" charset="0"/>
              </a:rPr>
              <a:t>PrivateRoute</a:t>
            </a:r>
            <a:r>
              <a:rPr lang="en-US" sz="650" b="0" dirty="0">
                <a:solidFill>
                  <a:srgbClr val="008000"/>
                </a:solidFill>
                <a:effectLst/>
                <a:latin typeface="Consolas" panose="020B0609020204030204" pitchFamily="49" charset="0"/>
              </a:rPr>
              <a:t> from './lib/</a:t>
            </a:r>
            <a:r>
              <a:rPr lang="en-US" sz="650" b="0" dirty="0" err="1">
                <a:solidFill>
                  <a:srgbClr val="008000"/>
                </a:solidFill>
                <a:effectLst/>
                <a:latin typeface="Consolas" panose="020B0609020204030204" pitchFamily="49" charset="0"/>
              </a:rPr>
              <a:t>PrivateRoute.jsx</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import </a:t>
            </a:r>
            <a:r>
              <a:rPr lang="en-US" sz="650" b="0" dirty="0" err="1">
                <a:solidFill>
                  <a:srgbClr val="008000"/>
                </a:solidFill>
                <a:effectLst/>
                <a:latin typeface="Consolas" panose="020B0609020204030204" pitchFamily="49" charset="0"/>
              </a:rPr>
              <a:t>EditProfile</a:t>
            </a:r>
            <a:r>
              <a:rPr lang="en-US" sz="650" b="0" dirty="0">
                <a:solidFill>
                  <a:srgbClr val="008000"/>
                </a:solidFill>
                <a:effectLst/>
                <a:latin typeface="Consolas" panose="020B0609020204030204" pitchFamily="49" charset="0"/>
              </a:rPr>
              <a:t> from './user/</a:t>
            </a:r>
            <a:r>
              <a:rPr lang="en-US" sz="650" b="0" dirty="0" err="1">
                <a:solidFill>
                  <a:srgbClr val="008000"/>
                </a:solidFill>
                <a:effectLst/>
                <a:latin typeface="Consolas" panose="020B0609020204030204" pitchFamily="49" charset="0"/>
              </a:rPr>
              <a:t>EditProfile.jsx</a:t>
            </a:r>
            <a:r>
              <a:rPr lang="en-US" sz="650" b="0" dirty="0">
                <a:solidFill>
                  <a:srgbClr val="008000"/>
                </a:solidFill>
                <a:effectLst/>
                <a:latin typeface="Consolas" panose="020B0609020204030204" pitchFamily="49" charset="0"/>
              </a:rPr>
              <a:t>'</a:t>
            </a:r>
          </a:p>
          <a:p>
            <a:r>
              <a:rPr lang="en-US" sz="650" b="0" dirty="0">
                <a:solidFill>
                  <a:srgbClr val="008000"/>
                </a:solidFill>
                <a:effectLst/>
                <a:highlight>
                  <a:srgbClr val="FFFF00"/>
                </a:highlight>
                <a:latin typeface="Consolas" panose="020B0609020204030204" pitchFamily="49" charset="0"/>
              </a:rPr>
              <a:t>import </a:t>
            </a:r>
            <a:r>
              <a:rPr lang="en-US" sz="650" b="0" dirty="0" err="1">
                <a:solidFill>
                  <a:srgbClr val="008000"/>
                </a:solidFill>
                <a:effectLst/>
                <a:highlight>
                  <a:srgbClr val="FFFF00"/>
                </a:highlight>
                <a:latin typeface="Consolas" panose="020B0609020204030204" pitchFamily="49" charset="0"/>
              </a:rPr>
              <a:t>MyShops</a:t>
            </a:r>
            <a:r>
              <a:rPr lang="en-US" sz="650" b="0" dirty="0">
                <a:solidFill>
                  <a:srgbClr val="008000"/>
                </a:solidFill>
                <a:effectLst/>
                <a:highlight>
                  <a:srgbClr val="FFFF00"/>
                </a:highlight>
                <a:latin typeface="Consolas" panose="020B0609020204030204" pitchFamily="49" charset="0"/>
              </a:rPr>
              <a:t> from './shop/</a:t>
            </a:r>
            <a:r>
              <a:rPr lang="en-US" sz="650" b="0" dirty="0" err="1">
                <a:solidFill>
                  <a:srgbClr val="008000"/>
                </a:solidFill>
                <a:effectLst/>
                <a:highlight>
                  <a:srgbClr val="FFFF00"/>
                </a:highlight>
                <a:latin typeface="Consolas" panose="020B0609020204030204" pitchFamily="49" charset="0"/>
              </a:rPr>
              <a:t>MyShops</a:t>
            </a:r>
            <a:r>
              <a:rPr lang="en-US" sz="650" b="0" dirty="0">
                <a:solidFill>
                  <a:srgbClr val="008000"/>
                </a:solidFill>
                <a:effectLst/>
                <a:highlight>
                  <a:srgbClr val="FFFF00"/>
                </a:highlight>
                <a:latin typeface="Consolas" panose="020B0609020204030204" pitchFamily="49" charset="0"/>
              </a:rPr>
              <a:t>'</a:t>
            </a:r>
          </a:p>
          <a:p>
            <a:r>
              <a:rPr lang="en-US" sz="650" b="0" dirty="0">
                <a:solidFill>
                  <a:srgbClr val="008000"/>
                </a:solidFill>
                <a:effectLst/>
                <a:highlight>
                  <a:srgbClr val="FFFF00"/>
                </a:highlight>
                <a:latin typeface="Consolas" panose="020B0609020204030204" pitchFamily="49" charset="0"/>
              </a:rPr>
              <a:t>import </a:t>
            </a:r>
            <a:r>
              <a:rPr lang="en-US" sz="650" b="0" dirty="0" err="1">
                <a:solidFill>
                  <a:srgbClr val="008000"/>
                </a:solidFill>
                <a:effectLst/>
                <a:highlight>
                  <a:srgbClr val="FFFF00"/>
                </a:highlight>
                <a:latin typeface="Consolas" panose="020B0609020204030204" pitchFamily="49" charset="0"/>
              </a:rPr>
              <a:t>NewShop</a:t>
            </a:r>
            <a:r>
              <a:rPr lang="en-US" sz="650" b="0" dirty="0">
                <a:solidFill>
                  <a:srgbClr val="008000"/>
                </a:solidFill>
                <a:effectLst/>
                <a:highlight>
                  <a:srgbClr val="FFFF00"/>
                </a:highlight>
                <a:latin typeface="Consolas" panose="020B0609020204030204" pitchFamily="49" charset="0"/>
              </a:rPr>
              <a:t> from './shop/</a:t>
            </a:r>
            <a:r>
              <a:rPr lang="en-US" sz="650" b="0" dirty="0" err="1">
                <a:solidFill>
                  <a:srgbClr val="008000"/>
                </a:solidFill>
                <a:effectLst/>
                <a:highlight>
                  <a:srgbClr val="FFFF00"/>
                </a:highlight>
                <a:latin typeface="Consolas" panose="020B0609020204030204" pitchFamily="49" charset="0"/>
              </a:rPr>
              <a:t>NewShop</a:t>
            </a:r>
            <a:r>
              <a:rPr lang="en-US" sz="650" b="0" dirty="0">
                <a:solidFill>
                  <a:srgbClr val="008000"/>
                </a:solidFill>
                <a:effectLst/>
                <a:highlight>
                  <a:srgbClr val="FFFF00"/>
                </a:highlight>
                <a:latin typeface="Consolas" panose="020B0609020204030204" pitchFamily="49" charset="0"/>
              </a:rPr>
              <a:t>'</a:t>
            </a:r>
          </a:p>
          <a:p>
            <a:r>
              <a:rPr lang="en-US" sz="650" b="0" dirty="0">
                <a:solidFill>
                  <a:srgbClr val="008000"/>
                </a:solidFill>
                <a:effectLst/>
                <a:highlight>
                  <a:srgbClr val="FFFF00"/>
                </a:highlight>
                <a:latin typeface="Consolas" panose="020B0609020204030204" pitchFamily="49" charset="0"/>
              </a:rPr>
              <a:t>import </a:t>
            </a:r>
            <a:r>
              <a:rPr lang="en-US" sz="650" b="0" dirty="0" err="1">
                <a:solidFill>
                  <a:srgbClr val="008000"/>
                </a:solidFill>
                <a:effectLst/>
                <a:highlight>
                  <a:srgbClr val="FFFF00"/>
                </a:highlight>
                <a:latin typeface="Consolas" panose="020B0609020204030204" pitchFamily="49" charset="0"/>
              </a:rPr>
              <a:t>EditShop</a:t>
            </a:r>
            <a:r>
              <a:rPr lang="en-US" sz="650" b="0" dirty="0">
                <a:solidFill>
                  <a:srgbClr val="008000"/>
                </a:solidFill>
                <a:effectLst/>
                <a:highlight>
                  <a:srgbClr val="FFFF00"/>
                </a:highlight>
                <a:latin typeface="Consolas" panose="020B0609020204030204" pitchFamily="49" charset="0"/>
              </a:rPr>
              <a:t> from './shop/</a:t>
            </a:r>
            <a:r>
              <a:rPr lang="en-US" sz="650" b="0" dirty="0" err="1">
                <a:solidFill>
                  <a:srgbClr val="008000"/>
                </a:solidFill>
                <a:effectLst/>
                <a:highlight>
                  <a:srgbClr val="FFFF00"/>
                </a:highlight>
                <a:latin typeface="Consolas" panose="020B0609020204030204" pitchFamily="49" charset="0"/>
              </a:rPr>
              <a:t>EditShop</a:t>
            </a:r>
            <a:r>
              <a:rPr lang="en-US" sz="650" b="0" dirty="0">
                <a:solidFill>
                  <a:srgbClr val="008000"/>
                </a:solidFill>
                <a:effectLst/>
                <a:highlight>
                  <a:srgbClr val="FFFF00"/>
                </a:highlight>
                <a:latin typeface="Consolas" panose="020B0609020204030204" pitchFamily="49" charset="0"/>
              </a:rPr>
              <a:t>'</a:t>
            </a:r>
          </a:p>
          <a:p>
            <a:r>
              <a:rPr lang="en-US" sz="650" b="0" dirty="0">
                <a:solidFill>
                  <a:srgbClr val="008000"/>
                </a:solidFill>
                <a:effectLst/>
                <a:latin typeface="Consolas" panose="020B0609020204030204" pitchFamily="49" charset="0"/>
              </a:rPr>
              <a:t>import Menu from './core/Menu' </a:t>
            </a:r>
          </a:p>
          <a:p>
            <a:r>
              <a:rPr lang="en-US" sz="650" b="0" dirty="0">
                <a:solidFill>
                  <a:srgbClr val="008000"/>
                </a:solidFill>
                <a:effectLst/>
                <a:latin typeface="Consolas" panose="020B0609020204030204" pitchFamily="49" charset="0"/>
              </a:rPr>
              <a:t>function </a:t>
            </a:r>
            <a:r>
              <a:rPr lang="en-US" sz="650" b="0" dirty="0" err="1">
                <a:solidFill>
                  <a:srgbClr val="008000"/>
                </a:solidFill>
                <a:effectLst/>
                <a:latin typeface="Consolas" panose="020B0609020204030204" pitchFamily="49" charset="0"/>
              </a:rPr>
              <a:t>MainRouter</a:t>
            </a:r>
            <a:r>
              <a:rPr lang="en-US" sz="650" b="0" dirty="0">
                <a:solidFill>
                  <a:srgbClr val="008000"/>
                </a:solidFill>
                <a:effectLst/>
                <a:latin typeface="Consolas" panose="020B0609020204030204" pitchFamily="49" charset="0"/>
              </a:rPr>
              <a:t>() {</a:t>
            </a:r>
          </a:p>
          <a:p>
            <a:r>
              <a:rPr lang="en-US" sz="650" b="0" dirty="0">
                <a:solidFill>
                  <a:srgbClr val="008000"/>
                </a:solidFill>
                <a:effectLst/>
                <a:latin typeface="Consolas" panose="020B0609020204030204" pitchFamily="49" charset="0"/>
              </a:rPr>
              <a:t>return (</a:t>
            </a:r>
          </a:p>
          <a:p>
            <a:r>
              <a:rPr lang="en-US" sz="650" b="0" dirty="0">
                <a:solidFill>
                  <a:srgbClr val="008000"/>
                </a:solidFill>
                <a:effectLst/>
                <a:latin typeface="Consolas" panose="020B0609020204030204" pitchFamily="49" charset="0"/>
              </a:rPr>
              <a:t>&lt;div&gt;</a:t>
            </a:r>
          </a:p>
          <a:p>
            <a:r>
              <a:rPr lang="en-US" sz="650" b="0" dirty="0">
                <a:solidFill>
                  <a:srgbClr val="008000"/>
                </a:solidFill>
                <a:effectLst/>
                <a:latin typeface="Consolas" panose="020B0609020204030204" pitchFamily="49" charset="0"/>
              </a:rPr>
              <a:t> &lt;Menu/&gt;</a:t>
            </a:r>
          </a:p>
          <a:p>
            <a:br>
              <a:rPr lang="en-US" sz="650" b="0" dirty="0">
                <a:solidFill>
                  <a:srgbClr val="008000"/>
                </a:solidFill>
                <a:effectLst/>
                <a:latin typeface="Consolas" panose="020B0609020204030204" pitchFamily="49" charset="0"/>
              </a:rPr>
            </a:br>
            <a:r>
              <a:rPr lang="en-US" sz="650" b="0" dirty="0">
                <a:solidFill>
                  <a:srgbClr val="008000"/>
                </a:solidFill>
                <a:effectLst/>
                <a:latin typeface="Consolas" panose="020B0609020204030204" pitchFamily="49" charset="0"/>
              </a:rPr>
              <a:t> </a:t>
            </a:r>
          </a:p>
          <a:p>
            <a:r>
              <a:rPr lang="en-US" sz="650" b="0" dirty="0">
                <a:solidFill>
                  <a:srgbClr val="008000"/>
                </a:solidFill>
                <a:effectLst/>
                <a:latin typeface="Consolas" panose="020B0609020204030204" pitchFamily="49" charset="0"/>
              </a:rPr>
              <a:t> &lt;Routes&gt;</a:t>
            </a:r>
          </a:p>
          <a:p>
            <a:r>
              <a:rPr lang="en-US" sz="650" b="0" dirty="0">
                <a:solidFill>
                  <a:srgbClr val="008000"/>
                </a:solidFill>
                <a:effectLst/>
                <a:latin typeface="Consolas" panose="020B0609020204030204" pitchFamily="49" charset="0"/>
              </a:rPr>
              <a:t> &lt;Route path="/" element={&lt;Home /&gt;} /&gt; </a:t>
            </a:r>
          </a:p>
          <a:p>
            <a:r>
              <a:rPr lang="en-US" sz="650" b="0" dirty="0">
                <a:solidFill>
                  <a:srgbClr val="008000"/>
                </a:solidFill>
                <a:effectLst/>
                <a:latin typeface="Consolas" panose="020B0609020204030204" pitchFamily="49" charset="0"/>
              </a:rPr>
              <a:t> &lt;Route path="/users" element={&lt;Users /&gt;} /&gt;</a:t>
            </a:r>
          </a:p>
          <a:p>
            <a:r>
              <a:rPr lang="en-US" sz="650" b="0" dirty="0">
                <a:solidFill>
                  <a:srgbClr val="008000"/>
                </a:solidFill>
                <a:effectLst/>
                <a:latin typeface="Consolas" panose="020B0609020204030204" pitchFamily="49" charset="0"/>
              </a:rPr>
              <a:t> &lt;Route path="/signup" element={&lt;Signup /&gt;} /&gt;</a:t>
            </a:r>
          </a:p>
          <a:p>
            <a:r>
              <a:rPr lang="en-US" sz="650" b="0" dirty="0">
                <a:solidFill>
                  <a:srgbClr val="008000"/>
                </a:solidFill>
                <a:effectLst/>
                <a:latin typeface="Consolas" panose="020B0609020204030204" pitchFamily="49" charset="0"/>
              </a:rPr>
              <a:t> &lt;Route path="/</a:t>
            </a:r>
            <a:r>
              <a:rPr lang="en-US" sz="650" b="0" dirty="0" err="1">
                <a:solidFill>
                  <a:srgbClr val="008000"/>
                </a:solidFill>
                <a:effectLst/>
                <a:latin typeface="Consolas" panose="020B0609020204030204" pitchFamily="49" charset="0"/>
              </a:rPr>
              <a:t>signin</a:t>
            </a:r>
            <a:r>
              <a:rPr lang="en-US" sz="650" b="0" dirty="0">
                <a:solidFill>
                  <a:srgbClr val="008000"/>
                </a:solidFill>
                <a:effectLst/>
                <a:latin typeface="Consolas" panose="020B0609020204030204" pitchFamily="49" charset="0"/>
              </a:rPr>
              <a:t>" element={&lt;</a:t>
            </a:r>
            <a:r>
              <a:rPr lang="en-US" sz="650" b="0" dirty="0" err="1">
                <a:solidFill>
                  <a:srgbClr val="008000"/>
                </a:solidFill>
                <a:effectLst/>
                <a:latin typeface="Consolas" panose="020B0609020204030204" pitchFamily="49" charset="0"/>
              </a:rPr>
              <a:t>Signin</a:t>
            </a:r>
            <a:r>
              <a:rPr lang="en-US" sz="650" b="0" dirty="0">
                <a:solidFill>
                  <a:srgbClr val="008000"/>
                </a:solidFill>
                <a:effectLst/>
                <a:latin typeface="Consolas" panose="020B0609020204030204" pitchFamily="49" charset="0"/>
              </a:rPr>
              <a:t> /&gt;} /&gt;</a:t>
            </a:r>
          </a:p>
          <a:p>
            <a:r>
              <a:rPr lang="en-US" sz="650" b="0" dirty="0">
                <a:solidFill>
                  <a:srgbClr val="008000"/>
                </a:solidFill>
                <a:effectLst/>
                <a:latin typeface="Consolas" panose="020B0609020204030204" pitchFamily="49" charset="0"/>
              </a:rPr>
              <a:t> &lt;Route</a:t>
            </a:r>
          </a:p>
          <a:p>
            <a:r>
              <a:rPr lang="en-US" sz="650" b="0" dirty="0">
                <a:solidFill>
                  <a:srgbClr val="008000"/>
                </a:solidFill>
                <a:effectLst/>
                <a:latin typeface="Consolas" panose="020B0609020204030204" pitchFamily="49" charset="0"/>
              </a:rPr>
              <a:t> path="/user/edit/:</a:t>
            </a:r>
            <a:r>
              <a:rPr lang="en-US" sz="650" b="0" dirty="0" err="1">
                <a:solidFill>
                  <a:srgbClr val="008000"/>
                </a:solidFill>
                <a:effectLst/>
                <a:latin typeface="Consolas" panose="020B0609020204030204" pitchFamily="49" charset="0"/>
              </a:rPr>
              <a:t>userId</a:t>
            </a:r>
            <a:r>
              <a:rPr lang="en-US" sz="650" b="0" dirty="0">
                <a:solidFill>
                  <a:srgbClr val="008000"/>
                </a:solidFill>
                <a:effectLst/>
                <a:latin typeface="Consolas" panose="020B0609020204030204" pitchFamily="49" charset="0"/>
              </a:rPr>
              <a:t>"</a:t>
            </a:r>
          </a:p>
          <a:p>
            <a:r>
              <a:rPr lang="en-US" sz="650" b="0" dirty="0">
                <a:solidFill>
                  <a:srgbClr val="008000"/>
                </a:solidFill>
                <a:effectLst/>
                <a:latin typeface="Consolas" panose="020B0609020204030204" pitchFamily="49" charset="0"/>
              </a:rPr>
              <a:t> element={</a:t>
            </a:r>
          </a:p>
          <a:p>
            <a:r>
              <a:rPr lang="en-US" sz="650" b="0" dirty="0">
                <a:solidFill>
                  <a:srgbClr val="008000"/>
                </a:solidFill>
                <a:effectLst/>
                <a:latin typeface="Consolas" panose="020B0609020204030204" pitchFamily="49" charset="0"/>
              </a:rPr>
              <a:t> &lt;</a:t>
            </a:r>
            <a:r>
              <a:rPr lang="en-US" sz="650" b="0" dirty="0" err="1">
                <a:solidFill>
                  <a:srgbClr val="008000"/>
                </a:solidFill>
                <a:effectLst/>
                <a:latin typeface="Consolas" panose="020B0609020204030204" pitchFamily="49" charset="0"/>
              </a:rPr>
              <a:t>PrivateRoute</a:t>
            </a:r>
            <a:r>
              <a:rPr lang="en-US" sz="650" b="0" dirty="0">
                <a:solidFill>
                  <a:srgbClr val="008000"/>
                </a:solidFill>
                <a:effectLst/>
                <a:latin typeface="Consolas" panose="020B0609020204030204" pitchFamily="49" charset="0"/>
              </a:rPr>
              <a:t>&gt;</a:t>
            </a:r>
          </a:p>
          <a:p>
            <a:r>
              <a:rPr lang="en-US" sz="650" b="0" dirty="0">
                <a:solidFill>
                  <a:srgbClr val="008000"/>
                </a:solidFill>
                <a:effectLst/>
                <a:latin typeface="Consolas" panose="020B0609020204030204" pitchFamily="49" charset="0"/>
              </a:rPr>
              <a:t> &lt;</a:t>
            </a:r>
            <a:r>
              <a:rPr lang="en-US" sz="650" b="0" dirty="0" err="1">
                <a:solidFill>
                  <a:srgbClr val="008000"/>
                </a:solidFill>
                <a:effectLst/>
                <a:latin typeface="Consolas" panose="020B0609020204030204" pitchFamily="49" charset="0"/>
              </a:rPr>
              <a:t>EditProfile</a:t>
            </a:r>
            <a:r>
              <a:rPr lang="en-US" sz="650" b="0" dirty="0">
                <a:solidFill>
                  <a:srgbClr val="008000"/>
                </a:solidFill>
                <a:effectLst/>
                <a:latin typeface="Consolas" panose="020B0609020204030204" pitchFamily="49" charset="0"/>
              </a:rPr>
              <a:t> /&gt;</a:t>
            </a:r>
          </a:p>
          <a:p>
            <a:r>
              <a:rPr lang="en-US" sz="650" b="0" dirty="0">
                <a:solidFill>
                  <a:srgbClr val="008000"/>
                </a:solidFill>
                <a:effectLst/>
                <a:latin typeface="Consolas" panose="020B0609020204030204" pitchFamily="49" charset="0"/>
              </a:rPr>
              <a:t> &lt;/</a:t>
            </a:r>
            <a:r>
              <a:rPr lang="en-US" sz="650" b="0" dirty="0" err="1">
                <a:solidFill>
                  <a:srgbClr val="008000"/>
                </a:solidFill>
                <a:effectLst/>
                <a:latin typeface="Consolas" panose="020B0609020204030204" pitchFamily="49" charset="0"/>
              </a:rPr>
              <a:t>PrivateRoute</a:t>
            </a:r>
            <a:r>
              <a:rPr lang="en-US" sz="650" b="0" dirty="0">
                <a:solidFill>
                  <a:srgbClr val="008000"/>
                </a:solidFill>
                <a:effectLst/>
                <a:latin typeface="Consolas" panose="020B0609020204030204" pitchFamily="49" charset="0"/>
              </a:rPr>
              <a:t>&gt;</a:t>
            </a:r>
          </a:p>
          <a:p>
            <a:r>
              <a:rPr lang="en-US" sz="650" b="0" dirty="0">
                <a:solidFill>
                  <a:srgbClr val="008000"/>
                </a:solidFill>
                <a:effectLst/>
                <a:latin typeface="Consolas" panose="020B0609020204030204" pitchFamily="49" charset="0"/>
              </a:rPr>
              <a:t> }</a:t>
            </a:r>
          </a:p>
          <a:p>
            <a:r>
              <a:rPr lang="en-US" sz="650" b="0" dirty="0">
                <a:solidFill>
                  <a:srgbClr val="008000"/>
                </a:solidFill>
                <a:effectLst/>
                <a:latin typeface="Consolas" panose="020B0609020204030204" pitchFamily="49" charset="0"/>
              </a:rPr>
              <a:t> /&gt;</a:t>
            </a:r>
          </a:p>
          <a:p>
            <a:r>
              <a:rPr lang="en-US" sz="650" b="0" dirty="0">
                <a:solidFill>
                  <a:srgbClr val="008000"/>
                </a:solidFill>
                <a:effectLst/>
                <a:latin typeface="Consolas" panose="020B0609020204030204" pitchFamily="49" charset="0"/>
              </a:rPr>
              <a:t> &lt;Route path="/user/:</a:t>
            </a:r>
            <a:r>
              <a:rPr lang="en-US" sz="650" b="0" dirty="0" err="1">
                <a:solidFill>
                  <a:srgbClr val="008000"/>
                </a:solidFill>
                <a:effectLst/>
                <a:latin typeface="Consolas" panose="020B0609020204030204" pitchFamily="49" charset="0"/>
              </a:rPr>
              <a:t>userId</a:t>
            </a:r>
            <a:r>
              <a:rPr lang="en-US" sz="650" b="0" dirty="0">
                <a:solidFill>
                  <a:srgbClr val="008000"/>
                </a:solidFill>
                <a:effectLst/>
                <a:latin typeface="Consolas" panose="020B0609020204030204" pitchFamily="49" charset="0"/>
              </a:rPr>
              <a:t>" element={&lt;Profile /&gt;} /&gt;</a:t>
            </a:r>
          </a:p>
          <a:p>
            <a:r>
              <a:rPr lang="en-US" sz="650" b="0" dirty="0">
                <a:solidFill>
                  <a:srgbClr val="008000"/>
                </a:solidFill>
                <a:effectLst/>
                <a:highlight>
                  <a:srgbClr val="FFFF00"/>
                </a:highlight>
                <a:latin typeface="Consolas" panose="020B0609020204030204" pitchFamily="49" charset="0"/>
              </a:rPr>
              <a:t> &lt;Route path="/seller/shops" element={ &lt;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&gt;&lt;</a:t>
            </a:r>
            <a:r>
              <a:rPr lang="en-US" sz="650" b="0" dirty="0" err="1">
                <a:solidFill>
                  <a:srgbClr val="008000"/>
                </a:solidFill>
                <a:effectLst/>
                <a:highlight>
                  <a:srgbClr val="FFFF00"/>
                </a:highlight>
                <a:latin typeface="Consolas" panose="020B0609020204030204" pitchFamily="49" charset="0"/>
              </a:rPr>
              <a:t>MyShops</a:t>
            </a:r>
            <a:r>
              <a:rPr lang="en-US" sz="650" b="0" dirty="0">
                <a:solidFill>
                  <a:srgbClr val="008000"/>
                </a:solidFill>
                <a:effectLst/>
                <a:highlight>
                  <a:srgbClr val="FFFF00"/>
                </a:highlight>
                <a:latin typeface="Consolas" panose="020B0609020204030204" pitchFamily="49" charset="0"/>
              </a:rPr>
              <a:t> /&gt;&lt;/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&gt;}/&gt;</a:t>
            </a:r>
          </a:p>
          <a:p>
            <a:r>
              <a:rPr lang="en-US" sz="650" b="0" dirty="0">
                <a:solidFill>
                  <a:srgbClr val="008000"/>
                </a:solidFill>
                <a:effectLst/>
                <a:highlight>
                  <a:srgbClr val="FFFF00"/>
                </a:highlight>
                <a:latin typeface="Consolas" panose="020B0609020204030204" pitchFamily="49" charset="0"/>
              </a:rPr>
              <a:t> &lt;Route path="/seller/shop/new" element={&lt;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&gt;&lt;</a:t>
            </a:r>
            <a:r>
              <a:rPr lang="en-US" sz="650" b="0" dirty="0" err="1">
                <a:solidFill>
                  <a:srgbClr val="008000"/>
                </a:solidFill>
                <a:effectLst/>
                <a:highlight>
                  <a:srgbClr val="FFFF00"/>
                </a:highlight>
                <a:latin typeface="Consolas" panose="020B0609020204030204" pitchFamily="49" charset="0"/>
              </a:rPr>
              <a:t>NewShop</a:t>
            </a:r>
            <a:r>
              <a:rPr lang="en-US" sz="650" b="0" dirty="0">
                <a:solidFill>
                  <a:srgbClr val="008000"/>
                </a:solidFill>
                <a:effectLst/>
                <a:highlight>
                  <a:srgbClr val="FFFF00"/>
                </a:highlight>
                <a:latin typeface="Consolas" panose="020B0609020204030204" pitchFamily="49" charset="0"/>
              </a:rPr>
              <a:t> /&gt;&lt;/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&gt;}/&gt;</a:t>
            </a:r>
          </a:p>
          <a:p>
            <a:r>
              <a:rPr lang="en-US" sz="650" b="0" dirty="0">
                <a:solidFill>
                  <a:srgbClr val="008000"/>
                </a:solidFill>
                <a:effectLst/>
                <a:highlight>
                  <a:srgbClr val="FFFF00"/>
                </a:highlight>
                <a:latin typeface="Consolas" panose="020B0609020204030204" pitchFamily="49" charset="0"/>
              </a:rPr>
              <a:t> &lt;Route path="/seller/shop/edit/:</a:t>
            </a:r>
            <a:r>
              <a:rPr lang="en-US" sz="650" b="0" dirty="0" err="1">
                <a:solidFill>
                  <a:srgbClr val="008000"/>
                </a:solidFill>
                <a:effectLst/>
                <a:highlight>
                  <a:srgbClr val="FFFF00"/>
                </a:highlight>
                <a:latin typeface="Consolas" panose="020B0609020204030204" pitchFamily="49" charset="0"/>
              </a:rPr>
              <a:t>shopId</a:t>
            </a:r>
            <a:r>
              <a:rPr lang="en-US" sz="650" b="0" dirty="0">
                <a:solidFill>
                  <a:srgbClr val="008000"/>
                </a:solidFill>
                <a:effectLst/>
                <a:highlight>
                  <a:srgbClr val="FFFF00"/>
                </a:highlight>
                <a:latin typeface="Consolas" panose="020B0609020204030204" pitchFamily="49" charset="0"/>
              </a:rPr>
              <a:t>" element={&lt;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&gt;&lt;</a:t>
            </a:r>
            <a:r>
              <a:rPr lang="en-US" sz="650" b="0" dirty="0" err="1">
                <a:solidFill>
                  <a:srgbClr val="008000"/>
                </a:solidFill>
                <a:effectLst/>
                <a:highlight>
                  <a:srgbClr val="FFFF00"/>
                </a:highlight>
                <a:latin typeface="Consolas" panose="020B0609020204030204" pitchFamily="49" charset="0"/>
              </a:rPr>
              <a:t>EditShop</a:t>
            </a:r>
            <a:r>
              <a:rPr lang="en-US" sz="650" b="0" dirty="0">
                <a:solidFill>
                  <a:srgbClr val="008000"/>
                </a:solidFill>
                <a:effectLst/>
                <a:highlight>
                  <a:srgbClr val="FFFF00"/>
                </a:highlight>
                <a:latin typeface="Consolas" panose="020B0609020204030204" pitchFamily="49" charset="0"/>
              </a:rPr>
              <a:t> /&gt;&lt;/</a:t>
            </a:r>
            <a:r>
              <a:rPr lang="en-US" sz="650" b="0" dirty="0" err="1">
                <a:solidFill>
                  <a:srgbClr val="008000"/>
                </a:solidFill>
                <a:effectLst/>
                <a:highlight>
                  <a:srgbClr val="FFFF00"/>
                </a:highlight>
                <a:latin typeface="Consolas" panose="020B0609020204030204" pitchFamily="49" charset="0"/>
              </a:rPr>
              <a:t>PrivateRoute</a:t>
            </a:r>
            <a:r>
              <a:rPr lang="en-US" sz="650" b="0" dirty="0">
                <a:solidFill>
                  <a:srgbClr val="008000"/>
                </a:solidFill>
                <a:effectLst/>
                <a:highlight>
                  <a:srgbClr val="FFFF00"/>
                </a:highlight>
                <a:latin typeface="Consolas" panose="020B0609020204030204" pitchFamily="49" charset="0"/>
              </a:rPr>
              <a:t>&gt;}/&gt;</a:t>
            </a:r>
          </a:p>
          <a:p>
            <a:r>
              <a:rPr lang="en-US" sz="650" b="0" dirty="0">
                <a:solidFill>
                  <a:srgbClr val="008000"/>
                </a:solidFill>
                <a:effectLst/>
                <a:latin typeface="Consolas" panose="020B0609020204030204" pitchFamily="49" charset="0"/>
              </a:rPr>
              <a:t>&lt;/Routes&gt;</a:t>
            </a:r>
          </a:p>
          <a:p>
            <a:r>
              <a:rPr lang="en-US" sz="650" b="0" dirty="0">
                <a:solidFill>
                  <a:srgbClr val="008000"/>
                </a:solidFill>
                <a:effectLst/>
                <a:latin typeface="Consolas" panose="020B0609020204030204" pitchFamily="49" charset="0"/>
              </a:rPr>
              <a:t>&lt;/div&gt;</a:t>
            </a:r>
          </a:p>
          <a:p>
            <a:r>
              <a:rPr lang="en-US" sz="650" b="0" dirty="0">
                <a:solidFill>
                  <a:srgbClr val="008000"/>
                </a:solidFill>
                <a:effectLst/>
                <a:latin typeface="Consolas" panose="020B0609020204030204" pitchFamily="49" charset="0"/>
              </a:rPr>
              <a:t> );</a:t>
            </a:r>
          </a:p>
          <a:p>
            <a:r>
              <a:rPr lang="en-US" sz="650" b="0" dirty="0">
                <a:solidFill>
                  <a:srgbClr val="008000"/>
                </a:solidFill>
                <a:effectLst/>
                <a:latin typeface="Consolas" panose="020B0609020204030204" pitchFamily="49" charset="0"/>
              </a:rPr>
              <a:t>}</a:t>
            </a:r>
          </a:p>
          <a:p>
            <a:br>
              <a:rPr lang="en-US" sz="650" b="0" dirty="0">
                <a:solidFill>
                  <a:srgbClr val="008000"/>
                </a:solidFill>
                <a:effectLst/>
                <a:highlight>
                  <a:srgbClr val="FFFF00"/>
                </a:highlight>
                <a:latin typeface="Consolas" panose="020B0609020204030204" pitchFamily="49" charset="0"/>
              </a:rPr>
            </a:br>
            <a:r>
              <a:rPr lang="en-US" sz="650" b="0" dirty="0">
                <a:solidFill>
                  <a:srgbClr val="008000"/>
                </a:solidFill>
                <a:effectLst/>
                <a:latin typeface="Consolas" panose="020B0609020204030204" pitchFamily="49" charset="0"/>
              </a:rPr>
              <a:t>export default </a:t>
            </a:r>
            <a:r>
              <a:rPr lang="en-US" sz="650" b="0" dirty="0" err="1">
                <a:solidFill>
                  <a:srgbClr val="008000"/>
                </a:solidFill>
                <a:effectLst/>
                <a:latin typeface="Consolas" panose="020B0609020204030204" pitchFamily="49" charset="0"/>
              </a:rPr>
              <a:t>MainRouter</a:t>
            </a:r>
            <a:endParaRPr lang="en-US" sz="650" b="0" dirty="0">
              <a:solidFill>
                <a:srgbClr val="008000"/>
              </a:solidFill>
              <a:effectLst/>
              <a:latin typeface="Consolas" panose="020B0609020204030204" pitchFamily="49" charset="0"/>
            </a:endParaRPr>
          </a:p>
          <a:p>
            <a:br>
              <a:rPr lang="en-US" sz="650" b="0" dirty="0">
                <a:solidFill>
                  <a:srgbClr val="008000"/>
                </a:solidFill>
                <a:effectLst/>
                <a:latin typeface="Consolas" panose="020B0609020204030204" pitchFamily="49" charset="0"/>
              </a:rPr>
            </a:br>
            <a:endParaRPr lang="en-US" sz="65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DD8E0467-8FDB-0990-B2EB-A8D4804FC56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827CAE7-541B-96A2-6F99-99BD33F5651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128ADB0-9A6A-173E-DECF-5EAABADE4C8A}"/>
              </a:ext>
            </a:extLst>
          </p:cNvPr>
          <p:cNvSpPr>
            <a:spLocks noGrp="1"/>
          </p:cNvSpPr>
          <p:nvPr>
            <p:ph type="sldNum" sz="quarter" idx="12"/>
          </p:nvPr>
        </p:nvSpPr>
        <p:spPr/>
        <p:txBody>
          <a:bodyPr/>
          <a:lstStyle/>
          <a:p>
            <a:fld id="{7C5CF243-786F-4254-B068-4C9F0B6EA12F}" type="slidenum">
              <a:rPr lang="en-US" altLang="en-US" smtClean="0"/>
              <a:pPr/>
              <a:t>65</a:t>
            </a:fld>
            <a:endParaRPr lang="en-US" altLang="en-US"/>
          </a:p>
        </p:txBody>
      </p:sp>
    </p:spTree>
    <p:extLst>
      <p:ext uri="{BB962C8B-B14F-4D97-AF65-F5344CB8AC3E}">
        <p14:creationId xmlns:p14="http://schemas.microsoft.com/office/powerpoint/2010/main" val="25770651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DC27-1FE9-54F8-F90D-7CEA7FDED5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C5A4F4-7C71-7EFA-19B8-1A5BB6A9AAD9}"/>
              </a:ext>
            </a:extLst>
          </p:cNvPr>
          <p:cNvSpPr>
            <a:spLocks noGrp="1"/>
          </p:cNvSpPr>
          <p:nvPr>
            <p:ph idx="1"/>
          </p:nvPr>
        </p:nvSpPr>
        <p:spPr/>
        <p:txBody>
          <a:bodyPr/>
          <a:lstStyle/>
          <a:p>
            <a:r>
              <a:rPr lang="en-US" dirty="0"/>
              <a:t>Then Add the new menu item for “</a:t>
            </a:r>
            <a:r>
              <a:rPr lang="en-US" dirty="0" err="1"/>
              <a:t>MyShops</a:t>
            </a:r>
            <a:r>
              <a:rPr lang="en-US" dirty="0"/>
              <a:t>” in the </a:t>
            </a:r>
            <a:r>
              <a:rPr lang="en-US" dirty="0" err="1"/>
              <a:t>Menu.jsx</a:t>
            </a:r>
            <a:endParaRPr lang="en-US" dirty="0"/>
          </a:p>
        </p:txBody>
      </p:sp>
      <p:sp>
        <p:nvSpPr>
          <p:cNvPr id="4" name="Date Placeholder 3">
            <a:extLst>
              <a:ext uri="{FF2B5EF4-FFF2-40B4-BE49-F238E27FC236}">
                <a16:creationId xmlns:a16="http://schemas.microsoft.com/office/drawing/2014/main" id="{AEB2AD6C-A6DA-5292-DB1A-4FE920641BA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5F139BB-1C27-16F4-F8D1-3775A0EE53D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F655B6A-F208-2BDC-EAD5-BACA7F1347A5}"/>
              </a:ext>
            </a:extLst>
          </p:cNvPr>
          <p:cNvSpPr>
            <a:spLocks noGrp="1"/>
          </p:cNvSpPr>
          <p:nvPr>
            <p:ph type="sldNum" sz="quarter" idx="12"/>
          </p:nvPr>
        </p:nvSpPr>
        <p:spPr/>
        <p:txBody>
          <a:bodyPr/>
          <a:lstStyle/>
          <a:p>
            <a:fld id="{7C5CF243-786F-4254-B068-4C9F0B6EA12F}" type="slidenum">
              <a:rPr lang="en-US" altLang="en-US" smtClean="0"/>
              <a:pPr/>
              <a:t>66</a:t>
            </a:fld>
            <a:endParaRPr lang="en-US" altLang="en-US"/>
          </a:p>
        </p:txBody>
      </p:sp>
    </p:spTree>
    <p:extLst>
      <p:ext uri="{BB962C8B-B14F-4D97-AF65-F5344CB8AC3E}">
        <p14:creationId xmlns:p14="http://schemas.microsoft.com/office/powerpoint/2010/main" val="29324402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5068-CD51-897D-1FD4-F8BE2523534A}"/>
              </a:ext>
            </a:extLst>
          </p:cNvPr>
          <p:cNvSpPr>
            <a:spLocks noGrp="1"/>
          </p:cNvSpPr>
          <p:nvPr>
            <p:ph type="title"/>
          </p:nvPr>
        </p:nvSpPr>
        <p:spPr/>
        <p:txBody>
          <a:bodyPr/>
          <a:lstStyle/>
          <a:p>
            <a:r>
              <a:rPr lang="en-US" dirty="0"/>
              <a:t>Updated client/core/</a:t>
            </a:r>
            <a:r>
              <a:rPr lang="en-US" dirty="0" err="1"/>
              <a:t>Menu.jsx</a:t>
            </a:r>
            <a:endParaRPr lang="en-US" dirty="0"/>
          </a:p>
        </p:txBody>
      </p:sp>
      <p:sp>
        <p:nvSpPr>
          <p:cNvPr id="3" name="Content Placeholder 2">
            <a:extLst>
              <a:ext uri="{FF2B5EF4-FFF2-40B4-BE49-F238E27FC236}">
                <a16:creationId xmlns:a16="http://schemas.microsoft.com/office/drawing/2014/main" id="{406619D0-171C-0B0C-46D7-386B5B43312E}"/>
              </a:ext>
            </a:extLst>
          </p:cNvPr>
          <p:cNvSpPr>
            <a:spLocks noGrp="1"/>
          </p:cNvSpPr>
          <p:nvPr>
            <p:ph idx="1"/>
          </p:nvPr>
        </p:nvSpPr>
        <p:spPr/>
        <p:txBody>
          <a:bodyPr/>
          <a:lstStyle/>
          <a:p>
            <a:pPr marL="0" indent="0">
              <a:buNone/>
            </a:pPr>
            <a:r>
              <a:rPr lang="en-US" sz="310" dirty="0"/>
              <a:t>import React from "react";</a:t>
            </a:r>
          </a:p>
          <a:p>
            <a:pPr marL="0" indent="0">
              <a:buNone/>
            </a:pPr>
            <a:r>
              <a:rPr lang="en-US" sz="310" dirty="0"/>
              <a:t>import </a:t>
            </a:r>
            <a:r>
              <a:rPr lang="en-US" sz="310" dirty="0" err="1"/>
              <a:t>AppBar</a:t>
            </a:r>
            <a:r>
              <a:rPr lang="en-US" sz="310" dirty="0"/>
              <a:t> from "@</a:t>
            </a:r>
            <a:r>
              <a:rPr lang="en-US" sz="310" dirty="0" err="1"/>
              <a:t>mui</a:t>
            </a:r>
            <a:r>
              <a:rPr lang="en-US" sz="310" dirty="0"/>
              <a:t>/material/</a:t>
            </a:r>
            <a:r>
              <a:rPr lang="en-US" sz="310" dirty="0" err="1"/>
              <a:t>AppBar</a:t>
            </a:r>
            <a:r>
              <a:rPr lang="en-US" sz="310" dirty="0"/>
              <a:t>";</a:t>
            </a:r>
          </a:p>
          <a:p>
            <a:pPr marL="0" indent="0">
              <a:buNone/>
            </a:pPr>
            <a:r>
              <a:rPr lang="en-US" sz="310" dirty="0"/>
              <a:t>import Toolbar from "@</a:t>
            </a:r>
            <a:r>
              <a:rPr lang="en-US" sz="310" dirty="0" err="1"/>
              <a:t>mui</a:t>
            </a:r>
            <a:r>
              <a:rPr lang="en-US" sz="310" dirty="0"/>
              <a:t>/material/Toolbar";</a:t>
            </a:r>
          </a:p>
          <a:p>
            <a:pPr marL="0" indent="0">
              <a:buNone/>
            </a:pPr>
            <a:r>
              <a:rPr lang="en-US" sz="310" dirty="0"/>
              <a:t>import Typography from "@</a:t>
            </a:r>
            <a:r>
              <a:rPr lang="en-US" sz="310" dirty="0" err="1"/>
              <a:t>mui</a:t>
            </a:r>
            <a:r>
              <a:rPr lang="en-US" sz="310" dirty="0"/>
              <a:t>/material/Typography";</a:t>
            </a:r>
          </a:p>
          <a:p>
            <a:pPr marL="0" indent="0">
              <a:buNone/>
            </a:pPr>
            <a:r>
              <a:rPr lang="en-US" sz="310" dirty="0"/>
              <a:t>import </a:t>
            </a:r>
            <a:r>
              <a:rPr lang="en-US" sz="310" dirty="0" err="1"/>
              <a:t>IconButton</a:t>
            </a:r>
            <a:r>
              <a:rPr lang="en-US" sz="310" dirty="0"/>
              <a:t> from "@</a:t>
            </a:r>
            <a:r>
              <a:rPr lang="en-US" sz="310" dirty="0" err="1"/>
              <a:t>mui</a:t>
            </a:r>
            <a:r>
              <a:rPr lang="en-US" sz="310" dirty="0"/>
              <a:t>/material/</a:t>
            </a:r>
            <a:r>
              <a:rPr lang="en-US" sz="310" dirty="0" err="1"/>
              <a:t>IconButton</a:t>
            </a:r>
            <a:r>
              <a:rPr lang="en-US" sz="310" dirty="0"/>
              <a:t>";</a:t>
            </a:r>
          </a:p>
          <a:p>
            <a:pPr marL="0" indent="0">
              <a:buNone/>
            </a:pPr>
            <a:r>
              <a:rPr lang="en-US" sz="310" dirty="0"/>
              <a:t>import </a:t>
            </a:r>
            <a:r>
              <a:rPr lang="en-US" sz="310" dirty="0" err="1"/>
              <a:t>HomeIcon</a:t>
            </a:r>
            <a:r>
              <a:rPr lang="en-US" sz="310" dirty="0"/>
              <a:t> from "@</a:t>
            </a:r>
            <a:r>
              <a:rPr lang="en-US" sz="310" dirty="0" err="1"/>
              <a:t>mui</a:t>
            </a:r>
            <a:r>
              <a:rPr lang="en-US" sz="310" dirty="0"/>
              <a:t>/icons-material/Home";</a:t>
            </a:r>
          </a:p>
          <a:p>
            <a:pPr marL="0" indent="0">
              <a:buNone/>
            </a:pPr>
            <a:r>
              <a:rPr lang="en-US" sz="310" dirty="0"/>
              <a:t>import Button from "@</a:t>
            </a:r>
            <a:r>
              <a:rPr lang="en-US" sz="310" dirty="0" err="1"/>
              <a:t>mui</a:t>
            </a:r>
            <a:r>
              <a:rPr lang="en-US" sz="310" dirty="0"/>
              <a:t>/material/Button";</a:t>
            </a:r>
          </a:p>
          <a:p>
            <a:pPr marL="0" indent="0">
              <a:buNone/>
            </a:pPr>
            <a:r>
              <a:rPr lang="en-US" sz="310" dirty="0"/>
              <a:t>import auth from "../lib/auth-helper";</a:t>
            </a:r>
          </a:p>
          <a:p>
            <a:pPr marL="0" indent="0">
              <a:buNone/>
            </a:pPr>
            <a:r>
              <a:rPr lang="en-US" sz="310" dirty="0"/>
              <a:t>import { Link, </a:t>
            </a:r>
            <a:r>
              <a:rPr lang="en-US" sz="310" dirty="0" err="1"/>
              <a:t>useNavigate</a:t>
            </a:r>
            <a:r>
              <a:rPr lang="en-US" sz="310" dirty="0"/>
              <a:t>, </a:t>
            </a:r>
            <a:r>
              <a:rPr lang="en-US" sz="310" dirty="0" err="1"/>
              <a:t>useLocation</a:t>
            </a:r>
            <a:r>
              <a:rPr lang="en-US" sz="310" dirty="0"/>
              <a:t> } from "react-router-</a:t>
            </a:r>
            <a:r>
              <a:rPr lang="en-US" sz="310" dirty="0" err="1"/>
              <a:t>dom</a:t>
            </a:r>
            <a:r>
              <a:rPr lang="en-US" sz="310" dirty="0"/>
              <a:t>";</a:t>
            </a:r>
          </a:p>
          <a:p>
            <a:pPr marL="0" indent="0">
              <a:buNone/>
            </a:pPr>
            <a:br>
              <a:rPr lang="en-US" sz="310" dirty="0"/>
            </a:br>
            <a:r>
              <a:rPr lang="en-US" sz="310" dirty="0"/>
              <a:t>const </a:t>
            </a:r>
            <a:r>
              <a:rPr lang="en-US" sz="310" dirty="0" err="1"/>
              <a:t>isActive</a:t>
            </a:r>
            <a:r>
              <a:rPr lang="en-US" sz="310" dirty="0"/>
              <a:t> = (location, path) =&gt;</a:t>
            </a:r>
          </a:p>
          <a:p>
            <a:pPr marL="0" indent="0">
              <a:buNone/>
            </a:pPr>
            <a:r>
              <a:rPr lang="en-US" sz="310" dirty="0"/>
              <a:t>  </a:t>
            </a:r>
            <a:r>
              <a:rPr lang="en-US" sz="310" dirty="0" err="1"/>
              <a:t>location.pathname</a:t>
            </a:r>
            <a:r>
              <a:rPr lang="en-US" sz="310" dirty="0"/>
              <a:t> === path ? "#ff4081" : "#</a:t>
            </a:r>
            <a:r>
              <a:rPr lang="en-US" sz="310" dirty="0" err="1"/>
              <a:t>ffffff</a:t>
            </a:r>
            <a:r>
              <a:rPr lang="en-US" sz="310" dirty="0"/>
              <a:t>";</a:t>
            </a:r>
          </a:p>
          <a:p>
            <a:pPr marL="0" indent="0">
              <a:buNone/>
            </a:pPr>
            <a:br>
              <a:rPr lang="en-US" sz="310" dirty="0"/>
            </a:br>
            <a:r>
              <a:rPr lang="en-US" sz="310" dirty="0">
                <a:highlight>
                  <a:srgbClr val="FFFF00"/>
                </a:highlight>
              </a:rPr>
              <a:t>const </a:t>
            </a:r>
            <a:r>
              <a:rPr lang="en-US" sz="310" dirty="0" err="1">
                <a:highlight>
                  <a:srgbClr val="FFFF00"/>
                </a:highlight>
              </a:rPr>
              <a:t>isPartActive</a:t>
            </a:r>
            <a:r>
              <a:rPr lang="en-US" sz="310" dirty="0">
                <a:highlight>
                  <a:srgbClr val="FFFF00"/>
                </a:highlight>
              </a:rPr>
              <a:t> = (location, path) =&gt; {</a:t>
            </a:r>
          </a:p>
          <a:p>
            <a:pPr marL="0" indent="0">
              <a:buNone/>
            </a:pPr>
            <a:r>
              <a:rPr lang="en-US" sz="310" dirty="0">
                <a:highlight>
                  <a:srgbClr val="FFFF00"/>
                </a:highlight>
              </a:rPr>
              <a:t>  if (</a:t>
            </a:r>
            <a:r>
              <a:rPr lang="en-US" sz="310" dirty="0" err="1">
                <a:highlight>
                  <a:srgbClr val="FFFF00"/>
                </a:highlight>
              </a:rPr>
              <a:t>location.pathname.includes</a:t>
            </a:r>
            <a:r>
              <a:rPr lang="en-US" sz="310" dirty="0">
                <a:highlight>
                  <a:srgbClr val="FFFF00"/>
                </a:highlight>
              </a:rPr>
              <a:t>(path)) return { color: "#bef67a" };</a:t>
            </a:r>
          </a:p>
          <a:p>
            <a:pPr marL="0" indent="0">
              <a:buNone/>
            </a:pPr>
            <a:r>
              <a:rPr lang="en-US" sz="310" dirty="0">
                <a:highlight>
                  <a:srgbClr val="FFFF00"/>
                </a:highlight>
              </a:rPr>
              <a:t>  else return { color: "#</a:t>
            </a:r>
            <a:r>
              <a:rPr lang="en-US" sz="310" dirty="0" err="1">
                <a:highlight>
                  <a:srgbClr val="FFFF00"/>
                </a:highlight>
              </a:rPr>
              <a:t>ffffff</a:t>
            </a:r>
            <a:r>
              <a:rPr lang="en-US" sz="310" dirty="0">
                <a:highlight>
                  <a:srgbClr val="FFFF00"/>
                </a:highlight>
              </a:rPr>
              <a:t>" };</a:t>
            </a:r>
          </a:p>
          <a:p>
            <a:pPr marL="0" indent="0">
              <a:buNone/>
            </a:pPr>
            <a:r>
              <a:rPr lang="en-US" sz="310" dirty="0">
                <a:highlight>
                  <a:srgbClr val="FFFF00"/>
                </a:highlight>
              </a:rPr>
              <a:t>};</a:t>
            </a:r>
          </a:p>
          <a:p>
            <a:pPr marL="0" indent="0">
              <a:buNone/>
            </a:pPr>
            <a:br>
              <a:rPr lang="en-US" sz="310" dirty="0"/>
            </a:br>
            <a:r>
              <a:rPr lang="en-US" sz="310" dirty="0"/>
              <a:t>export default function Menu() {</a:t>
            </a:r>
          </a:p>
          <a:p>
            <a:pPr marL="0" indent="0">
              <a:buNone/>
            </a:pPr>
            <a:r>
              <a:rPr lang="en-US" sz="310" dirty="0"/>
              <a:t>  const navigate = </a:t>
            </a:r>
            <a:r>
              <a:rPr lang="en-US" sz="310" dirty="0" err="1"/>
              <a:t>useNavigate</a:t>
            </a:r>
            <a:r>
              <a:rPr lang="en-US" sz="310" dirty="0"/>
              <a:t>();</a:t>
            </a:r>
          </a:p>
          <a:p>
            <a:pPr marL="0" indent="0">
              <a:buNone/>
            </a:pPr>
            <a:r>
              <a:rPr lang="en-US" sz="310" dirty="0"/>
              <a:t>  const location = </a:t>
            </a:r>
            <a:r>
              <a:rPr lang="en-US" sz="310" dirty="0" err="1"/>
              <a:t>useLocation</a:t>
            </a:r>
            <a:r>
              <a:rPr lang="en-US" sz="310" dirty="0"/>
              <a:t>();</a:t>
            </a:r>
          </a:p>
          <a:p>
            <a:pPr marL="0" indent="0">
              <a:buNone/>
            </a:pPr>
            <a:br>
              <a:rPr lang="en-US" sz="310" dirty="0"/>
            </a:br>
            <a:r>
              <a:rPr lang="en-US" sz="310" dirty="0"/>
              <a:t>  return (</a:t>
            </a:r>
          </a:p>
          <a:p>
            <a:pPr marL="0" indent="0">
              <a:buNone/>
            </a:pPr>
            <a:r>
              <a:rPr lang="en-US" sz="310" dirty="0"/>
              <a:t>    &lt;</a:t>
            </a:r>
            <a:r>
              <a:rPr lang="en-US" sz="310" dirty="0" err="1"/>
              <a:t>AppBar</a:t>
            </a:r>
            <a:r>
              <a:rPr lang="en-US" sz="310" dirty="0"/>
              <a:t> position="static"&gt;</a:t>
            </a:r>
          </a:p>
          <a:p>
            <a:pPr marL="0" indent="0">
              <a:buNone/>
            </a:pPr>
            <a:r>
              <a:rPr lang="en-US" sz="310" dirty="0"/>
              <a:t>      &lt;Toolbar </a:t>
            </a:r>
            <a:r>
              <a:rPr lang="en-US" sz="310" dirty="0" err="1"/>
              <a:t>sx</a:t>
            </a:r>
            <a:r>
              <a:rPr lang="en-US" sz="310" dirty="0"/>
              <a:t>={{ display: "flex", gap: 2, </a:t>
            </a:r>
            <a:r>
              <a:rPr lang="en-US" sz="310" dirty="0" err="1"/>
              <a:t>alignItems</a:t>
            </a:r>
            <a:r>
              <a:rPr lang="en-US" sz="310" dirty="0"/>
              <a:t>: "center" }}&gt;</a:t>
            </a:r>
          </a:p>
          <a:p>
            <a:pPr marL="0" indent="0">
              <a:buNone/>
            </a:pPr>
            <a:r>
              <a:rPr lang="en-US" sz="310" dirty="0"/>
              <a:t>        &lt;Typography variant="h6" </a:t>
            </a:r>
            <a:r>
              <a:rPr lang="en-US" sz="310" dirty="0" err="1"/>
              <a:t>sx</a:t>
            </a:r>
            <a:r>
              <a:rPr lang="en-US" sz="310" dirty="0"/>
              <a:t>={{ </a:t>
            </a:r>
            <a:r>
              <a:rPr lang="en-US" sz="310" dirty="0" err="1"/>
              <a:t>flexGrow</a:t>
            </a:r>
            <a:r>
              <a:rPr lang="en-US" sz="310" dirty="0"/>
              <a:t>: 1 }}&gt;</a:t>
            </a:r>
          </a:p>
          <a:p>
            <a:pPr marL="0" indent="0">
              <a:buNone/>
            </a:pPr>
            <a:r>
              <a:rPr lang="en-US" sz="310" dirty="0"/>
              <a:t>          MERN Skeleton</a:t>
            </a:r>
          </a:p>
          <a:p>
            <a:pPr marL="0" indent="0">
              <a:buNone/>
            </a:pPr>
            <a:r>
              <a:rPr lang="en-US" sz="310" dirty="0"/>
              <a:t>        &lt;/Typography&gt;</a:t>
            </a:r>
          </a:p>
          <a:p>
            <a:pPr marL="0" indent="0">
              <a:buNone/>
            </a:pPr>
            <a:br>
              <a:rPr lang="en-US" sz="310" dirty="0"/>
            </a:br>
            <a:r>
              <a:rPr lang="en-US" sz="310" dirty="0"/>
              <a:t>        &lt;Link to="/"&gt;</a:t>
            </a:r>
          </a:p>
          <a:p>
            <a:pPr marL="0" indent="0">
              <a:buNone/>
            </a:pPr>
            <a:r>
              <a:rPr lang="en-US" sz="310" dirty="0"/>
              <a:t>          &lt;</a:t>
            </a:r>
            <a:r>
              <a:rPr lang="en-US" sz="310" dirty="0" err="1"/>
              <a:t>IconButton</a:t>
            </a:r>
            <a:r>
              <a:rPr lang="en-US" sz="310" dirty="0"/>
              <a:t> aria-label="Home" </a:t>
            </a:r>
            <a:r>
              <a:rPr lang="en-US" sz="310" dirty="0" err="1"/>
              <a:t>sx</a:t>
            </a:r>
            <a:r>
              <a:rPr lang="en-US" sz="310" dirty="0"/>
              <a:t>={{ color: </a:t>
            </a:r>
            <a:r>
              <a:rPr lang="en-US" sz="310" dirty="0" err="1"/>
              <a:t>isActive</a:t>
            </a:r>
            <a:r>
              <a:rPr lang="en-US" sz="310" dirty="0"/>
              <a:t>(location, "/") }}&gt;</a:t>
            </a:r>
          </a:p>
          <a:p>
            <a:pPr marL="0" indent="0">
              <a:buNone/>
            </a:pPr>
            <a:r>
              <a:rPr lang="en-US" sz="310" dirty="0"/>
              <a:t>            &lt;</a:t>
            </a:r>
            <a:r>
              <a:rPr lang="en-US" sz="310" dirty="0" err="1"/>
              <a:t>HomeIcon</a:t>
            </a:r>
            <a:r>
              <a:rPr lang="en-US" sz="310" dirty="0"/>
              <a:t> /&gt;</a:t>
            </a:r>
          </a:p>
          <a:p>
            <a:pPr marL="0" indent="0">
              <a:buNone/>
            </a:pPr>
            <a:r>
              <a:rPr lang="en-US" sz="310" dirty="0"/>
              <a:t>          &lt;/</a:t>
            </a:r>
            <a:r>
              <a:rPr lang="en-US" sz="310" dirty="0" err="1"/>
              <a:t>IconButton</a:t>
            </a:r>
            <a:r>
              <a:rPr lang="en-US" sz="310" dirty="0"/>
              <a:t>&gt;</a:t>
            </a:r>
          </a:p>
          <a:p>
            <a:pPr marL="0" indent="0">
              <a:buNone/>
            </a:pPr>
            <a:r>
              <a:rPr lang="en-US" sz="310" dirty="0"/>
              <a:t>        &lt;/Link&gt;</a:t>
            </a:r>
          </a:p>
          <a:p>
            <a:pPr marL="0" indent="0">
              <a:buNone/>
            </a:pPr>
            <a:br>
              <a:rPr lang="en-US" sz="310" dirty="0"/>
            </a:br>
            <a:r>
              <a:rPr lang="en-US" sz="310" dirty="0"/>
              <a:t>        &lt;Link to="/users"&gt;</a:t>
            </a:r>
          </a:p>
          <a:p>
            <a:pPr marL="0" indent="0">
              <a:buNone/>
            </a:pPr>
            <a:r>
              <a:rPr lang="en-US" sz="310" dirty="0"/>
              <a:t>          &lt;Button </a:t>
            </a:r>
            <a:r>
              <a:rPr lang="en-US" sz="310" dirty="0" err="1"/>
              <a:t>sx</a:t>
            </a:r>
            <a:r>
              <a:rPr lang="en-US" sz="310" dirty="0"/>
              <a:t>={{ color: </a:t>
            </a:r>
            <a:r>
              <a:rPr lang="en-US" sz="310" dirty="0" err="1"/>
              <a:t>isActive</a:t>
            </a:r>
            <a:r>
              <a:rPr lang="en-US" sz="310" dirty="0"/>
              <a:t>(location, "/users") }}&gt;Users&lt;/Button&gt;</a:t>
            </a:r>
          </a:p>
          <a:p>
            <a:pPr marL="0" indent="0">
              <a:buNone/>
            </a:pPr>
            <a:r>
              <a:rPr lang="en-US" sz="310" dirty="0"/>
              <a:t>        &lt;/Link&gt;</a:t>
            </a:r>
          </a:p>
          <a:p>
            <a:pPr marL="0" indent="0">
              <a:buNone/>
            </a:pPr>
            <a:br>
              <a:rPr lang="en-US" sz="310" dirty="0"/>
            </a:br>
            <a:r>
              <a:rPr lang="en-US" sz="310" dirty="0"/>
              <a:t>        {!</a:t>
            </a:r>
            <a:r>
              <a:rPr lang="en-US" sz="310" dirty="0" err="1"/>
              <a:t>auth.isAuthenticated</a:t>
            </a:r>
            <a:r>
              <a:rPr lang="en-US" sz="310" dirty="0"/>
              <a:t>() &amp;&amp; (</a:t>
            </a:r>
          </a:p>
          <a:p>
            <a:pPr marL="0" indent="0">
              <a:buNone/>
            </a:pPr>
            <a:r>
              <a:rPr lang="en-US" sz="310" dirty="0"/>
              <a:t>          &lt;&gt;</a:t>
            </a:r>
          </a:p>
          <a:p>
            <a:pPr marL="0" indent="0">
              <a:buNone/>
            </a:pPr>
            <a:r>
              <a:rPr lang="en-US" sz="310" dirty="0"/>
              <a:t>            &lt;Link to="/signup"&gt;</a:t>
            </a:r>
          </a:p>
          <a:p>
            <a:pPr marL="0" indent="0">
              <a:buNone/>
            </a:pPr>
            <a:r>
              <a:rPr lang="en-US" sz="310" dirty="0"/>
              <a:t>              &lt;Button </a:t>
            </a:r>
            <a:r>
              <a:rPr lang="en-US" sz="310" dirty="0" err="1"/>
              <a:t>sx</a:t>
            </a:r>
            <a:r>
              <a:rPr lang="en-US" sz="310" dirty="0"/>
              <a:t>={{ color: </a:t>
            </a:r>
            <a:r>
              <a:rPr lang="en-US" sz="310" dirty="0" err="1"/>
              <a:t>isActive</a:t>
            </a:r>
            <a:r>
              <a:rPr lang="en-US" sz="310" dirty="0"/>
              <a:t>(location, "/signup") }}&gt;</a:t>
            </a:r>
          </a:p>
          <a:p>
            <a:pPr marL="0" indent="0">
              <a:buNone/>
            </a:pPr>
            <a:r>
              <a:rPr lang="en-US" sz="310" dirty="0"/>
              <a:t>                Sign up</a:t>
            </a:r>
          </a:p>
          <a:p>
            <a:pPr marL="0" indent="0">
              <a:buNone/>
            </a:pPr>
            <a:r>
              <a:rPr lang="en-US" sz="310" dirty="0"/>
              <a:t>              &lt;/Button&gt;</a:t>
            </a:r>
          </a:p>
          <a:p>
            <a:pPr marL="0" indent="0">
              <a:buNone/>
            </a:pPr>
            <a:r>
              <a:rPr lang="en-US" sz="310" dirty="0"/>
              <a:t>            &lt;/Link&gt;</a:t>
            </a:r>
          </a:p>
          <a:p>
            <a:pPr marL="0" indent="0">
              <a:buNone/>
            </a:pPr>
            <a:r>
              <a:rPr lang="en-US" sz="310" dirty="0"/>
              <a:t>            &lt;Link to="/</a:t>
            </a:r>
            <a:r>
              <a:rPr lang="en-US" sz="310" dirty="0" err="1"/>
              <a:t>signin</a:t>
            </a:r>
            <a:r>
              <a:rPr lang="en-US" sz="310" dirty="0"/>
              <a:t>"&gt;</a:t>
            </a:r>
          </a:p>
          <a:p>
            <a:pPr marL="0" indent="0">
              <a:buNone/>
            </a:pPr>
            <a:r>
              <a:rPr lang="en-US" sz="310" dirty="0"/>
              <a:t>              &lt;Button </a:t>
            </a:r>
            <a:r>
              <a:rPr lang="en-US" sz="310" dirty="0" err="1"/>
              <a:t>sx</a:t>
            </a:r>
            <a:r>
              <a:rPr lang="en-US" sz="310" dirty="0"/>
              <a:t>={{ color: </a:t>
            </a:r>
            <a:r>
              <a:rPr lang="en-US" sz="310" dirty="0" err="1"/>
              <a:t>isActive</a:t>
            </a:r>
            <a:r>
              <a:rPr lang="en-US" sz="310" dirty="0"/>
              <a:t>(location, "/</a:t>
            </a:r>
            <a:r>
              <a:rPr lang="en-US" sz="310" dirty="0" err="1"/>
              <a:t>signin</a:t>
            </a:r>
            <a:r>
              <a:rPr lang="en-US" sz="310" dirty="0"/>
              <a:t>") }}&gt;</a:t>
            </a:r>
          </a:p>
          <a:p>
            <a:pPr marL="0" indent="0">
              <a:buNone/>
            </a:pPr>
            <a:r>
              <a:rPr lang="en-US" sz="310" dirty="0"/>
              <a:t>                Sign In</a:t>
            </a:r>
          </a:p>
          <a:p>
            <a:pPr marL="0" indent="0">
              <a:buNone/>
            </a:pPr>
            <a:r>
              <a:rPr lang="en-US" sz="310" dirty="0"/>
              <a:t>              &lt;/Button&gt;</a:t>
            </a:r>
          </a:p>
          <a:p>
            <a:pPr marL="0" indent="0">
              <a:buNone/>
            </a:pPr>
            <a:r>
              <a:rPr lang="en-US" sz="310" dirty="0"/>
              <a:t>            &lt;/Link&gt;</a:t>
            </a:r>
          </a:p>
          <a:p>
            <a:pPr marL="0" indent="0">
              <a:buNone/>
            </a:pPr>
            <a:r>
              <a:rPr lang="en-US" sz="310" dirty="0"/>
              <a:t>          &lt;/&gt;</a:t>
            </a:r>
          </a:p>
          <a:p>
            <a:pPr marL="0" indent="0">
              <a:buNone/>
            </a:pPr>
            <a:r>
              <a:rPr lang="en-US" sz="310" dirty="0"/>
              <a:t>        )}</a:t>
            </a:r>
          </a:p>
          <a:p>
            <a:pPr marL="0" indent="0">
              <a:buNone/>
            </a:pPr>
            <a:br>
              <a:rPr lang="en-US" sz="310" dirty="0"/>
            </a:br>
            <a:r>
              <a:rPr lang="en-US" sz="310" dirty="0"/>
              <a:t>        {</a:t>
            </a:r>
            <a:r>
              <a:rPr lang="en-US" sz="310" dirty="0" err="1"/>
              <a:t>auth.isAuthenticated</a:t>
            </a:r>
            <a:r>
              <a:rPr lang="en-US" sz="310" dirty="0"/>
              <a:t>() &amp;&amp; (</a:t>
            </a:r>
          </a:p>
          <a:p>
            <a:pPr marL="0" indent="0">
              <a:buNone/>
            </a:pPr>
            <a:r>
              <a:rPr lang="en-US" sz="310" dirty="0"/>
              <a:t>          &lt;&gt;</a:t>
            </a:r>
          </a:p>
          <a:p>
            <a:pPr marL="0" indent="0">
              <a:buNone/>
            </a:pPr>
            <a:r>
              <a:rPr lang="en-US" sz="310" dirty="0"/>
              <a:t>          </a:t>
            </a:r>
            <a:r>
              <a:rPr lang="en-US" sz="310" dirty="0">
                <a:highlight>
                  <a:srgbClr val="FFFF00"/>
                </a:highlight>
              </a:rPr>
              <a:t>{</a:t>
            </a:r>
            <a:r>
              <a:rPr lang="en-US" sz="310" dirty="0" err="1">
                <a:highlight>
                  <a:srgbClr val="FFFF00"/>
                </a:highlight>
              </a:rPr>
              <a:t>auth.isAuthenticated</a:t>
            </a:r>
            <a:r>
              <a:rPr lang="en-US" sz="310" dirty="0">
                <a:highlight>
                  <a:srgbClr val="FFFF00"/>
                </a:highlight>
              </a:rPr>
              <a:t>().user &amp;&amp;</a:t>
            </a:r>
          </a:p>
          <a:p>
            <a:pPr marL="0" indent="0">
              <a:buNone/>
            </a:pPr>
            <a:r>
              <a:rPr lang="en-US" sz="310" dirty="0">
                <a:highlight>
                  <a:srgbClr val="FFFF00"/>
                </a:highlight>
              </a:rPr>
              <a:t>              </a:t>
            </a:r>
            <a:r>
              <a:rPr lang="en-US" sz="310" dirty="0" err="1">
                <a:highlight>
                  <a:srgbClr val="FFFF00"/>
                </a:highlight>
              </a:rPr>
              <a:t>auth.isAuthenticated</a:t>
            </a:r>
            <a:r>
              <a:rPr lang="en-US" sz="310" dirty="0">
                <a:highlight>
                  <a:srgbClr val="FFFF00"/>
                </a:highlight>
              </a:rPr>
              <a:t>().</a:t>
            </a:r>
            <a:r>
              <a:rPr lang="en-US" sz="310" dirty="0" err="1">
                <a:highlight>
                  <a:srgbClr val="FFFF00"/>
                </a:highlight>
              </a:rPr>
              <a:t>user.seller</a:t>
            </a:r>
            <a:r>
              <a:rPr lang="en-US" sz="310" dirty="0">
                <a:highlight>
                  <a:srgbClr val="FFFF00"/>
                </a:highlight>
              </a:rPr>
              <a:t> &amp;&amp; (</a:t>
            </a:r>
          </a:p>
          <a:p>
            <a:pPr marL="0" indent="0">
              <a:buNone/>
            </a:pPr>
            <a:r>
              <a:rPr lang="en-US" sz="310" dirty="0">
                <a:highlight>
                  <a:srgbClr val="FFFF00"/>
                </a:highlight>
              </a:rPr>
              <a:t>                &lt;Link to="/seller/shops"&gt;</a:t>
            </a:r>
          </a:p>
          <a:p>
            <a:pPr marL="0" indent="0">
              <a:buNone/>
            </a:pPr>
            <a:r>
              <a:rPr lang="en-US" sz="310" dirty="0">
                <a:highlight>
                  <a:srgbClr val="FFFF00"/>
                </a:highlight>
              </a:rPr>
              <a:t>                  &lt;Button style={</a:t>
            </a:r>
            <a:r>
              <a:rPr lang="en-US" sz="310" dirty="0" err="1">
                <a:highlight>
                  <a:srgbClr val="FFFF00"/>
                </a:highlight>
              </a:rPr>
              <a:t>isPartActive</a:t>
            </a:r>
            <a:r>
              <a:rPr lang="en-US" sz="310" dirty="0">
                <a:highlight>
                  <a:srgbClr val="FFFF00"/>
                </a:highlight>
              </a:rPr>
              <a:t>(location, "/seller/")}&gt;</a:t>
            </a:r>
          </a:p>
          <a:p>
            <a:pPr marL="0" indent="0">
              <a:buNone/>
            </a:pPr>
            <a:r>
              <a:rPr lang="en-US" sz="310" dirty="0">
                <a:highlight>
                  <a:srgbClr val="FFFF00"/>
                </a:highlight>
              </a:rPr>
              <a:t>                    My Shops</a:t>
            </a:r>
          </a:p>
          <a:p>
            <a:pPr marL="0" indent="0">
              <a:buNone/>
            </a:pPr>
            <a:r>
              <a:rPr lang="en-US" sz="310" dirty="0">
                <a:highlight>
                  <a:srgbClr val="FFFF00"/>
                </a:highlight>
              </a:rPr>
              <a:t>                  &lt;/Button&gt;</a:t>
            </a:r>
          </a:p>
          <a:p>
            <a:pPr marL="0" indent="0">
              <a:buNone/>
            </a:pPr>
            <a:r>
              <a:rPr lang="en-US" sz="310" dirty="0">
                <a:highlight>
                  <a:srgbClr val="FFFF00"/>
                </a:highlight>
              </a:rPr>
              <a:t>                &lt;/Link&gt;</a:t>
            </a:r>
          </a:p>
          <a:p>
            <a:pPr marL="0" indent="0">
              <a:buNone/>
            </a:pPr>
            <a:r>
              <a:rPr lang="en-US" sz="310" dirty="0">
                <a:highlight>
                  <a:srgbClr val="FFFF00"/>
                </a:highlight>
              </a:rPr>
              <a:t>              )}</a:t>
            </a:r>
          </a:p>
          <a:p>
            <a:pPr marL="0" indent="0">
              <a:buNone/>
            </a:pPr>
            <a:br>
              <a:rPr lang="en-US" sz="310" dirty="0"/>
            </a:br>
            <a:r>
              <a:rPr lang="en-US" sz="310" dirty="0"/>
              <a:t>            &lt;Link to={`/user/${</a:t>
            </a:r>
            <a:r>
              <a:rPr lang="en-US" sz="310" dirty="0" err="1"/>
              <a:t>auth.isAuthenticated</a:t>
            </a:r>
            <a:r>
              <a:rPr lang="en-US" sz="310" dirty="0"/>
              <a:t>().</a:t>
            </a:r>
            <a:r>
              <a:rPr lang="en-US" sz="310" dirty="0" err="1"/>
              <a:t>user._id</a:t>
            </a:r>
            <a:r>
              <a:rPr lang="en-US" sz="310" dirty="0"/>
              <a:t>}`}&gt;</a:t>
            </a:r>
          </a:p>
          <a:p>
            <a:pPr marL="0" indent="0">
              <a:buNone/>
            </a:pPr>
            <a:r>
              <a:rPr lang="en-US" sz="310" dirty="0"/>
              <a:t>              &lt;Button</a:t>
            </a:r>
          </a:p>
          <a:p>
            <a:pPr marL="0" indent="0">
              <a:buNone/>
            </a:pPr>
            <a:r>
              <a:rPr lang="en-US" sz="310" dirty="0"/>
              <a:t>                </a:t>
            </a:r>
            <a:r>
              <a:rPr lang="en-US" sz="310" dirty="0" err="1"/>
              <a:t>sx</a:t>
            </a:r>
            <a:r>
              <a:rPr lang="en-US" sz="310" dirty="0"/>
              <a:t>={{</a:t>
            </a:r>
          </a:p>
          <a:p>
            <a:pPr marL="0" indent="0">
              <a:buNone/>
            </a:pPr>
            <a:r>
              <a:rPr lang="en-US" sz="310" dirty="0"/>
              <a:t>                  color: </a:t>
            </a:r>
            <a:r>
              <a:rPr lang="en-US" sz="310" dirty="0" err="1"/>
              <a:t>isActive</a:t>
            </a:r>
            <a:r>
              <a:rPr lang="en-US" sz="310" dirty="0"/>
              <a:t>(</a:t>
            </a:r>
          </a:p>
          <a:p>
            <a:pPr marL="0" indent="0">
              <a:buNone/>
            </a:pPr>
            <a:r>
              <a:rPr lang="en-US" sz="310" dirty="0"/>
              <a:t>                    location,</a:t>
            </a:r>
          </a:p>
          <a:p>
            <a:pPr marL="0" indent="0">
              <a:buNone/>
            </a:pPr>
            <a:r>
              <a:rPr lang="en-US" sz="310" dirty="0"/>
              <a:t>                    `/user/${</a:t>
            </a:r>
            <a:r>
              <a:rPr lang="en-US" sz="310" dirty="0" err="1"/>
              <a:t>auth.isAuthenticated</a:t>
            </a:r>
            <a:r>
              <a:rPr lang="en-US" sz="310" dirty="0"/>
              <a:t>().</a:t>
            </a:r>
            <a:r>
              <a:rPr lang="en-US" sz="310" dirty="0" err="1"/>
              <a:t>user._id</a:t>
            </a:r>
            <a:r>
              <a:rPr lang="en-US" sz="310" dirty="0"/>
              <a:t>}`</a:t>
            </a:r>
          </a:p>
          <a:p>
            <a:pPr marL="0" indent="0">
              <a:buNone/>
            </a:pPr>
            <a:r>
              <a:rPr lang="en-US" sz="310" dirty="0"/>
              <a:t>                  ),</a:t>
            </a:r>
          </a:p>
          <a:p>
            <a:pPr marL="0" indent="0">
              <a:buNone/>
            </a:pPr>
            <a:r>
              <a:rPr lang="en-US" sz="310" dirty="0"/>
              <a:t>                }}</a:t>
            </a:r>
          </a:p>
          <a:p>
            <a:pPr marL="0" indent="0">
              <a:buNone/>
            </a:pPr>
            <a:r>
              <a:rPr lang="en-US" sz="310" dirty="0"/>
              <a:t>              &gt;</a:t>
            </a:r>
          </a:p>
          <a:p>
            <a:pPr marL="0" indent="0">
              <a:buNone/>
            </a:pPr>
            <a:r>
              <a:rPr lang="en-US" sz="310" dirty="0"/>
              <a:t>                My Profile</a:t>
            </a:r>
          </a:p>
          <a:p>
            <a:pPr marL="0" indent="0">
              <a:buNone/>
            </a:pPr>
            <a:r>
              <a:rPr lang="en-US" sz="310" dirty="0"/>
              <a:t>              &lt;/Button&gt;</a:t>
            </a:r>
          </a:p>
          <a:p>
            <a:pPr marL="0" indent="0">
              <a:buNone/>
            </a:pPr>
            <a:r>
              <a:rPr lang="en-US" sz="310" dirty="0"/>
              <a:t>            &lt;/Link&gt;</a:t>
            </a:r>
          </a:p>
          <a:p>
            <a:pPr marL="0" indent="0">
              <a:buNone/>
            </a:pPr>
            <a:r>
              <a:rPr lang="en-US" sz="310" dirty="0"/>
              <a:t>            &lt;Button</a:t>
            </a:r>
          </a:p>
          <a:p>
            <a:pPr marL="0" indent="0">
              <a:buNone/>
            </a:pPr>
            <a:r>
              <a:rPr lang="en-US" sz="310" dirty="0"/>
              <a:t>              </a:t>
            </a:r>
            <a:r>
              <a:rPr lang="en-US" sz="310" dirty="0" err="1"/>
              <a:t>sx</a:t>
            </a:r>
            <a:r>
              <a:rPr lang="en-US" sz="310" dirty="0"/>
              <a:t>={{ color: "#</a:t>
            </a:r>
            <a:r>
              <a:rPr lang="en-US" sz="310" dirty="0" err="1"/>
              <a:t>ffffff</a:t>
            </a:r>
            <a:r>
              <a:rPr lang="en-US" sz="310" dirty="0"/>
              <a:t>" }}</a:t>
            </a:r>
          </a:p>
          <a:p>
            <a:pPr marL="0" indent="0">
              <a:buNone/>
            </a:pPr>
            <a:r>
              <a:rPr lang="en-US" sz="310" dirty="0"/>
              <a:t>              </a:t>
            </a:r>
            <a:r>
              <a:rPr lang="en-US" sz="310" dirty="0" err="1"/>
              <a:t>onClick</a:t>
            </a:r>
            <a:r>
              <a:rPr lang="en-US" sz="310" dirty="0"/>
              <a:t>={() =&gt; {</a:t>
            </a:r>
          </a:p>
          <a:p>
            <a:pPr marL="0" indent="0">
              <a:buNone/>
            </a:pPr>
            <a:r>
              <a:rPr lang="en-US" sz="310" dirty="0"/>
              <a:t>                </a:t>
            </a:r>
            <a:r>
              <a:rPr lang="en-US" sz="310" dirty="0" err="1"/>
              <a:t>auth.clearJWT</a:t>
            </a:r>
            <a:r>
              <a:rPr lang="en-US" sz="310" dirty="0"/>
              <a:t>(() =&gt; navigate("/"));</a:t>
            </a:r>
          </a:p>
          <a:p>
            <a:pPr marL="0" indent="0">
              <a:buNone/>
            </a:pPr>
            <a:r>
              <a:rPr lang="en-US" sz="310" dirty="0"/>
              <a:t>              }}</a:t>
            </a:r>
          </a:p>
          <a:p>
            <a:pPr marL="0" indent="0">
              <a:buNone/>
            </a:pPr>
            <a:r>
              <a:rPr lang="en-US" sz="310" dirty="0"/>
              <a:t>            &gt;</a:t>
            </a:r>
          </a:p>
          <a:p>
            <a:pPr marL="0" indent="0">
              <a:buNone/>
            </a:pPr>
            <a:r>
              <a:rPr lang="en-US" sz="310" dirty="0"/>
              <a:t>              Sign out</a:t>
            </a:r>
          </a:p>
          <a:p>
            <a:pPr marL="0" indent="0">
              <a:buNone/>
            </a:pPr>
            <a:r>
              <a:rPr lang="en-US" sz="310" dirty="0"/>
              <a:t>            &lt;/Button&gt;</a:t>
            </a:r>
          </a:p>
          <a:p>
            <a:pPr marL="0" indent="0">
              <a:buNone/>
            </a:pPr>
            <a:r>
              <a:rPr lang="en-US" sz="310" dirty="0"/>
              <a:t>          &lt;/&gt;</a:t>
            </a:r>
          </a:p>
          <a:p>
            <a:pPr marL="0" indent="0">
              <a:buNone/>
            </a:pPr>
            <a:r>
              <a:rPr lang="en-US" sz="310" dirty="0"/>
              <a:t>        )}</a:t>
            </a:r>
          </a:p>
          <a:p>
            <a:pPr marL="0" indent="0">
              <a:buNone/>
            </a:pPr>
            <a:r>
              <a:rPr lang="en-US" sz="310" dirty="0"/>
              <a:t>      &lt;/Toolbar&gt;</a:t>
            </a:r>
          </a:p>
          <a:p>
            <a:pPr marL="0" indent="0">
              <a:buNone/>
            </a:pPr>
            <a:r>
              <a:rPr lang="en-US" sz="310" dirty="0"/>
              <a:t>    &lt;/</a:t>
            </a:r>
            <a:r>
              <a:rPr lang="en-US" sz="310" dirty="0" err="1"/>
              <a:t>AppBar</a:t>
            </a:r>
            <a:r>
              <a:rPr lang="en-US" sz="310" dirty="0"/>
              <a:t>&gt;</a:t>
            </a:r>
          </a:p>
          <a:p>
            <a:pPr marL="0" indent="0">
              <a:buNone/>
            </a:pPr>
            <a:r>
              <a:rPr lang="en-US" sz="310" dirty="0"/>
              <a:t>  );</a:t>
            </a:r>
          </a:p>
          <a:p>
            <a:pPr marL="0" indent="0">
              <a:buNone/>
            </a:pPr>
            <a:r>
              <a:rPr lang="en-US" sz="310" dirty="0"/>
              <a:t>}</a:t>
            </a:r>
          </a:p>
          <a:p>
            <a:pPr marL="0" indent="0">
              <a:buNone/>
            </a:pPr>
            <a:endParaRPr lang="en-US" sz="310" dirty="0"/>
          </a:p>
        </p:txBody>
      </p:sp>
      <p:sp>
        <p:nvSpPr>
          <p:cNvPr id="4" name="Date Placeholder 3">
            <a:extLst>
              <a:ext uri="{FF2B5EF4-FFF2-40B4-BE49-F238E27FC236}">
                <a16:creationId xmlns:a16="http://schemas.microsoft.com/office/drawing/2014/main" id="{AE14D484-870F-7E24-F282-7521292ED1A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7A5A9DD-82E0-22C0-2BE0-F8D0481F0A0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BF87887A-F773-723D-CC65-A603164E3973}"/>
              </a:ext>
            </a:extLst>
          </p:cNvPr>
          <p:cNvSpPr>
            <a:spLocks noGrp="1"/>
          </p:cNvSpPr>
          <p:nvPr>
            <p:ph type="sldNum" sz="quarter" idx="12"/>
          </p:nvPr>
        </p:nvSpPr>
        <p:spPr/>
        <p:txBody>
          <a:bodyPr/>
          <a:lstStyle/>
          <a:p>
            <a:fld id="{7C5CF243-786F-4254-B068-4C9F0B6EA12F}" type="slidenum">
              <a:rPr lang="en-US" altLang="en-US" smtClean="0"/>
              <a:pPr/>
              <a:t>67</a:t>
            </a:fld>
            <a:endParaRPr lang="en-US" altLang="en-US"/>
          </a:p>
        </p:txBody>
      </p:sp>
    </p:spTree>
    <p:extLst>
      <p:ext uri="{BB962C8B-B14F-4D97-AF65-F5344CB8AC3E}">
        <p14:creationId xmlns:p14="http://schemas.microsoft.com/office/powerpoint/2010/main" val="537810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AC49-2E40-E078-F444-9DD43A92C30B}"/>
              </a:ext>
            </a:extLst>
          </p:cNvPr>
          <p:cNvSpPr>
            <a:spLocks noGrp="1"/>
          </p:cNvSpPr>
          <p:nvPr>
            <p:ph type="title"/>
          </p:nvPr>
        </p:nvSpPr>
        <p:spPr/>
        <p:txBody>
          <a:bodyPr/>
          <a:lstStyle/>
          <a:p>
            <a:r>
              <a:rPr lang="en-US" dirty="0" err="1"/>
              <a:t>Menu.jsx</a:t>
            </a:r>
            <a:r>
              <a:rPr lang="en-US" dirty="0"/>
              <a:t> code explanation</a:t>
            </a:r>
          </a:p>
        </p:txBody>
      </p:sp>
      <p:sp>
        <p:nvSpPr>
          <p:cNvPr id="3" name="Content Placeholder 2">
            <a:extLst>
              <a:ext uri="{FF2B5EF4-FFF2-40B4-BE49-F238E27FC236}">
                <a16:creationId xmlns:a16="http://schemas.microsoft.com/office/drawing/2014/main" id="{3C538687-A126-7409-2423-D8D19FD1DA05}"/>
              </a:ext>
            </a:extLst>
          </p:cNvPr>
          <p:cNvSpPr>
            <a:spLocks noGrp="1"/>
          </p:cNvSpPr>
          <p:nvPr>
            <p:ph idx="1"/>
          </p:nvPr>
        </p:nvSpPr>
        <p:spPr/>
        <p:txBody>
          <a:bodyPr/>
          <a:lstStyle/>
          <a:p>
            <a:r>
              <a:rPr lang="en-US" sz="480" b="1" dirty="0"/>
              <a:t>1–10: Imports</a:t>
            </a:r>
            <a:endParaRPr lang="en-US" sz="480" dirty="0"/>
          </a:p>
          <a:p>
            <a:pPr lvl="0"/>
            <a:r>
              <a:rPr lang="en-US" sz="480" b="1" dirty="0"/>
              <a:t>React is imported to define the functional component.</a:t>
            </a:r>
            <a:endParaRPr lang="en-US" sz="480" dirty="0"/>
          </a:p>
          <a:p>
            <a:pPr lvl="0"/>
            <a:r>
              <a:rPr lang="en-US" sz="480" b="1" dirty="0"/>
              <a:t>UI components such as </a:t>
            </a:r>
            <a:r>
              <a:rPr lang="en-US" sz="480" b="1" dirty="0" err="1"/>
              <a:t>AppBar</a:t>
            </a:r>
            <a:r>
              <a:rPr lang="en-US" sz="480" b="1" dirty="0"/>
              <a:t>, Toolbar, Typography, </a:t>
            </a:r>
            <a:r>
              <a:rPr lang="en-US" sz="480" b="1" dirty="0" err="1"/>
              <a:t>IconButton</a:t>
            </a:r>
            <a:r>
              <a:rPr lang="en-US" sz="480" b="1" dirty="0"/>
              <a:t>, Button are imported from Material-UI to build the top navigation bar.</a:t>
            </a:r>
            <a:endParaRPr lang="en-US" sz="480" dirty="0"/>
          </a:p>
          <a:p>
            <a:pPr lvl="0"/>
            <a:r>
              <a:rPr lang="en-US" sz="480" b="1" dirty="0" err="1"/>
              <a:t>HomeIcon</a:t>
            </a:r>
            <a:r>
              <a:rPr lang="en-US" sz="480" b="1" dirty="0"/>
              <a:t> is imported for a home button icon.</a:t>
            </a:r>
            <a:endParaRPr lang="en-US" sz="480" dirty="0"/>
          </a:p>
          <a:p>
            <a:pPr lvl="0"/>
            <a:r>
              <a:rPr lang="en-US" sz="480" b="1" dirty="0"/>
              <a:t>A custom auth helper module is imported to handle authentication logic (like checking if a user is signed in).</a:t>
            </a:r>
            <a:endParaRPr lang="en-US" sz="480" dirty="0"/>
          </a:p>
          <a:p>
            <a:pPr lvl="0"/>
            <a:r>
              <a:rPr lang="en-US" sz="480" b="1" dirty="0"/>
              <a:t>Routing tools like Link, </a:t>
            </a:r>
            <a:r>
              <a:rPr lang="en-US" sz="480" b="1" dirty="0" err="1"/>
              <a:t>useNavigate</a:t>
            </a:r>
            <a:r>
              <a:rPr lang="en-US" sz="480" b="1" dirty="0"/>
              <a:t>, and </a:t>
            </a:r>
            <a:r>
              <a:rPr lang="en-US" sz="480" b="1" dirty="0" err="1"/>
              <a:t>useLocation</a:t>
            </a:r>
            <a:r>
              <a:rPr lang="en-US" sz="480" b="1" dirty="0"/>
              <a:t> are imported from React Router:</a:t>
            </a:r>
            <a:endParaRPr lang="en-US" sz="480" dirty="0"/>
          </a:p>
          <a:p>
            <a:pPr lvl="1"/>
            <a:r>
              <a:rPr lang="en-US" sz="480" b="1" dirty="0"/>
              <a:t>Link enables navigation between routes without reloading the page.</a:t>
            </a:r>
            <a:endParaRPr lang="en-US" sz="480" dirty="0"/>
          </a:p>
          <a:p>
            <a:pPr lvl="1"/>
            <a:r>
              <a:rPr lang="en-US" sz="480" b="1" dirty="0" err="1"/>
              <a:t>useNavigate</a:t>
            </a:r>
            <a:r>
              <a:rPr lang="en-US" sz="480" b="1" dirty="0"/>
              <a:t> allows programmatic navigation.</a:t>
            </a:r>
            <a:endParaRPr lang="en-US" sz="480" dirty="0"/>
          </a:p>
          <a:p>
            <a:pPr lvl="1"/>
            <a:r>
              <a:rPr lang="en-US" sz="480" b="1" dirty="0" err="1"/>
              <a:t>useLocation</a:t>
            </a:r>
            <a:r>
              <a:rPr lang="en-US" sz="480" b="1" dirty="0"/>
              <a:t> provides the current URL location.</a:t>
            </a:r>
            <a:endParaRPr lang="en-US" sz="480" dirty="0"/>
          </a:p>
          <a:p>
            <a:r>
              <a:rPr lang="en-US" sz="480" b="1" dirty="0"/>
              <a:t>12–13: </a:t>
            </a:r>
            <a:r>
              <a:rPr lang="en-US" sz="480" b="1" dirty="0" err="1"/>
              <a:t>isActive</a:t>
            </a:r>
            <a:r>
              <a:rPr lang="en-US" sz="480" b="1" dirty="0"/>
              <a:t> Utility Function</a:t>
            </a:r>
            <a:endParaRPr lang="en-US" sz="480" dirty="0"/>
          </a:p>
          <a:p>
            <a:pPr lvl="0"/>
            <a:r>
              <a:rPr lang="en-US" sz="480" b="1" dirty="0"/>
              <a:t>Defines a helper function that returns one color if the current route matches the specified path, and another if it doesn’t.</a:t>
            </a:r>
            <a:endParaRPr lang="en-US" sz="480" dirty="0"/>
          </a:p>
          <a:p>
            <a:pPr lvl="0"/>
            <a:r>
              <a:rPr lang="en-US" sz="480" b="1" dirty="0"/>
              <a:t>Used to highlight the active route in the navigation.</a:t>
            </a:r>
            <a:endParaRPr lang="en-US" sz="480" dirty="0"/>
          </a:p>
          <a:p>
            <a:r>
              <a:rPr lang="en-US" sz="480" b="1" dirty="0"/>
              <a:t>15–18: </a:t>
            </a:r>
            <a:r>
              <a:rPr lang="en-US" sz="480" b="1" dirty="0" err="1"/>
              <a:t>isPartActive</a:t>
            </a:r>
            <a:r>
              <a:rPr lang="en-US" sz="480" b="1" dirty="0"/>
              <a:t> Utility Function</a:t>
            </a:r>
            <a:endParaRPr lang="en-US" sz="480" dirty="0"/>
          </a:p>
          <a:p>
            <a:pPr lvl="0"/>
            <a:r>
              <a:rPr lang="en-US" sz="480" b="1" dirty="0"/>
              <a:t>A similar function that checks if the current route contains a given path (partial match).</a:t>
            </a:r>
            <a:endParaRPr lang="en-US" sz="480" dirty="0"/>
          </a:p>
          <a:p>
            <a:pPr lvl="0"/>
            <a:r>
              <a:rPr lang="en-US" sz="480" b="1" dirty="0"/>
              <a:t>Used for routes that aren't an exact match but still should appear active (like nested seller pages).</a:t>
            </a:r>
            <a:endParaRPr lang="en-US" sz="480" dirty="0"/>
          </a:p>
          <a:p>
            <a:r>
              <a:rPr lang="en-US" sz="480" b="1" dirty="0"/>
              <a:t>21: Menu Component Declaration</a:t>
            </a:r>
            <a:endParaRPr lang="en-US" sz="480" dirty="0"/>
          </a:p>
          <a:p>
            <a:pPr lvl="0"/>
            <a:r>
              <a:rPr lang="en-US" sz="480" b="1" dirty="0"/>
              <a:t>A functional component named Menu is declared as the default export.</a:t>
            </a:r>
            <a:endParaRPr lang="en-US" sz="480" dirty="0"/>
          </a:p>
          <a:p>
            <a:r>
              <a:rPr lang="en-US" sz="480" b="1" dirty="0"/>
              <a:t>22–23: React Router Hooks</a:t>
            </a:r>
            <a:endParaRPr lang="en-US" sz="480" dirty="0"/>
          </a:p>
          <a:p>
            <a:pPr lvl="0"/>
            <a:r>
              <a:rPr lang="en-US" sz="480" b="1" dirty="0" err="1"/>
              <a:t>useNavigate</a:t>
            </a:r>
            <a:r>
              <a:rPr lang="en-US" sz="480" b="1" dirty="0"/>
              <a:t> is called to enable navigation through code (used on sign-out).</a:t>
            </a:r>
            <a:endParaRPr lang="en-US" sz="480" dirty="0"/>
          </a:p>
          <a:p>
            <a:pPr lvl="0"/>
            <a:r>
              <a:rPr lang="en-US" sz="480" b="1" dirty="0" err="1"/>
              <a:t>useLocation</a:t>
            </a:r>
            <a:r>
              <a:rPr lang="en-US" sz="480" b="1" dirty="0"/>
              <a:t> is used to determine the current route for dynamic styling.</a:t>
            </a:r>
            <a:endParaRPr lang="en-US" sz="480" dirty="0"/>
          </a:p>
          <a:p>
            <a:r>
              <a:rPr lang="en-US" sz="480" b="1" dirty="0"/>
              <a:t>25: </a:t>
            </a:r>
            <a:r>
              <a:rPr lang="en-US" sz="480" b="1" dirty="0" err="1"/>
              <a:t>AppBar</a:t>
            </a:r>
            <a:r>
              <a:rPr lang="en-US" sz="480" b="1" dirty="0"/>
              <a:t> Layout</a:t>
            </a:r>
            <a:endParaRPr lang="en-US" sz="480" dirty="0"/>
          </a:p>
          <a:p>
            <a:pPr lvl="0"/>
            <a:r>
              <a:rPr lang="en-US" sz="480" b="1" dirty="0"/>
              <a:t>Returns a Material-UI </a:t>
            </a:r>
            <a:r>
              <a:rPr lang="en-US" sz="480" b="1" dirty="0" err="1"/>
              <a:t>AppBar</a:t>
            </a:r>
            <a:r>
              <a:rPr lang="en-US" sz="480" b="1" dirty="0"/>
              <a:t> that stays at the top of the page, styled to appear static (not fixed or sticky).</a:t>
            </a:r>
            <a:endParaRPr lang="en-US" sz="480" dirty="0"/>
          </a:p>
          <a:p>
            <a:r>
              <a:rPr lang="en-US" sz="480" b="1" dirty="0"/>
              <a:t>26: Toolbar Setup</a:t>
            </a:r>
            <a:endParaRPr lang="en-US" sz="480" dirty="0"/>
          </a:p>
          <a:p>
            <a:pPr lvl="0"/>
            <a:r>
              <a:rPr lang="en-US" sz="480" b="1" dirty="0"/>
              <a:t>A Toolbar is used to lay out the content horizontally.</a:t>
            </a:r>
            <a:endParaRPr lang="en-US" sz="480" dirty="0"/>
          </a:p>
          <a:p>
            <a:pPr lvl="0"/>
            <a:r>
              <a:rPr lang="en-US" sz="480" b="1" dirty="0"/>
              <a:t>It uses spacing (gap) and alignment to position elements nicely.</a:t>
            </a:r>
            <a:endParaRPr lang="en-US" sz="480" dirty="0"/>
          </a:p>
          <a:p>
            <a:r>
              <a:rPr lang="en-US" sz="480" b="1" dirty="0"/>
              <a:t>27–29: Title</a:t>
            </a:r>
            <a:endParaRPr lang="en-US" sz="480" dirty="0"/>
          </a:p>
          <a:p>
            <a:pPr lvl="0"/>
            <a:r>
              <a:rPr lang="en-US" sz="480" b="1" dirty="0"/>
              <a:t>A Typography component shows the app title: “MERN Skeleton”.</a:t>
            </a:r>
            <a:endParaRPr lang="en-US" sz="480" dirty="0"/>
          </a:p>
          <a:p>
            <a:pPr lvl="0"/>
            <a:r>
              <a:rPr lang="en-US" sz="480" b="1" dirty="0" err="1"/>
              <a:t>flexGrow</a:t>
            </a:r>
            <a:r>
              <a:rPr lang="en-US" sz="480" b="1" dirty="0"/>
              <a:t>: 1 pushes all the following elements to the right side of the bar.</a:t>
            </a:r>
            <a:endParaRPr lang="en-US" sz="480" dirty="0"/>
          </a:p>
          <a:p>
            <a:r>
              <a:rPr lang="en-US" sz="480" b="1" dirty="0"/>
              <a:t>31–34: Home Button</a:t>
            </a:r>
            <a:endParaRPr lang="en-US" sz="480" dirty="0"/>
          </a:p>
          <a:p>
            <a:pPr lvl="0"/>
            <a:r>
              <a:rPr lang="en-US" sz="480" b="1" dirty="0"/>
              <a:t>A Link wraps an </a:t>
            </a:r>
            <a:r>
              <a:rPr lang="en-US" sz="480" b="1" dirty="0" err="1"/>
              <a:t>IconButton</a:t>
            </a:r>
            <a:r>
              <a:rPr lang="en-US" sz="480" b="1" dirty="0"/>
              <a:t> with a Home icon.</a:t>
            </a:r>
            <a:endParaRPr lang="en-US" sz="480" dirty="0"/>
          </a:p>
          <a:p>
            <a:pPr lvl="0"/>
            <a:r>
              <a:rPr lang="en-US" sz="480" b="1" dirty="0"/>
              <a:t>The icon’s color changes dynamically using the </a:t>
            </a:r>
            <a:r>
              <a:rPr lang="en-US" sz="480" b="1" dirty="0" err="1"/>
              <a:t>isActive</a:t>
            </a:r>
            <a:r>
              <a:rPr lang="en-US" sz="480" b="1" dirty="0"/>
              <a:t> function based on whether the current route is /.</a:t>
            </a:r>
            <a:endParaRPr lang="en-US" sz="480" dirty="0"/>
          </a:p>
          <a:p>
            <a:r>
              <a:rPr lang="en-US" sz="480" b="1" dirty="0"/>
              <a:t>36–38: Users Button</a:t>
            </a:r>
            <a:endParaRPr lang="en-US" sz="480" dirty="0"/>
          </a:p>
          <a:p>
            <a:pPr lvl="0"/>
            <a:r>
              <a:rPr lang="en-US" sz="480" b="1" dirty="0"/>
              <a:t>A Button navigates to the /users page.</a:t>
            </a:r>
            <a:endParaRPr lang="en-US" sz="480" dirty="0"/>
          </a:p>
          <a:p>
            <a:pPr lvl="0"/>
            <a:r>
              <a:rPr lang="en-US" sz="480" b="1" dirty="0"/>
              <a:t>The color is also conditionally styled using the </a:t>
            </a:r>
            <a:r>
              <a:rPr lang="en-US" sz="480" b="1" dirty="0" err="1"/>
              <a:t>isActive</a:t>
            </a:r>
            <a:r>
              <a:rPr lang="en-US" sz="480" b="1" dirty="0"/>
              <a:t> function.</a:t>
            </a:r>
            <a:endParaRPr lang="en-US" sz="480" dirty="0"/>
          </a:p>
          <a:p>
            <a:r>
              <a:rPr lang="en-US" sz="480" b="1" dirty="0"/>
              <a:t>40–48: Conditional Links (Not Authenticated)</a:t>
            </a:r>
            <a:endParaRPr lang="en-US" sz="480" dirty="0"/>
          </a:p>
          <a:p>
            <a:pPr lvl="0"/>
            <a:r>
              <a:rPr lang="en-US" sz="480" b="1" dirty="0"/>
              <a:t>If the user is not signed in, two buttons are displayed:</a:t>
            </a:r>
            <a:endParaRPr lang="en-US" sz="480" dirty="0"/>
          </a:p>
          <a:p>
            <a:pPr lvl="1"/>
            <a:r>
              <a:rPr lang="en-US" sz="480" b="1" dirty="0"/>
              <a:t>One linking to the sign-up page.</a:t>
            </a:r>
            <a:endParaRPr lang="en-US" sz="480" dirty="0"/>
          </a:p>
          <a:p>
            <a:pPr lvl="1"/>
            <a:r>
              <a:rPr lang="en-US" sz="480" b="1" dirty="0"/>
              <a:t>Another linking to the sign-in page.</a:t>
            </a:r>
            <a:endParaRPr lang="en-US" sz="480" dirty="0"/>
          </a:p>
          <a:p>
            <a:pPr lvl="0"/>
            <a:r>
              <a:rPr lang="en-US" sz="480" b="1" dirty="0"/>
              <a:t>Both buttons use </a:t>
            </a:r>
            <a:r>
              <a:rPr lang="en-US" sz="480" b="1" dirty="0" err="1"/>
              <a:t>isActive</a:t>
            </a:r>
            <a:r>
              <a:rPr lang="en-US" sz="480" b="1" dirty="0"/>
              <a:t> to highlight if the current page matches.</a:t>
            </a:r>
            <a:endParaRPr lang="en-US" sz="480" dirty="0"/>
          </a:p>
          <a:p>
            <a:r>
              <a:rPr lang="en-US" sz="480" b="1" dirty="0"/>
              <a:t>50–71: Conditional Links (Authenticated)</a:t>
            </a:r>
            <a:endParaRPr lang="en-US" sz="480" dirty="0"/>
          </a:p>
          <a:p>
            <a:pPr lvl="0"/>
            <a:r>
              <a:rPr lang="en-US" sz="480" b="1" dirty="0"/>
              <a:t>If the user is signed in, a set of additional options are rendered:</a:t>
            </a:r>
            <a:endParaRPr lang="en-US" sz="480" dirty="0"/>
          </a:p>
          <a:p>
            <a:r>
              <a:rPr lang="en-US" sz="480" b="1" dirty="0"/>
              <a:t>52–55: Seller’s Shops Link</a:t>
            </a:r>
            <a:endParaRPr lang="en-US" sz="480" dirty="0"/>
          </a:p>
          <a:p>
            <a:pPr lvl="0"/>
            <a:r>
              <a:rPr lang="en-US" sz="480" b="1" dirty="0"/>
              <a:t>If the user has a seller role, a button is shown linking to /seller/shops.</a:t>
            </a:r>
            <a:endParaRPr lang="en-US" sz="480" dirty="0"/>
          </a:p>
          <a:p>
            <a:pPr lvl="0"/>
            <a:r>
              <a:rPr lang="en-US" sz="480" b="1" dirty="0" err="1"/>
              <a:t>isPartActive</a:t>
            </a:r>
            <a:r>
              <a:rPr lang="en-US" sz="480" b="1" dirty="0"/>
              <a:t> is used for partial match styling (e.g. also matches /seller/shop/edit/...).</a:t>
            </a:r>
            <a:endParaRPr lang="en-US" sz="480" dirty="0"/>
          </a:p>
          <a:p>
            <a:r>
              <a:rPr lang="en-US" sz="480" b="1" dirty="0"/>
              <a:t>56–63: Profile Link</a:t>
            </a:r>
            <a:endParaRPr lang="en-US" sz="480" dirty="0"/>
          </a:p>
          <a:p>
            <a:pPr lvl="0"/>
            <a:r>
              <a:rPr lang="en-US" sz="480" b="1" dirty="0"/>
              <a:t>A button links to the authenticated user’s profile page using their user ID.</a:t>
            </a:r>
            <a:endParaRPr lang="en-US" sz="480" dirty="0"/>
          </a:p>
          <a:p>
            <a:pPr lvl="0"/>
            <a:r>
              <a:rPr lang="en-US" sz="480" b="1" dirty="0"/>
              <a:t>The color is dynamically styled using </a:t>
            </a:r>
            <a:r>
              <a:rPr lang="en-US" sz="480" b="1" dirty="0" err="1"/>
              <a:t>isActive</a:t>
            </a:r>
            <a:r>
              <a:rPr lang="en-US" sz="480" b="1" dirty="0"/>
              <a:t>.</a:t>
            </a:r>
            <a:endParaRPr lang="en-US" sz="480" dirty="0"/>
          </a:p>
          <a:p>
            <a:r>
              <a:rPr lang="en-US" sz="480" b="1" dirty="0"/>
              <a:t>64–69: Sign Out Button</a:t>
            </a:r>
            <a:endParaRPr lang="en-US" sz="480" dirty="0"/>
          </a:p>
          <a:p>
            <a:pPr lvl="0"/>
            <a:r>
              <a:rPr lang="en-US" sz="480" b="1" dirty="0"/>
              <a:t>A button labeled "Sign out" is shown.</a:t>
            </a:r>
            <a:endParaRPr lang="en-US" sz="480" dirty="0"/>
          </a:p>
          <a:p>
            <a:pPr lvl="0"/>
            <a:r>
              <a:rPr lang="en-US" sz="480" b="1" dirty="0"/>
              <a:t>When clicked, it clears the JWT using </a:t>
            </a:r>
            <a:r>
              <a:rPr lang="en-US" sz="480" b="1" dirty="0" err="1"/>
              <a:t>auth.clearJWT</a:t>
            </a:r>
            <a:r>
              <a:rPr lang="en-US" sz="480" b="1" dirty="0"/>
              <a:t>, and then redirects to the home page using navigate("/").</a:t>
            </a:r>
            <a:endParaRPr lang="en-US" sz="480" dirty="0"/>
          </a:p>
          <a:p>
            <a:r>
              <a:rPr lang="en-US" sz="480" b="1" dirty="0"/>
              <a:t>73: Component Closing</a:t>
            </a:r>
            <a:endParaRPr lang="en-US" sz="480" dirty="0"/>
          </a:p>
          <a:p>
            <a:pPr lvl="0"/>
            <a:r>
              <a:rPr lang="en-US" sz="480" b="1" dirty="0"/>
              <a:t>The JSX structure and the component are completed and closed.</a:t>
            </a:r>
            <a:endParaRPr lang="en-US" sz="480" dirty="0"/>
          </a:p>
          <a:p>
            <a:r>
              <a:rPr lang="en-US" sz="480" b="1" dirty="0"/>
              <a:t>Summary</a:t>
            </a:r>
            <a:endParaRPr lang="en-US" sz="480" dirty="0"/>
          </a:p>
          <a:p>
            <a:r>
              <a:rPr lang="en-US" sz="480" b="1" dirty="0"/>
              <a:t>This component:</a:t>
            </a:r>
            <a:endParaRPr lang="en-US" sz="480" dirty="0"/>
          </a:p>
          <a:p>
            <a:pPr lvl="0"/>
            <a:r>
              <a:rPr lang="en-US" sz="480" b="1" dirty="0"/>
              <a:t>Renders a top navigation bar with dynamic links.</a:t>
            </a:r>
            <a:endParaRPr lang="en-US" sz="480" dirty="0"/>
          </a:p>
          <a:p>
            <a:pPr lvl="0"/>
            <a:r>
              <a:rPr lang="en-US" sz="480" b="1" dirty="0"/>
              <a:t>Highlights active pages.</a:t>
            </a:r>
            <a:endParaRPr lang="en-US" sz="480" dirty="0"/>
          </a:p>
          <a:p>
            <a:pPr lvl="0"/>
            <a:r>
              <a:rPr lang="en-US" sz="480" b="1" dirty="0"/>
              <a:t>Adjusts the menu depending on whether the user is logged in or not.</a:t>
            </a:r>
            <a:endParaRPr lang="en-US" sz="480" dirty="0"/>
          </a:p>
          <a:p>
            <a:pPr lvl="0"/>
            <a:r>
              <a:rPr lang="en-US" sz="480" b="1" dirty="0"/>
              <a:t>Supports navigation to home, users, sign-up/sign-in, seller dashboard, profile, and sign-out.</a:t>
            </a:r>
            <a:endParaRPr lang="en-US" sz="480" dirty="0"/>
          </a:p>
          <a:p>
            <a:pPr lvl="0"/>
            <a:r>
              <a:rPr lang="en-US" sz="480" b="1" dirty="0"/>
              <a:t>Uses React Router and Material-UI for routing and styling.</a:t>
            </a:r>
            <a:endParaRPr lang="en-US" sz="480" dirty="0"/>
          </a:p>
          <a:p>
            <a:pPr marL="0" indent="0">
              <a:buNone/>
            </a:pPr>
            <a:endParaRPr lang="en-US" sz="480" dirty="0"/>
          </a:p>
        </p:txBody>
      </p:sp>
      <p:sp>
        <p:nvSpPr>
          <p:cNvPr id="4" name="Date Placeholder 3">
            <a:extLst>
              <a:ext uri="{FF2B5EF4-FFF2-40B4-BE49-F238E27FC236}">
                <a16:creationId xmlns:a16="http://schemas.microsoft.com/office/drawing/2014/main" id="{C80B0279-BCAC-B70C-BA89-EDAD1DAAC68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3F36D7E-2118-1F41-8363-7D8C2E08BFE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CD12A9B8-78DA-E044-A67D-16C4E4957B2C}"/>
              </a:ext>
            </a:extLst>
          </p:cNvPr>
          <p:cNvSpPr>
            <a:spLocks noGrp="1"/>
          </p:cNvSpPr>
          <p:nvPr>
            <p:ph type="sldNum" sz="quarter" idx="12"/>
          </p:nvPr>
        </p:nvSpPr>
        <p:spPr/>
        <p:txBody>
          <a:bodyPr/>
          <a:lstStyle/>
          <a:p>
            <a:fld id="{7C5CF243-786F-4254-B068-4C9F0B6EA12F}" type="slidenum">
              <a:rPr lang="en-US" altLang="en-US" smtClean="0"/>
              <a:pPr/>
              <a:t>68</a:t>
            </a:fld>
            <a:endParaRPr lang="en-US" altLang="en-US"/>
          </a:p>
        </p:txBody>
      </p:sp>
    </p:spTree>
    <p:extLst>
      <p:ext uri="{BB962C8B-B14F-4D97-AF65-F5344CB8AC3E}">
        <p14:creationId xmlns:p14="http://schemas.microsoft.com/office/powerpoint/2010/main" val="39318936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62B88-E70B-5224-268C-285D3AF8AFE4}"/>
              </a:ext>
            </a:extLst>
          </p:cNvPr>
          <p:cNvSpPr>
            <a:spLocks noGrp="1"/>
          </p:cNvSpPr>
          <p:nvPr>
            <p:ph type="title"/>
          </p:nvPr>
        </p:nvSpPr>
        <p:spPr/>
        <p:txBody>
          <a:bodyPr/>
          <a:lstStyle/>
          <a:p>
            <a:r>
              <a:rPr lang="en-US" dirty="0"/>
              <a:t>Updated server/express.js</a:t>
            </a:r>
          </a:p>
        </p:txBody>
      </p:sp>
      <p:sp>
        <p:nvSpPr>
          <p:cNvPr id="3" name="Content Placeholder 2">
            <a:extLst>
              <a:ext uri="{FF2B5EF4-FFF2-40B4-BE49-F238E27FC236}">
                <a16:creationId xmlns:a16="http://schemas.microsoft.com/office/drawing/2014/main" id="{299534EC-C314-9B2B-3BB9-C7193A337473}"/>
              </a:ext>
            </a:extLst>
          </p:cNvPr>
          <p:cNvSpPr>
            <a:spLocks noGrp="1"/>
          </p:cNvSpPr>
          <p:nvPr>
            <p:ph idx="1"/>
          </p:nvPr>
        </p:nvSpPr>
        <p:spPr/>
        <p:txBody>
          <a:bodyPr/>
          <a:lstStyle/>
          <a:p>
            <a:pPr marL="0" indent="0">
              <a:buNone/>
            </a:pPr>
            <a:r>
              <a:rPr lang="en-US" sz="900" dirty="0"/>
              <a:t>import express from "express";</a:t>
            </a:r>
          </a:p>
          <a:p>
            <a:pPr marL="0" indent="0">
              <a:buNone/>
            </a:pPr>
            <a:r>
              <a:rPr lang="en-US" sz="900" dirty="0"/>
              <a:t>import </a:t>
            </a:r>
            <a:r>
              <a:rPr lang="en-US" sz="900" dirty="0" err="1"/>
              <a:t>bodyParser</a:t>
            </a:r>
            <a:r>
              <a:rPr lang="en-US" sz="900" dirty="0"/>
              <a:t> from "body-parser";</a:t>
            </a:r>
          </a:p>
          <a:p>
            <a:pPr marL="0" indent="0">
              <a:buNone/>
            </a:pPr>
            <a:r>
              <a:rPr lang="en-US" sz="900" dirty="0"/>
              <a:t>import </a:t>
            </a:r>
            <a:r>
              <a:rPr lang="en-US" sz="900" dirty="0" err="1"/>
              <a:t>cookieParser</a:t>
            </a:r>
            <a:r>
              <a:rPr lang="en-US" sz="900" dirty="0"/>
              <a:t> from "cookie-parser";</a:t>
            </a:r>
          </a:p>
          <a:p>
            <a:pPr marL="0" indent="0">
              <a:buNone/>
            </a:pPr>
            <a:r>
              <a:rPr lang="en-US" sz="900" dirty="0"/>
              <a:t>import compress from "compression";</a:t>
            </a:r>
          </a:p>
          <a:p>
            <a:pPr marL="0" indent="0">
              <a:buNone/>
            </a:pPr>
            <a:r>
              <a:rPr lang="en-US" sz="900" dirty="0"/>
              <a:t>import </a:t>
            </a:r>
            <a:r>
              <a:rPr lang="en-US" sz="900" dirty="0" err="1"/>
              <a:t>cors</a:t>
            </a:r>
            <a:r>
              <a:rPr lang="en-US" sz="900" dirty="0"/>
              <a:t> from "</a:t>
            </a:r>
            <a:r>
              <a:rPr lang="en-US" sz="900" dirty="0" err="1"/>
              <a:t>cors</a:t>
            </a:r>
            <a:r>
              <a:rPr lang="en-US" sz="900" dirty="0"/>
              <a:t>";</a:t>
            </a:r>
          </a:p>
          <a:p>
            <a:pPr marL="0" indent="0">
              <a:buNone/>
            </a:pPr>
            <a:r>
              <a:rPr lang="en-US" sz="900" dirty="0"/>
              <a:t>import helmet from "helmet";</a:t>
            </a:r>
          </a:p>
          <a:p>
            <a:pPr marL="0" indent="0">
              <a:buNone/>
            </a:pPr>
            <a:r>
              <a:rPr lang="en-US" sz="900" dirty="0">
                <a:highlight>
                  <a:srgbClr val="FFFF00"/>
                </a:highlight>
              </a:rPr>
              <a:t>import </a:t>
            </a:r>
            <a:r>
              <a:rPr lang="en-US" sz="900" dirty="0" err="1">
                <a:highlight>
                  <a:srgbClr val="FFFF00"/>
                </a:highlight>
              </a:rPr>
              <a:t>userRoutes</a:t>
            </a:r>
            <a:r>
              <a:rPr lang="en-US" sz="900" dirty="0">
                <a:highlight>
                  <a:srgbClr val="FFFF00"/>
                </a:highlight>
              </a:rPr>
              <a:t> from "./routes/user.routes.js";</a:t>
            </a:r>
          </a:p>
          <a:p>
            <a:pPr marL="0" indent="0">
              <a:buNone/>
            </a:pPr>
            <a:r>
              <a:rPr lang="en-US" sz="900" dirty="0">
                <a:highlight>
                  <a:srgbClr val="FFFF00"/>
                </a:highlight>
              </a:rPr>
              <a:t>import </a:t>
            </a:r>
            <a:r>
              <a:rPr lang="en-US" sz="900" dirty="0" err="1">
                <a:highlight>
                  <a:srgbClr val="FFFF00"/>
                </a:highlight>
              </a:rPr>
              <a:t>authRoutes</a:t>
            </a:r>
            <a:r>
              <a:rPr lang="en-US" sz="900" dirty="0">
                <a:highlight>
                  <a:srgbClr val="FFFF00"/>
                </a:highlight>
              </a:rPr>
              <a:t> from "./routes/auth.routes.js";</a:t>
            </a:r>
          </a:p>
          <a:p>
            <a:pPr marL="0" indent="0">
              <a:buNone/>
            </a:pPr>
            <a:r>
              <a:rPr lang="en-US" sz="900" dirty="0">
                <a:highlight>
                  <a:srgbClr val="FFFF00"/>
                </a:highlight>
              </a:rPr>
              <a:t>import </a:t>
            </a:r>
            <a:r>
              <a:rPr lang="en-US" sz="900" dirty="0" err="1">
                <a:highlight>
                  <a:srgbClr val="FFFF00"/>
                </a:highlight>
              </a:rPr>
              <a:t>shopRoutes</a:t>
            </a:r>
            <a:r>
              <a:rPr lang="en-US" sz="900" dirty="0">
                <a:highlight>
                  <a:srgbClr val="FFFF00"/>
                </a:highlight>
              </a:rPr>
              <a:t> from "./routes/shop.routes.js";</a:t>
            </a:r>
          </a:p>
          <a:p>
            <a:pPr marL="0" indent="0">
              <a:buNone/>
            </a:pPr>
            <a:br>
              <a:rPr lang="en-US" sz="900" dirty="0"/>
            </a:br>
            <a:r>
              <a:rPr lang="en-US" sz="900" dirty="0"/>
              <a:t>const app = express();</a:t>
            </a:r>
          </a:p>
          <a:p>
            <a:pPr marL="0" indent="0">
              <a:buNone/>
            </a:pPr>
            <a:r>
              <a:rPr lang="en-US" sz="900" dirty="0" err="1"/>
              <a:t>app.use</a:t>
            </a:r>
            <a:r>
              <a:rPr lang="en-US" sz="900" dirty="0"/>
              <a:t>(</a:t>
            </a:r>
            <a:r>
              <a:rPr lang="en-US" sz="900" dirty="0" err="1"/>
              <a:t>express.json</a:t>
            </a:r>
            <a:r>
              <a:rPr lang="en-US" sz="900" dirty="0"/>
              <a:t>());</a:t>
            </a:r>
          </a:p>
          <a:p>
            <a:pPr marL="0" indent="0">
              <a:buNone/>
            </a:pPr>
            <a:r>
              <a:rPr lang="en-US" sz="900" dirty="0" err="1"/>
              <a:t>app.use</a:t>
            </a:r>
            <a:r>
              <a:rPr lang="en-US" sz="900" dirty="0"/>
              <a:t>(</a:t>
            </a:r>
            <a:r>
              <a:rPr lang="en-US" sz="900" dirty="0" err="1"/>
              <a:t>express.urlencoded</a:t>
            </a:r>
            <a:r>
              <a:rPr lang="en-US" sz="900" dirty="0"/>
              <a:t>({ extended: true }));</a:t>
            </a:r>
          </a:p>
          <a:p>
            <a:pPr marL="0" indent="0">
              <a:buNone/>
            </a:pPr>
            <a:r>
              <a:rPr lang="en-US" sz="900" dirty="0" err="1">
                <a:highlight>
                  <a:srgbClr val="FFFF00"/>
                </a:highlight>
              </a:rPr>
              <a:t>app.use</a:t>
            </a:r>
            <a:r>
              <a:rPr lang="en-US" sz="900" dirty="0">
                <a:highlight>
                  <a:srgbClr val="FFFF00"/>
                </a:highlight>
              </a:rPr>
              <a:t>("/", </a:t>
            </a:r>
            <a:r>
              <a:rPr lang="en-US" sz="900" dirty="0" err="1">
                <a:highlight>
                  <a:srgbClr val="FFFF00"/>
                </a:highlight>
              </a:rPr>
              <a:t>userRoutes</a:t>
            </a:r>
            <a:r>
              <a:rPr lang="en-US" sz="900" dirty="0">
                <a:highlight>
                  <a:srgbClr val="FFFF00"/>
                </a:highlight>
              </a:rPr>
              <a:t>);</a:t>
            </a:r>
          </a:p>
          <a:p>
            <a:pPr marL="0" indent="0">
              <a:buNone/>
            </a:pPr>
            <a:r>
              <a:rPr lang="en-US" sz="900" dirty="0" err="1">
                <a:highlight>
                  <a:srgbClr val="FFFF00"/>
                </a:highlight>
              </a:rPr>
              <a:t>app.use</a:t>
            </a:r>
            <a:r>
              <a:rPr lang="en-US" sz="900" dirty="0">
                <a:highlight>
                  <a:srgbClr val="FFFF00"/>
                </a:highlight>
              </a:rPr>
              <a:t>("/", </a:t>
            </a:r>
            <a:r>
              <a:rPr lang="en-US" sz="900" dirty="0" err="1">
                <a:highlight>
                  <a:srgbClr val="FFFF00"/>
                </a:highlight>
              </a:rPr>
              <a:t>authRoutes</a:t>
            </a:r>
            <a:r>
              <a:rPr lang="en-US" sz="900" dirty="0">
                <a:highlight>
                  <a:srgbClr val="FFFF00"/>
                </a:highlight>
              </a:rPr>
              <a:t>);</a:t>
            </a:r>
          </a:p>
          <a:p>
            <a:pPr marL="0" indent="0">
              <a:buNone/>
            </a:pPr>
            <a:r>
              <a:rPr lang="en-US" sz="900" dirty="0" err="1">
                <a:highlight>
                  <a:srgbClr val="FFFF00"/>
                </a:highlight>
              </a:rPr>
              <a:t>app.use</a:t>
            </a:r>
            <a:r>
              <a:rPr lang="en-US" sz="900" dirty="0">
                <a:highlight>
                  <a:srgbClr val="FFFF00"/>
                </a:highlight>
              </a:rPr>
              <a:t>("/", </a:t>
            </a:r>
            <a:r>
              <a:rPr lang="en-US" sz="900" dirty="0" err="1">
                <a:highlight>
                  <a:srgbClr val="FFFF00"/>
                </a:highlight>
              </a:rPr>
              <a:t>shopRoutes</a:t>
            </a:r>
            <a:r>
              <a:rPr lang="en-US" sz="900" dirty="0">
                <a:highlight>
                  <a:srgbClr val="FFFF00"/>
                </a:highlight>
              </a:rPr>
              <a:t>);</a:t>
            </a:r>
          </a:p>
          <a:p>
            <a:pPr marL="0" indent="0">
              <a:buNone/>
            </a:pPr>
            <a:r>
              <a:rPr lang="en-US" sz="900" dirty="0" err="1"/>
              <a:t>app.use</a:t>
            </a:r>
            <a:r>
              <a:rPr lang="en-US" sz="900" dirty="0"/>
              <a:t>(</a:t>
            </a:r>
            <a:r>
              <a:rPr lang="en-US" sz="900" dirty="0" err="1"/>
              <a:t>bodyParser.json</a:t>
            </a:r>
            <a:r>
              <a:rPr lang="en-US" sz="900" dirty="0"/>
              <a:t>());</a:t>
            </a:r>
          </a:p>
          <a:p>
            <a:pPr marL="0" indent="0">
              <a:buNone/>
            </a:pPr>
            <a:r>
              <a:rPr lang="en-US" sz="900" dirty="0" err="1"/>
              <a:t>app.use</a:t>
            </a:r>
            <a:r>
              <a:rPr lang="en-US" sz="900" dirty="0"/>
              <a:t>(</a:t>
            </a:r>
            <a:r>
              <a:rPr lang="en-US" sz="900" dirty="0" err="1"/>
              <a:t>bodyParser.urlencoded</a:t>
            </a:r>
            <a:r>
              <a:rPr lang="en-US" sz="900" dirty="0"/>
              <a:t>({ extended: true }));</a:t>
            </a:r>
          </a:p>
          <a:p>
            <a:pPr marL="0" indent="0">
              <a:buNone/>
            </a:pPr>
            <a:r>
              <a:rPr lang="en-US" sz="900" dirty="0" err="1"/>
              <a:t>app.use</a:t>
            </a:r>
            <a:r>
              <a:rPr lang="en-US" sz="900" dirty="0"/>
              <a:t>(</a:t>
            </a:r>
            <a:r>
              <a:rPr lang="en-US" sz="900" dirty="0" err="1"/>
              <a:t>cookieParser</a:t>
            </a:r>
            <a:r>
              <a:rPr lang="en-US" sz="900" dirty="0"/>
              <a:t>());</a:t>
            </a:r>
          </a:p>
          <a:p>
            <a:pPr marL="0" indent="0">
              <a:buNone/>
            </a:pPr>
            <a:r>
              <a:rPr lang="en-US" sz="900" dirty="0" err="1"/>
              <a:t>app.use</a:t>
            </a:r>
            <a:r>
              <a:rPr lang="en-US" sz="900" dirty="0"/>
              <a:t>(compress());</a:t>
            </a:r>
          </a:p>
          <a:p>
            <a:pPr marL="0" indent="0">
              <a:buNone/>
            </a:pPr>
            <a:r>
              <a:rPr lang="en-US" sz="900" dirty="0" err="1"/>
              <a:t>app.use</a:t>
            </a:r>
            <a:r>
              <a:rPr lang="en-US" sz="900" dirty="0"/>
              <a:t>(helmet());</a:t>
            </a:r>
          </a:p>
          <a:p>
            <a:pPr marL="0" indent="0">
              <a:buNone/>
            </a:pPr>
            <a:r>
              <a:rPr lang="en-US" sz="900" dirty="0" err="1"/>
              <a:t>app.use</a:t>
            </a:r>
            <a:r>
              <a:rPr lang="en-US" sz="900" dirty="0"/>
              <a:t>(</a:t>
            </a:r>
            <a:r>
              <a:rPr lang="en-US" sz="900" dirty="0" err="1"/>
              <a:t>cors</a:t>
            </a:r>
            <a:r>
              <a:rPr lang="en-US" sz="900" dirty="0"/>
              <a:t>());</a:t>
            </a:r>
          </a:p>
          <a:p>
            <a:pPr marL="0" indent="0">
              <a:buNone/>
            </a:pPr>
            <a:r>
              <a:rPr lang="en-US" sz="900" dirty="0" err="1"/>
              <a:t>app.use</a:t>
            </a:r>
            <a:r>
              <a:rPr lang="en-US" sz="900" dirty="0"/>
              <a:t>((err, req, res, next) =&gt; {</a:t>
            </a:r>
          </a:p>
          <a:p>
            <a:pPr marL="0" indent="0">
              <a:buNone/>
            </a:pPr>
            <a:r>
              <a:rPr lang="en-US" sz="900" dirty="0"/>
              <a:t>  if (err.name === "</a:t>
            </a:r>
            <a:r>
              <a:rPr lang="en-US" sz="900" dirty="0" err="1"/>
              <a:t>UnauthorizedError</a:t>
            </a:r>
            <a:r>
              <a:rPr lang="en-US" sz="900" dirty="0"/>
              <a:t>") {</a:t>
            </a:r>
          </a:p>
          <a:p>
            <a:pPr marL="0" indent="0">
              <a:buNone/>
            </a:pPr>
            <a:r>
              <a:rPr lang="en-US" sz="900" dirty="0"/>
              <a:t>    </a:t>
            </a:r>
            <a:r>
              <a:rPr lang="en-US" sz="900" dirty="0" err="1"/>
              <a:t>res.status</a:t>
            </a:r>
            <a:r>
              <a:rPr lang="en-US" sz="900" dirty="0"/>
              <a:t>(401).</a:t>
            </a:r>
            <a:r>
              <a:rPr lang="en-US" sz="900" dirty="0" err="1"/>
              <a:t>json</a:t>
            </a:r>
            <a:r>
              <a:rPr lang="en-US" sz="900" dirty="0"/>
              <a:t>({ error: err.name + ": " + </a:t>
            </a:r>
            <a:r>
              <a:rPr lang="en-US" sz="900" dirty="0" err="1"/>
              <a:t>err.message</a:t>
            </a:r>
            <a:r>
              <a:rPr lang="en-US" sz="900" dirty="0"/>
              <a:t> });</a:t>
            </a:r>
          </a:p>
          <a:p>
            <a:pPr marL="0" indent="0">
              <a:buNone/>
            </a:pPr>
            <a:r>
              <a:rPr lang="en-US" sz="900" dirty="0"/>
              <a:t>  } else if (err) {</a:t>
            </a:r>
          </a:p>
          <a:p>
            <a:pPr marL="0" indent="0">
              <a:buNone/>
            </a:pPr>
            <a:r>
              <a:rPr lang="en-US" sz="900" dirty="0"/>
              <a:t>    </a:t>
            </a:r>
            <a:r>
              <a:rPr lang="en-US" sz="900" dirty="0" err="1"/>
              <a:t>res.status</a:t>
            </a:r>
            <a:r>
              <a:rPr lang="en-US" sz="900" dirty="0"/>
              <a:t>(400).</a:t>
            </a:r>
            <a:r>
              <a:rPr lang="en-US" sz="900" dirty="0" err="1"/>
              <a:t>json</a:t>
            </a:r>
            <a:r>
              <a:rPr lang="en-US" sz="900" dirty="0"/>
              <a:t>({ error: err.name + ": " + </a:t>
            </a:r>
            <a:r>
              <a:rPr lang="en-US" sz="900" dirty="0" err="1"/>
              <a:t>err.message</a:t>
            </a:r>
            <a:r>
              <a:rPr lang="en-US" sz="900" dirty="0"/>
              <a:t> });</a:t>
            </a:r>
          </a:p>
          <a:p>
            <a:pPr marL="0" indent="0">
              <a:buNone/>
            </a:pPr>
            <a:r>
              <a:rPr lang="en-US" sz="900" dirty="0"/>
              <a:t>    console.log(err);</a:t>
            </a:r>
          </a:p>
          <a:p>
            <a:pPr marL="0" indent="0">
              <a:buNone/>
            </a:pPr>
            <a:r>
              <a:rPr lang="en-US" sz="900" dirty="0"/>
              <a:t>  }</a:t>
            </a:r>
          </a:p>
          <a:p>
            <a:pPr marL="0" indent="0">
              <a:buNone/>
            </a:pPr>
            <a:r>
              <a:rPr lang="en-US" sz="900" dirty="0"/>
              <a:t>});</a:t>
            </a:r>
          </a:p>
          <a:p>
            <a:pPr marL="0" indent="0">
              <a:buNone/>
            </a:pPr>
            <a:r>
              <a:rPr lang="en-US" sz="900" dirty="0"/>
              <a:t>    </a:t>
            </a:r>
          </a:p>
          <a:p>
            <a:pPr marL="0" indent="0">
              <a:buNone/>
            </a:pPr>
            <a:r>
              <a:rPr lang="en-US" sz="900" dirty="0"/>
              <a:t>export default app;</a:t>
            </a:r>
          </a:p>
          <a:p>
            <a:pPr marL="0" indent="0">
              <a:buNone/>
            </a:pPr>
            <a:endParaRPr lang="en-US" sz="900" dirty="0"/>
          </a:p>
        </p:txBody>
      </p:sp>
      <p:sp>
        <p:nvSpPr>
          <p:cNvPr id="4" name="Date Placeholder 3">
            <a:extLst>
              <a:ext uri="{FF2B5EF4-FFF2-40B4-BE49-F238E27FC236}">
                <a16:creationId xmlns:a16="http://schemas.microsoft.com/office/drawing/2014/main" id="{1D06D929-9454-C76F-3A3A-EC63FEE6018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FE56E2C-4750-BEE5-3617-971792392516}"/>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EBF9840-7896-BB1F-2AD9-A8CE78AB2268}"/>
              </a:ext>
            </a:extLst>
          </p:cNvPr>
          <p:cNvSpPr>
            <a:spLocks noGrp="1"/>
          </p:cNvSpPr>
          <p:nvPr>
            <p:ph type="sldNum" sz="quarter" idx="12"/>
          </p:nvPr>
        </p:nvSpPr>
        <p:spPr/>
        <p:txBody>
          <a:bodyPr/>
          <a:lstStyle/>
          <a:p>
            <a:fld id="{7C5CF243-786F-4254-B068-4C9F0B6EA12F}" type="slidenum">
              <a:rPr lang="en-US" altLang="en-US" smtClean="0"/>
              <a:pPr/>
              <a:t>69</a:t>
            </a:fld>
            <a:endParaRPr lang="en-US" altLang="en-US"/>
          </a:p>
        </p:txBody>
      </p:sp>
    </p:spTree>
    <p:extLst>
      <p:ext uri="{BB962C8B-B14F-4D97-AF65-F5344CB8AC3E}">
        <p14:creationId xmlns:p14="http://schemas.microsoft.com/office/powerpoint/2010/main" val="36881938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B019-AAC4-9EF2-B393-A56B8527B1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92F71-DDD5-B38D-4190-0DBF6A81B2EB}"/>
              </a:ext>
            </a:extLst>
          </p:cNvPr>
          <p:cNvSpPr>
            <a:spLocks noGrp="1"/>
          </p:cNvSpPr>
          <p:nvPr>
            <p:ph idx="1"/>
          </p:nvPr>
        </p:nvSpPr>
        <p:spPr/>
        <p:txBody>
          <a:bodyPr/>
          <a:lstStyle/>
          <a:p>
            <a:r>
              <a:rPr lang="en-US" dirty="0"/>
              <a:t>In the auth controller.js in server side, we have to add seller in the return </a:t>
            </a:r>
            <a:r>
              <a:rPr lang="en-US" dirty="0" err="1"/>
              <a:t>json</a:t>
            </a:r>
            <a:r>
              <a:rPr lang="en-US" dirty="0"/>
              <a:t>, otherwise it will not show “My Shops” for seller after login</a:t>
            </a:r>
          </a:p>
        </p:txBody>
      </p:sp>
      <p:sp>
        <p:nvSpPr>
          <p:cNvPr id="4" name="Date Placeholder 3">
            <a:extLst>
              <a:ext uri="{FF2B5EF4-FFF2-40B4-BE49-F238E27FC236}">
                <a16:creationId xmlns:a16="http://schemas.microsoft.com/office/drawing/2014/main" id="{D9AF5CDF-6DF4-5051-2919-B7CEC87CCCB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AA3AAE1-0761-C594-B550-C3D4E17A548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325D300-FEED-775B-B4EB-6004B32207F6}"/>
              </a:ext>
            </a:extLst>
          </p:cNvPr>
          <p:cNvSpPr>
            <a:spLocks noGrp="1"/>
          </p:cNvSpPr>
          <p:nvPr>
            <p:ph type="sldNum" sz="quarter" idx="12"/>
          </p:nvPr>
        </p:nvSpPr>
        <p:spPr/>
        <p:txBody>
          <a:bodyPr/>
          <a:lstStyle/>
          <a:p>
            <a:fld id="{7C5CF243-786F-4254-B068-4C9F0B6EA12F}" type="slidenum">
              <a:rPr lang="en-US" altLang="en-US" smtClean="0"/>
              <a:pPr/>
              <a:t>70</a:t>
            </a:fld>
            <a:endParaRPr lang="en-US" altLang="en-US"/>
          </a:p>
        </p:txBody>
      </p:sp>
    </p:spTree>
    <p:extLst>
      <p:ext uri="{BB962C8B-B14F-4D97-AF65-F5344CB8AC3E}">
        <p14:creationId xmlns:p14="http://schemas.microsoft.com/office/powerpoint/2010/main" val="32963268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C8702-D6DD-81E9-BE34-AFA1B7951105}"/>
              </a:ext>
            </a:extLst>
          </p:cNvPr>
          <p:cNvSpPr>
            <a:spLocks noGrp="1"/>
          </p:cNvSpPr>
          <p:nvPr>
            <p:ph type="title"/>
          </p:nvPr>
        </p:nvSpPr>
        <p:spPr/>
        <p:txBody>
          <a:bodyPr/>
          <a:lstStyle/>
          <a:p>
            <a:r>
              <a:rPr lang="en-US" dirty="0"/>
              <a:t>Server/controllers/auth.controller.js</a:t>
            </a:r>
          </a:p>
        </p:txBody>
      </p:sp>
      <p:sp>
        <p:nvSpPr>
          <p:cNvPr id="3" name="Content Placeholder 2">
            <a:extLst>
              <a:ext uri="{FF2B5EF4-FFF2-40B4-BE49-F238E27FC236}">
                <a16:creationId xmlns:a16="http://schemas.microsoft.com/office/drawing/2014/main" id="{1454D94F-F52A-EAF9-6FC6-B419A78C7247}"/>
              </a:ext>
            </a:extLst>
          </p:cNvPr>
          <p:cNvSpPr>
            <a:spLocks noGrp="1"/>
          </p:cNvSpPr>
          <p:nvPr>
            <p:ph idx="1"/>
          </p:nvPr>
        </p:nvSpPr>
        <p:spPr/>
        <p:txBody>
          <a:bodyPr/>
          <a:lstStyle/>
          <a:p>
            <a:pPr marL="0" indent="0">
              <a:buNone/>
            </a:pPr>
            <a:r>
              <a:rPr lang="en-US" sz="550" dirty="0"/>
              <a:t>import User from "../models/user.model.js";</a:t>
            </a:r>
          </a:p>
          <a:p>
            <a:pPr marL="0" indent="0">
              <a:buNone/>
            </a:pPr>
            <a:r>
              <a:rPr lang="en-US" sz="550" dirty="0"/>
              <a:t>import </a:t>
            </a:r>
            <a:r>
              <a:rPr lang="en-US" sz="550" dirty="0" err="1"/>
              <a:t>jwt</a:t>
            </a:r>
            <a:r>
              <a:rPr lang="en-US" sz="550" dirty="0"/>
              <a:t> from "</a:t>
            </a:r>
            <a:r>
              <a:rPr lang="en-US" sz="550" dirty="0" err="1"/>
              <a:t>jsonwebtoken</a:t>
            </a:r>
            <a:r>
              <a:rPr lang="en-US" sz="550" dirty="0"/>
              <a:t>";</a:t>
            </a:r>
          </a:p>
          <a:p>
            <a:pPr marL="0" indent="0">
              <a:buNone/>
            </a:pPr>
            <a:r>
              <a:rPr lang="en-US" sz="550" dirty="0"/>
              <a:t>import { </a:t>
            </a:r>
            <a:r>
              <a:rPr lang="en-US" sz="550" dirty="0" err="1"/>
              <a:t>expressjwt</a:t>
            </a:r>
            <a:r>
              <a:rPr lang="en-US" sz="550" dirty="0"/>
              <a:t> } from "express-</a:t>
            </a:r>
            <a:r>
              <a:rPr lang="en-US" sz="550" dirty="0" err="1"/>
              <a:t>jwt</a:t>
            </a:r>
            <a:r>
              <a:rPr lang="en-US" sz="550" dirty="0"/>
              <a:t>";</a:t>
            </a:r>
          </a:p>
          <a:p>
            <a:pPr marL="0" indent="0">
              <a:buNone/>
            </a:pPr>
            <a:r>
              <a:rPr lang="en-US" sz="550" dirty="0"/>
              <a:t>import config from "./../../config/config.js";</a:t>
            </a:r>
          </a:p>
          <a:p>
            <a:pPr marL="0" indent="0">
              <a:buNone/>
            </a:pPr>
            <a:r>
              <a:rPr lang="en-US" sz="550" dirty="0"/>
              <a:t>const </a:t>
            </a:r>
            <a:r>
              <a:rPr lang="en-US" sz="550" dirty="0" err="1"/>
              <a:t>signin</a:t>
            </a:r>
            <a:r>
              <a:rPr lang="en-US" sz="550" dirty="0"/>
              <a:t> = async (req, res) =&gt; {</a:t>
            </a:r>
          </a:p>
          <a:p>
            <a:pPr marL="0" indent="0">
              <a:buNone/>
            </a:pPr>
            <a:r>
              <a:rPr lang="en-US" sz="550" dirty="0"/>
              <a:t>  try {</a:t>
            </a:r>
          </a:p>
          <a:p>
            <a:pPr marL="0" indent="0">
              <a:buNone/>
            </a:pPr>
            <a:r>
              <a:rPr lang="en-US" sz="550" dirty="0"/>
              <a:t>    let user = await </a:t>
            </a:r>
            <a:r>
              <a:rPr lang="en-US" sz="550" dirty="0" err="1"/>
              <a:t>User.findOne</a:t>
            </a:r>
            <a:r>
              <a:rPr lang="en-US" sz="550" dirty="0"/>
              <a:t>({ email: </a:t>
            </a:r>
            <a:r>
              <a:rPr lang="en-US" sz="550" dirty="0" err="1"/>
              <a:t>req.body.email</a:t>
            </a:r>
            <a:r>
              <a:rPr lang="en-US" sz="550" dirty="0"/>
              <a:t> });</a:t>
            </a:r>
          </a:p>
          <a:p>
            <a:pPr marL="0" indent="0">
              <a:buNone/>
            </a:pPr>
            <a:r>
              <a:rPr lang="en-US" sz="550" dirty="0"/>
              <a:t>    if (!user) return </a:t>
            </a:r>
            <a:r>
              <a:rPr lang="en-US" sz="550" dirty="0" err="1"/>
              <a:t>res.status</a:t>
            </a:r>
            <a:r>
              <a:rPr lang="en-US" sz="550" dirty="0"/>
              <a:t>(401).</a:t>
            </a:r>
            <a:r>
              <a:rPr lang="en-US" sz="550" dirty="0" err="1"/>
              <a:t>json</a:t>
            </a:r>
            <a:r>
              <a:rPr lang="en-US" sz="550" dirty="0"/>
              <a:t>({ error: "User not found" });</a:t>
            </a:r>
          </a:p>
          <a:p>
            <a:pPr marL="0" indent="0">
              <a:buNone/>
            </a:pPr>
            <a:r>
              <a:rPr lang="en-US" sz="550" dirty="0"/>
              <a:t>    if (!</a:t>
            </a:r>
            <a:r>
              <a:rPr lang="en-US" sz="550" dirty="0" err="1"/>
              <a:t>user.authenticate</a:t>
            </a:r>
            <a:r>
              <a:rPr lang="en-US" sz="550" dirty="0"/>
              <a:t>(</a:t>
            </a:r>
            <a:r>
              <a:rPr lang="en-US" sz="550" dirty="0" err="1"/>
              <a:t>req.body.password</a:t>
            </a:r>
            <a:r>
              <a:rPr lang="en-US" sz="550" dirty="0"/>
              <a:t>)) {</a:t>
            </a:r>
          </a:p>
          <a:p>
            <a:pPr marL="0" indent="0">
              <a:buNone/>
            </a:pPr>
            <a:r>
              <a:rPr lang="en-US" sz="550" dirty="0"/>
              <a:t>      return res</a:t>
            </a:r>
          </a:p>
          <a:p>
            <a:pPr marL="0" indent="0">
              <a:buNone/>
            </a:pPr>
            <a:r>
              <a:rPr lang="en-US" sz="550" dirty="0"/>
              <a:t>        .status(401)</a:t>
            </a:r>
          </a:p>
          <a:p>
            <a:pPr marL="0" indent="0">
              <a:buNone/>
            </a:pPr>
            <a:r>
              <a:rPr lang="en-US" sz="550" dirty="0"/>
              <a:t>        .send({ error: "Email and password don't match." });</a:t>
            </a:r>
          </a:p>
          <a:p>
            <a:pPr marL="0" indent="0">
              <a:buNone/>
            </a:pPr>
            <a:r>
              <a:rPr lang="en-US" sz="550" dirty="0"/>
              <a:t>    }</a:t>
            </a:r>
          </a:p>
          <a:p>
            <a:pPr marL="0" indent="0">
              <a:buNone/>
            </a:pPr>
            <a:r>
              <a:rPr lang="en-US" sz="550" dirty="0"/>
              <a:t>    const token = </a:t>
            </a:r>
            <a:r>
              <a:rPr lang="en-US" sz="550" dirty="0" err="1"/>
              <a:t>jwt.sign</a:t>
            </a:r>
            <a:r>
              <a:rPr lang="en-US" sz="550" dirty="0"/>
              <a:t>({ _id: </a:t>
            </a:r>
            <a:r>
              <a:rPr lang="en-US" sz="550" dirty="0" err="1"/>
              <a:t>user._id</a:t>
            </a:r>
            <a:r>
              <a:rPr lang="en-US" sz="550" dirty="0"/>
              <a:t> }, </a:t>
            </a:r>
            <a:r>
              <a:rPr lang="en-US" sz="550" dirty="0" err="1"/>
              <a:t>config.jwtSecret</a:t>
            </a:r>
            <a:r>
              <a:rPr lang="en-US" sz="550" dirty="0"/>
              <a:t>);</a:t>
            </a:r>
          </a:p>
          <a:p>
            <a:pPr marL="0" indent="0">
              <a:buNone/>
            </a:pPr>
            <a:r>
              <a:rPr lang="en-US" sz="550" dirty="0"/>
              <a:t>    </a:t>
            </a:r>
            <a:r>
              <a:rPr lang="en-US" sz="550" dirty="0" err="1"/>
              <a:t>res.cookie</a:t>
            </a:r>
            <a:r>
              <a:rPr lang="en-US" sz="550" dirty="0"/>
              <a:t>("t", token, { expire: new Date() + 9999 });</a:t>
            </a:r>
          </a:p>
          <a:p>
            <a:pPr marL="0" indent="0">
              <a:buNone/>
            </a:pPr>
            <a:r>
              <a:rPr lang="en-US" sz="550" dirty="0"/>
              <a:t>    return </a:t>
            </a:r>
            <a:r>
              <a:rPr lang="en-US" sz="550" dirty="0" err="1"/>
              <a:t>res.json</a:t>
            </a:r>
            <a:r>
              <a:rPr lang="en-US" sz="550" dirty="0"/>
              <a:t>({</a:t>
            </a:r>
          </a:p>
          <a:p>
            <a:pPr marL="0" indent="0">
              <a:buNone/>
            </a:pPr>
            <a:r>
              <a:rPr lang="en-US" sz="550" dirty="0"/>
              <a:t>      token,</a:t>
            </a:r>
          </a:p>
          <a:p>
            <a:pPr marL="0" indent="0">
              <a:buNone/>
            </a:pPr>
            <a:r>
              <a:rPr lang="en-US" sz="550" dirty="0"/>
              <a:t>      user: {</a:t>
            </a:r>
          </a:p>
          <a:p>
            <a:pPr marL="0" indent="0">
              <a:buNone/>
            </a:pPr>
            <a:r>
              <a:rPr lang="en-US" sz="550" dirty="0"/>
              <a:t>        _id: </a:t>
            </a:r>
            <a:r>
              <a:rPr lang="en-US" sz="550" dirty="0" err="1"/>
              <a:t>user._id</a:t>
            </a:r>
            <a:r>
              <a:rPr lang="en-US" sz="550" dirty="0"/>
              <a:t>,</a:t>
            </a:r>
          </a:p>
          <a:p>
            <a:pPr marL="0" indent="0">
              <a:buNone/>
            </a:pPr>
            <a:r>
              <a:rPr lang="en-US" sz="550" dirty="0"/>
              <a:t>        name: user.name,</a:t>
            </a:r>
          </a:p>
          <a:p>
            <a:pPr marL="0" indent="0">
              <a:buNone/>
            </a:pPr>
            <a:r>
              <a:rPr lang="en-US" sz="550" dirty="0"/>
              <a:t>        email: </a:t>
            </a:r>
            <a:r>
              <a:rPr lang="en-US" sz="550" dirty="0" err="1"/>
              <a:t>user.email</a:t>
            </a:r>
            <a:r>
              <a:rPr lang="en-US" sz="550" dirty="0"/>
              <a:t>,</a:t>
            </a:r>
          </a:p>
          <a:p>
            <a:pPr marL="0" indent="0">
              <a:buNone/>
            </a:pPr>
            <a:r>
              <a:rPr lang="en-US" sz="550" dirty="0"/>
              <a:t>        </a:t>
            </a:r>
            <a:r>
              <a:rPr lang="en-US" sz="550" dirty="0">
                <a:highlight>
                  <a:srgbClr val="FFFF00"/>
                </a:highlight>
              </a:rPr>
              <a:t>seller: </a:t>
            </a:r>
            <a:r>
              <a:rPr lang="en-US" sz="550" dirty="0" err="1">
                <a:highlight>
                  <a:srgbClr val="FFFF00"/>
                </a:highlight>
              </a:rPr>
              <a:t>user.seller</a:t>
            </a:r>
            <a:r>
              <a:rPr lang="en-US" sz="550" dirty="0">
                <a:highlight>
                  <a:srgbClr val="FFFF00"/>
                </a:highlight>
              </a:rPr>
              <a:t>,</a:t>
            </a:r>
          </a:p>
          <a:p>
            <a:pPr marL="0" indent="0">
              <a:buNone/>
            </a:pPr>
            <a:r>
              <a:rPr lang="en-US" sz="550" dirty="0"/>
              <a:t>      },</a:t>
            </a:r>
          </a:p>
          <a:p>
            <a:pPr marL="0" indent="0">
              <a:buNone/>
            </a:pPr>
            <a:r>
              <a:rPr lang="en-US" sz="550" dirty="0"/>
              <a:t>    });</a:t>
            </a:r>
          </a:p>
          <a:p>
            <a:pPr marL="0" indent="0">
              <a:buNone/>
            </a:pPr>
            <a:r>
              <a:rPr lang="en-US" sz="550" dirty="0"/>
              <a:t>  } catch (err) {</a:t>
            </a:r>
          </a:p>
          <a:p>
            <a:pPr marL="0" indent="0">
              <a:buNone/>
            </a:pPr>
            <a:r>
              <a:rPr lang="en-US" sz="550" dirty="0"/>
              <a:t>    return </a:t>
            </a:r>
            <a:r>
              <a:rPr lang="en-US" sz="550" dirty="0" err="1"/>
              <a:t>res.status</a:t>
            </a:r>
            <a:r>
              <a:rPr lang="en-US" sz="550" dirty="0"/>
              <a:t>(401).</a:t>
            </a:r>
            <a:r>
              <a:rPr lang="en-US" sz="550" dirty="0" err="1"/>
              <a:t>json</a:t>
            </a:r>
            <a:r>
              <a:rPr lang="en-US" sz="550" dirty="0"/>
              <a:t>({ error: "Could not sign in" });</a:t>
            </a:r>
          </a:p>
          <a:p>
            <a:pPr marL="0" indent="0">
              <a:buNone/>
            </a:pPr>
            <a:r>
              <a:rPr lang="en-US" sz="550" dirty="0"/>
              <a:t>  }</a:t>
            </a:r>
          </a:p>
          <a:p>
            <a:pPr marL="0" indent="0">
              <a:buNone/>
            </a:pPr>
            <a:r>
              <a:rPr lang="en-US" sz="550" dirty="0"/>
              <a:t>};</a:t>
            </a:r>
          </a:p>
          <a:p>
            <a:pPr marL="0" indent="0">
              <a:buNone/>
            </a:pPr>
            <a:r>
              <a:rPr lang="en-US" sz="550" dirty="0"/>
              <a:t>const </a:t>
            </a:r>
            <a:r>
              <a:rPr lang="en-US" sz="550" dirty="0" err="1"/>
              <a:t>signout</a:t>
            </a:r>
            <a:r>
              <a:rPr lang="en-US" sz="550" dirty="0"/>
              <a:t> = (req, res) =&gt; {</a:t>
            </a:r>
          </a:p>
          <a:p>
            <a:pPr marL="0" indent="0">
              <a:buNone/>
            </a:pPr>
            <a:r>
              <a:rPr lang="en-US" sz="550" dirty="0"/>
              <a:t>  </a:t>
            </a:r>
            <a:r>
              <a:rPr lang="en-US" sz="550" dirty="0" err="1"/>
              <a:t>res.clearCookie</a:t>
            </a:r>
            <a:r>
              <a:rPr lang="en-US" sz="550" dirty="0"/>
              <a:t>("t");</a:t>
            </a:r>
          </a:p>
          <a:p>
            <a:pPr marL="0" indent="0">
              <a:buNone/>
            </a:pPr>
            <a:r>
              <a:rPr lang="en-US" sz="550" dirty="0"/>
              <a:t>  return </a:t>
            </a:r>
            <a:r>
              <a:rPr lang="en-US" sz="550" dirty="0" err="1"/>
              <a:t>res.status</a:t>
            </a:r>
            <a:r>
              <a:rPr lang="en-US" sz="550" dirty="0"/>
              <a:t>(200).</a:t>
            </a:r>
            <a:r>
              <a:rPr lang="en-US" sz="550" dirty="0" err="1"/>
              <a:t>json</a:t>
            </a:r>
            <a:r>
              <a:rPr lang="en-US" sz="550" dirty="0"/>
              <a:t>({</a:t>
            </a:r>
          </a:p>
          <a:p>
            <a:pPr marL="0" indent="0">
              <a:buNone/>
            </a:pPr>
            <a:r>
              <a:rPr lang="en-US" sz="550" dirty="0"/>
              <a:t>    message: "signed out",</a:t>
            </a:r>
          </a:p>
          <a:p>
            <a:pPr marL="0" indent="0">
              <a:buNone/>
            </a:pPr>
            <a:r>
              <a:rPr lang="en-US" sz="550" dirty="0"/>
              <a:t>  });</a:t>
            </a:r>
          </a:p>
          <a:p>
            <a:pPr marL="0" indent="0">
              <a:buNone/>
            </a:pPr>
            <a:r>
              <a:rPr lang="en-US" sz="550" dirty="0"/>
              <a:t>};</a:t>
            </a:r>
          </a:p>
          <a:p>
            <a:pPr marL="0" indent="0">
              <a:buNone/>
            </a:pPr>
            <a:r>
              <a:rPr lang="en-US" sz="550" dirty="0"/>
              <a:t>const </a:t>
            </a:r>
            <a:r>
              <a:rPr lang="en-US" sz="550" dirty="0" err="1"/>
              <a:t>requireSignin</a:t>
            </a:r>
            <a:r>
              <a:rPr lang="en-US" sz="550" dirty="0"/>
              <a:t> = </a:t>
            </a:r>
            <a:r>
              <a:rPr lang="en-US" sz="550" dirty="0" err="1"/>
              <a:t>expressjwt</a:t>
            </a:r>
            <a:r>
              <a:rPr lang="en-US" sz="550" dirty="0"/>
              <a:t>({</a:t>
            </a:r>
          </a:p>
          <a:p>
            <a:pPr marL="0" indent="0">
              <a:buNone/>
            </a:pPr>
            <a:r>
              <a:rPr lang="en-US" sz="550" dirty="0"/>
              <a:t>  secret: </a:t>
            </a:r>
            <a:r>
              <a:rPr lang="en-US" sz="550" dirty="0" err="1"/>
              <a:t>config.jwtSecret</a:t>
            </a:r>
            <a:r>
              <a:rPr lang="en-US" sz="550" dirty="0"/>
              <a:t>,</a:t>
            </a:r>
          </a:p>
          <a:p>
            <a:pPr marL="0" indent="0">
              <a:buNone/>
            </a:pPr>
            <a:r>
              <a:rPr lang="en-US" sz="550" dirty="0"/>
              <a:t>  algorithms: ["HS256"],</a:t>
            </a:r>
          </a:p>
          <a:p>
            <a:pPr marL="0" indent="0">
              <a:buNone/>
            </a:pPr>
            <a:r>
              <a:rPr lang="en-US" sz="550" dirty="0"/>
              <a:t>  </a:t>
            </a:r>
            <a:r>
              <a:rPr lang="en-US" sz="550" dirty="0" err="1"/>
              <a:t>userProperty</a:t>
            </a:r>
            <a:r>
              <a:rPr lang="en-US" sz="550" dirty="0"/>
              <a:t>: "auth",</a:t>
            </a:r>
          </a:p>
          <a:p>
            <a:pPr marL="0" indent="0">
              <a:buNone/>
            </a:pPr>
            <a:r>
              <a:rPr lang="en-US" sz="550" dirty="0"/>
              <a:t>});</a:t>
            </a:r>
          </a:p>
          <a:p>
            <a:pPr marL="0" indent="0">
              <a:buNone/>
            </a:pPr>
            <a:br>
              <a:rPr lang="en-US" sz="550" dirty="0"/>
            </a:br>
            <a:r>
              <a:rPr lang="en-US" sz="550" dirty="0"/>
              <a:t>const </a:t>
            </a:r>
            <a:r>
              <a:rPr lang="en-US" sz="550" dirty="0" err="1"/>
              <a:t>hasAuthorization</a:t>
            </a:r>
            <a:r>
              <a:rPr lang="en-US" sz="550" dirty="0"/>
              <a:t> = (req, res, next) =&gt; {</a:t>
            </a:r>
          </a:p>
          <a:p>
            <a:pPr marL="0" indent="0">
              <a:buNone/>
            </a:pPr>
            <a:r>
              <a:rPr lang="en-US" sz="550" dirty="0"/>
              <a:t>  const authorized = </a:t>
            </a:r>
            <a:r>
              <a:rPr lang="en-US" sz="550" dirty="0" err="1"/>
              <a:t>req.profile</a:t>
            </a:r>
            <a:r>
              <a:rPr lang="en-US" sz="550" dirty="0"/>
              <a:t> &amp;&amp; </a:t>
            </a:r>
            <a:r>
              <a:rPr lang="en-US" sz="550" dirty="0" err="1"/>
              <a:t>req.auth</a:t>
            </a:r>
            <a:r>
              <a:rPr lang="en-US" sz="550" dirty="0"/>
              <a:t> &amp;&amp; </a:t>
            </a:r>
            <a:r>
              <a:rPr lang="en-US" sz="550" dirty="0" err="1"/>
              <a:t>req.profile._id</a:t>
            </a:r>
            <a:r>
              <a:rPr lang="en-US" sz="550" dirty="0"/>
              <a:t> == </a:t>
            </a:r>
            <a:r>
              <a:rPr lang="en-US" sz="550" dirty="0" err="1"/>
              <a:t>req.auth._id</a:t>
            </a:r>
            <a:r>
              <a:rPr lang="en-US" sz="550" dirty="0"/>
              <a:t>;</a:t>
            </a:r>
          </a:p>
          <a:p>
            <a:pPr marL="0" indent="0">
              <a:buNone/>
            </a:pPr>
            <a:r>
              <a:rPr lang="en-US" sz="550" dirty="0"/>
              <a:t>  if (!authorized) {</a:t>
            </a:r>
          </a:p>
          <a:p>
            <a:pPr marL="0" indent="0">
              <a:buNone/>
            </a:pPr>
            <a:r>
              <a:rPr lang="en-US" sz="550" dirty="0"/>
              <a:t>    return </a:t>
            </a:r>
            <a:r>
              <a:rPr lang="en-US" sz="550" dirty="0" err="1"/>
              <a:t>res.status</a:t>
            </a:r>
            <a:r>
              <a:rPr lang="en-US" sz="550" dirty="0"/>
              <a:t>(403).</a:t>
            </a:r>
            <a:r>
              <a:rPr lang="en-US" sz="550" dirty="0" err="1"/>
              <a:t>json</a:t>
            </a:r>
            <a:r>
              <a:rPr lang="en-US" sz="550" dirty="0"/>
              <a:t>({</a:t>
            </a:r>
          </a:p>
          <a:p>
            <a:pPr marL="0" indent="0">
              <a:buNone/>
            </a:pPr>
            <a:r>
              <a:rPr lang="en-US" sz="550" dirty="0"/>
              <a:t>      error: "User is not authorized",</a:t>
            </a:r>
          </a:p>
          <a:p>
            <a:pPr marL="0" indent="0">
              <a:buNone/>
            </a:pPr>
            <a:r>
              <a:rPr lang="en-US" sz="550" dirty="0"/>
              <a:t>    });</a:t>
            </a:r>
          </a:p>
          <a:p>
            <a:pPr marL="0" indent="0">
              <a:buNone/>
            </a:pPr>
            <a:r>
              <a:rPr lang="en-US" sz="550" dirty="0"/>
              <a:t>  }</a:t>
            </a:r>
          </a:p>
          <a:p>
            <a:pPr marL="0" indent="0">
              <a:buNone/>
            </a:pPr>
            <a:r>
              <a:rPr lang="en-US" sz="550" dirty="0"/>
              <a:t>  next();</a:t>
            </a:r>
          </a:p>
          <a:p>
            <a:pPr marL="0" indent="0">
              <a:buNone/>
            </a:pPr>
            <a:r>
              <a:rPr lang="en-US" sz="550" dirty="0"/>
              <a:t>};</a:t>
            </a:r>
          </a:p>
          <a:p>
            <a:pPr marL="0" indent="0">
              <a:buNone/>
            </a:pPr>
            <a:br>
              <a:rPr lang="en-US" sz="550" dirty="0"/>
            </a:br>
            <a:r>
              <a:rPr lang="en-US" sz="550" dirty="0"/>
              <a:t>export default { </a:t>
            </a:r>
            <a:r>
              <a:rPr lang="en-US" sz="550" dirty="0" err="1"/>
              <a:t>signin</a:t>
            </a:r>
            <a:r>
              <a:rPr lang="en-US" sz="550" dirty="0"/>
              <a:t>, </a:t>
            </a:r>
            <a:r>
              <a:rPr lang="en-US" sz="550" dirty="0" err="1"/>
              <a:t>signout</a:t>
            </a:r>
            <a:r>
              <a:rPr lang="en-US" sz="550" dirty="0"/>
              <a:t>, </a:t>
            </a:r>
            <a:r>
              <a:rPr lang="en-US" sz="550" dirty="0" err="1"/>
              <a:t>requireSignin</a:t>
            </a:r>
            <a:r>
              <a:rPr lang="en-US" sz="550" dirty="0"/>
              <a:t>, </a:t>
            </a:r>
            <a:r>
              <a:rPr lang="en-US" sz="550" dirty="0" err="1"/>
              <a:t>hasAuthorization</a:t>
            </a:r>
            <a:r>
              <a:rPr lang="en-US" sz="550" dirty="0"/>
              <a:t> };</a:t>
            </a:r>
          </a:p>
          <a:p>
            <a:pPr marL="0" indent="0">
              <a:buNone/>
            </a:pPr>
            <a:endParaRPr lang="en-US" sz="550" dirty="0"/>
          </a:p>
        </p:txBody>
      </p:sp>
      <p:sp>
        <p:nvSpPr>
          <p:cNvPr id="4" name="Date Placeholder 3">
            <a:extLst>
              <a:ext uri="{FF2B5EF4-FFF2-40B4-BE49-F238E27FC236}">
                <a16:creationId xmlns:a16="http://schemas.microsoft.com/office/drawing/2014/main" id="{401650C9-AE1A-9B41-7BA8-BF8EF13B2BE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DA83F4B-69D0-9A92-002C-F0D64A261DB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19E6F47-1F06-92ED-091C-F1426B73E55A}"/>
              </a:ext>
            </a:extLst>
          </p:cNvPr>
          <p:cNvSpPr>
            <a:spLocks noGrp="1"/>
          </p:cNvSpPr>
          <p:nvPr>
            <p:ph type="sldNum" sz="quarter" idx="12"/>
          </p:nvPr>
        </p:nvSpPr>
        <p:spPr/>
        <p:txBody>
          <a:bodyPr/>
          <a:lstStyle/>
          <a:p>
            <a:fld id="{7C5CF243-786F-4254-B068-4C9F0B6EA12F}" type="slidenum">
              <a:rPr lang="en-US" altLang="en-US" smtClean="0"/>
              <a:pPr/>
              <a:t>71</a:t>
            </a:fld>
            <a:endParaRPr lang="en-US" altLang="en-US"/>
          </a:p>
        </p:txBody>
      </p:sp>
    </p:spTree>
    <p:extLst>
      <p:ext uri="{BB962C8B-B14F-4D97-AF65-F5344CB8AC3E}">
        <p14:creationId xmlns:p14="http://schemas.microsoft.com/office/powerpoint/2010/main" val="2926095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A5586-092B-B81D-9D8F-F97BA7650518}"/>
              </a:ext>
            </a:extLst>
          </p:cNvPr>
          <p:cNvSpPr>
            <a:spLocks noGrp="1"/>
          </p:cNvSpPr>
          <p:nvPr>
            <p:ph type="title"/>
          </p:nvPr>
        </p:nvSpPr>
        <p:spPr/>
        <p:txBody>
          <a:bodyPr/>
          <a:lstStyle/>
          <a:p>
            <a:r>
              <a:rPr lang="en-US" dirty="0"/>
              <a:t>Updater server/routes/shop.routes.js</a:t>
            </a:r>
          </a:p>
        </p:txBody>
      </p:sp>
      <p:sp>
        <p:nvSpPr>
          <p:cNvPr id="3" name="Content Placeholder 2">
            <a:extLst>
              <a:ext uri="{FF2B5EF4-FFF2-40B4-BE49-F238E27FC236}">
                <a16:creationId xmlns:a16="http://schemas.microsoft.com/office/drawing/2014/main" id="{297DE6EE-55F0-0622-F7C4-F31FE98B8906}"/>
              </a:ext>
            </a:extLst>
          </p:cNvPr>
          <p:cNvSpPr>
            <a:spLocks noGrp="1"/>
          </p:cNvSpPr>
          <p:nvPr>
            <p:ph idx="1"/>
          </p:nvPr>
        </p:nvSpPr>
        <p:spPr/>
        <p:txBody>
          <a:bodyPr/>
          <a:lstStyle/>
          <a:p>
            <a:pPr marL="0" indent="0">
              <a:buNone/>
            </a:pPr>
            <a:r>
              <a:rPr lang="en-US" dirty="0"/>
              <a:t>Then add a new route to get all shops in shop.routes.js</a:t>
            </a:r>
          </a:p>
          <a:p>
            <a:pPr marL="0" indent="0">
              <a:buNone/>
            </a:pPr>
            <a:r>
              <a:rPr lang="en-US" sz="950" dirty="0"/>
              <a:t>import express from "express";</a:t>
            </a:r>
          </a:p>
          <a:p>
            <a:pPr marL="0" indent="0">
              <a:buNone/>
            </a:pPr>
            <a:r>
              <a:rPr lang="en-US" sz="950" dirty="0"/>
              <a:t>import </a:t>
            </a:r>
            <a:r>
              <a:rPr lang="en-US" sz="950" dirty="0" err="1"/>
              <a:t>userCtrl</a:t>
            </a:r>
            <a:r>
              <a:rPr lang="en-US" sz="950" dirty="0"/>
              <a:t> from "../controllers/user.controller.js";</a:t>
            </a:r>
          </a:p>
          <a:p>
            <a:pPr marL="0" indent="0">
              <a:buNone/>
            </a:pPr>
            <a:r>
              <a:rPr lang="en-US" sz="950" dirty="0"/>
              <a:t>import </a:t>
            </a:r>
            <a:r>
              <a:rPr lang="en-US" sz="950" dirty="0" err="1"/>
              <a:t>authCtrl</a:t>
            </a:r>
            <a:r>
              <a:rPr lang="en-US" sz="950" dirty="0"/>
              <a:t> from "../controllers/auth.controller.js";</a:t>
            </a:r>
          </a:p>
          <a:p>
            <a:pPr marL="0" indent="0">
              <a:buNone/>
            </a:pPr>
            <a:r>
              <a:rPr lang="en-US" sz="950" dirty="0"/>
              <a:t>import </a:t>
            </a:r>
            <a:r>
              <a:rPr lang="en-US" sz="950" dirty="0" err="1"/>
              <a:t>shopCtrl</a:t>
            </a:r>
            <a:r>
              <a:rPr lang="en-US" sz="950" dirty="0"/>
              <a:t> from "../controllers/shop.controller.js";</a:t>
            </a:r>
          </a:p>
          <a:p>
            <a:pPr marL="0" indent="0">
              <a:buNone/>
            </a:pPr>
            <a:r>
              <a:rPr lang="en-US" sz="950" dirty="0"/>
              <a:t>const router = </a:t>
            </a:r>
            <a:r>
              <a:rPr lang="en-US" sz="950" dirty="0" err="1"/>
              <a:t>express.Router</a:t>
            </a:r>
            <a:r>
              <a:rPr lang="en-US" sz="950" dirty="0"/>
              <a:t>();</a:t>
            </a:r>
          </a:p>
          <a:p>
            <a:pPr marL="0" indent="0">
              <a:buNone/>
            </a:pPr>
            <a:r>
              <a:rPr lang="en-US" sz="950" dirty="0" err="1"/>
              <a:t>router.route</a:t>
            </a:r>
            <a:r>
              <a:rPr lang="en-US" sz="950" dirty="0"/>
              <a:t>("/</a:t>
            </a:r>
            <a:r>
              <a:rPr lang="en-US" sz="950" dirty="0" err="1"/>
              <a:t>api</a:t>
            </a:r>
            <a:r>
              <a:rPr lang="en-US" sz="950" dirty="0"/>
              <a:t>/shop/:</a:t>
            </a:r>
            <a:r>
              <a:rPr lang="en-US" sz="950" dirty="0" err="1"/>
              <a:t>shopId</a:t>
            </a:r>
            <a:r>
              <a:rPr lang="en-US" sz="950" dirty="0"/>
              <a:t>").get(</a:t>
            </a:r>
            <a:r>
              <a:rPr lang="en-US" sz="950" dirty="0" err="1"/>
              <a:t>shopCtrl.read</a:t>
            </a:r>
            <a:r>
              <a:rPr lang="en-US" sz="950" dirty="0"/>
              <a:t>);</a:t>
            </a:r>
          </a:p>
          <a:p>
            <a:pPr marL="0" indent="0">
              <a:buNone/>
            </a:pPr>
            <a:r>
              <a:rPr lang="en-US" sz="950" dirty="0" err="1">
                <a:highlight>
                  <a:srgbClr val="FFFF00"/>
                </a:highlight>
              </a:rPr>
              <a:t>router.route</a:t>
            </a:r>
            <a:r>
              <a:rPr lang="en-US" sz="950" dirty="0">
                <a:highlight>
                  <a:srgbClr val="FFFF00"/>
                </a:highlight>
              </a:rPr>
              <a:t>("/</a:t>
            </a:r>
            <a:r>
              <a:rPr lang="en-US" sz="950" dirty="0" err="1">
                <a:highlight>
                  <a:srgbClr val="FFFF00"/>
                </a:highlight>
              </a:rPr>
              <a:t>api</a:t>
            </a:r>
            <a:r>
              <a:rPr lang="en-US" sz="950" dirty="0">
                <a:highlight>
                  <a:srgbClr val="FFFF00"/>
                </a:highlight>
              </a:rPr>
              <a:t>/shops").get(</a:t>
            </a:r>
            <a:r>
              <a:rPr lang="en-US" sz="950" dirty="0" err="1">
                <a:highlight>
                  <a:srgbClr val="FFFF00"/>
                </a:highlight>
              </a:rPr>
              <a:t>shopCtrl.list</a:t>
            </a:r>
            <a:r>
              <a:rPr lang="en-US" sz="950" dirty="0">
                <a:highlight>
                  <a:srgbClr val="FFFF00"/>
                </a:highlight>
              </a:rPr>
              <a:t>);</a:t>
            </a:r>
          </a:p>
          <a:p>
            <a:pPr marL="0" indent="0">
              <a:buNone/>
            </a:pPr>
            <a:r>
              <a:rPr lang="en-US" sz="950" dirty="0"/>
              <a:t>router</a:t>
            </a:r>
          </a:p>
          <a:p>
            <a:pPr marL="0" indent="0">
              <a:buNone/>
            </a:pPr>
            <a:r>
              <a:rPr lang="en-US" sz="950" dirty="0"/>
              <a:t>  .route("/</a:t>
            </a:r>
            <a:r>
              <a:rPr lang="en-US" sz="950" dirty="0" err="1"/>
              <a:t>api</a:t>
            </a:r>
            <a:r>
              <a:rPr lang="en-US" sz="950" dirty="0"/>
              <a:t>/shops/by/:</a:t>
            </a:r>
            <a:r>
              <a:rPr lang="en-US" sz="950" dirty="0" err="1"/>
              <a:t>userId</a:t>
            </a:r>
            <a:r>
              <a:rPr lang="en-US" sz="950" dirty="0"/>
              <a:t>")</a:t>
            </a:r>
          </a:p>
          <a:p>
            <a:pPr marL="0" indent="0">
              <a:buNone/>
            </a:pPr>
            <a:r>
              <a:rPr lang="en-US" sz="950" dirty="0"/>
              <a:t>  .post(</a:t>
            </a:r>
          </a:p>
          <a:p>
            <a:pPr marL="0" indent="0">
              <a:buNone/>
            </a:pPr>
            <a:r>
              <a:rPr lang="en-US" sz="950" dirty="0"/>
              <a:t>    </a:t>
            </a:r>
            <a:r>
              <a:rPr lang="en-US" sz="950" dirty="0" err="1"/>
              <a:t>authCtrl.requireSignin</a:t>
            </a:r>
            <a:r>
              <a:rPr lang="en-US" sz="950" dirty="0"/>
              <a:t>,</a:t>
            </a:r>
          </a:p>
          <a:p>
            <a:pPr marL="0" indent="0">
              <a:buNone/>
            </a:pPr>
            <a:r>
              <a:rPr lang="en-US" sz="950" dirty="0"/>
              <a:t>    </a:t>
            </a:r>
            <a:r>
              <a:rPr lang="en-US" sz="950" dirty="0" err="1"/>
              <a:t>authCtrl.hasAuthorization</a:t>
            </a:r>
            <a:r>
              <a:rPr lang="en-US" sz="950" dirty="0"/>
              <a:t>,</a:t>
            </a:r>
          </a:p>
          <a:p>
            <a:pPr marL="0" indent="0">
              <a:buNone/>
            </a:pPr>
            <a:r>
              <a:rPr lang="en-US" sz="950" dirty="0"/>
              <a:t>    </a:t>
            </a:r>
            <a:r>
              <a:rPr lang="en-US" sz="950" dirty="0" err="1"/>
              <a:t>userCtrl.isSeller</a:t>
            </a:r>
            <a:r>
              <a:rPr lang="en-US" sz="950" dirty="0"/>
              <a:t>,</a:t>
            </a:r>
          </a:p>
          <a:p>
            <a:pPr marL="0" indent="0">
              <a:buNone/>
            </a:pPr>
            <a:r>
              <a:rPr lang="en-US" sz="950" dirty="0"/>
              <a:t>    </a:t>
            </a:r>
            <a:r>
              <a:rPr lang="en-US" sz="950" dirty="0" err="1"/>
              <a:t>shopCtrl.create</a:t>
            </a:r>
            <a:endParaRPr lang="en-US" sz="950" dirty="0"/>
          </a:p>
          <a:p>
            <a:pPr marL="0" indent="0">
              <a:buNone/>
            </a:pPr>
            <a:r>
              <a:rPr lang="en-US" sz="950" dirty="0"/>
              <a:t>  )</a:t>
            </a:r>
          </a:p>
          <a:p>
            <a:pPr marL="0" indent="0">
              <a:buNone/>
            </a:pPr>
            <a:r>
              <a:rPr lang="en-US" sz="950" dirty="0"/>
              <a:t>  .get(</a:t>
            </a:r>
            <a:r>
              <a:rPr lang="en-US" sz="950" dirty="0" err="1"/>
              <a:t>authCtrl.requireSignin</a:t>
            </a:r>
            <a:r>
              <a:rPr lang="en-US" sz="950" dirty="0"/>
              <a:t>, </a:t>
            </a:r>
            <a:r>
              <a:rPr lang="en-US" sz="950" dirty="0" err="1"/>
              <a:t>authCtrl.hasAuthorization</a:t>
            </a:r>
            <a:r>
              <a:rPr lang="en-US" sz="950" dirty="0"/>
              <a:t>, </a:t>
            </a:r>
            <a:r>
              <a:rPr lang="en-US" sz="950" dirty="0" err="1"/>
              <a:t>shopCtrl.listByOwner</a:t>
            </a:r>
            <a:r>
              <a:rPr lang="en-US" sz="950" dirty="0"/>
              <a:t>);</a:t>
            </a:r>
          </a:p>
          <a:p>
            <a:pPr marL="0" indent="0">
              <a:buNone/>
            </a:pPr>
            <a:r>
              <a:rPr lang="en-US" sz="950" dirty="0"/>
              <a:t>router</a:t>
            </a:r>
          </a:p>
          <a:p>
            <a:pPr marL="0" indent="0">
              <a:buNone/>
            </a:pPr>
            <a:r>
              <a:rPr lang="en-US" sz="950" dirty="0"/>
              <a:t>  .route("/</a:t>
            </a:r>
            <a:r>
              <a:rPr lang="en-US" sz="950" dirty="0" err="1"/>
              <a:t>api</a:t>
            </a:r>
            <a:r>
              <a:rPr lang="en-US" sz="950" dirty="0"/>
              <a:t>/shops/:</a:t>
            </a:r>
            <a:r>
              <a:rPr lang="en-US" sz="950" dirty="0" err="1"/>
              <a:t>shopId</a:t>
            </a:r>
            <a:r>
              <a:rPr lang="en-US" sz="950" dirty="0"/>
              <a:t>")</a:t>
            </a:r>
          </a:p>
          <a:p>
            <a:pPr marL="0" indent="0">
              <a:buNone/>
            </a:pPr>
            <a:r>
              <a:rPr lang="en-US" sz="950" dirty="0"/>
              <a:t>  .put(</a:t>
            </a:r>
            <a:r>
              <a:rPr lang="en-US" sz="950" dirty="0" err="1"/>
              <a:t>authCtrl.requireSignin</a:t>
            </a:r>
            <a:r>
              <a:rPr lang="en-US" sz="950" dirty="0"/>
              <a:t>, </a:t>
            </a:r>
            <a:r>
              <a:rPr lang="en-US" sz="950" dirty="0" err="1"/>
              <a:t>shopCtrl.isOwner</a:t>
            </a:r>
            <a:r>
              <a:rPr lang="en-US" sz="950" dirty="0"/>
              <a:t>, </a:t>
            </a:r>
            <a:r>
              <a:rPr lang="en-US" sz="950" dirty="0" err="1"/>
              <a:t>shopCtrl.update</a:t>
            </a:r>
            <a:r>
              <a:rPr lang="en-US" sz="950" dirty="0"/>
              <a:t>)</a:t>
            </a:r>
          </a:p>
          <a:p>
            <a:pPr marL="0" indent="0">
              <a:buNone/>
            </a:pPr>
            <a:r>
              <a:rPr lang="en-US" sz="950" dirty="0"/>
              <a:t>  .delete(</a:t>
            </a:r>
            <a:r>
              <a:rPr lang="en-US" sz="950" dirty="0" err="1"/>
              <a:t>authCtrl.requireSignin</a:t>
            </a:r>
            <a:r>
              <a:rPr lang="en-US" sz="950" dirty="0"/>
              <a:t>, </a:t>
            </a:r>
            <a:r>
              <a:rPr lang="en-US" sz="950" dirty="0" err="1"/>
              <a:t>shopCtrl.isOwner</a:t>
            </a:r>
            <a:r>
              <a:rPr lang="en-US" sz="950" dirty="0"/>
              <a:t>, </a:t>
            </a:r>
            <a:r>
              <a:rPr lang="en-US" sz="950" dirty="0" err="1"/>
              <a:t>shopCtrl.remove</a:t>
            </a:r>
            <a:r>
              <a:rPr lang="en-US" sz="950" dirty="0"/>
              <a:t>);</a:t>
            </a:r>
          </a:p>
          <a:p>
            <a:pPr marL="0" indent="0">
              <a:buNone/>
            </a:pPr>
            <a:r>
              <a:rPr lang="en-US" sz="950" dirty="0"/>
              <a:t>router</a:t>
            </a:r>
          </a:p>
          <a:p>
            <a:pPr marL="0" indent="0">
              <a:buNone/>
            </a:pPr>
            <a:r>
              <a:rPr lang="en-US" sz="950" dirty="0"/>
              <a:t>  .route("/</a:t>
            </a:r>
            <a:r>
              <a:rPr lang="en-US" sz="950" dirty="0" err="1"/>
              <a:t>api</a:t>
            </a:r>
            <a:r>
              <a:rPr lang="en-US" sz="950" dirty="0"/>
              <a:t>/shops/logo/:</a:t>
            </a:r>
            <a:r>
              <a:rPr lang="en-US" sz="950" dirty="0" err="1"/>
              <a:t>shopId</a:t>
            </a:r>
            <a:r>
              <a:rPr lang="en-US" sz="950" dirty="0"/>
              <a:t>")</a:t>
            </a:r>
          </a:p>
          <a:p>
            <a:pPr marL="0" indent="0">
              <a:buNone/>
            </a:pPr>
            <a:r>
              <a:rPr lang="en-US" sz="950" dirty="0"/>
              <a:t>  .get(</a:t>
            </a:r>
            <a:r>
              <a:rPr lang="en-US" sz="950" dirty="0" err="1"/>
              <a:t>shopCtrl.photo</a:t>
            </a:r>
            <a:r>
              <a:rPr lang="en-US" sz="950" dirty="0"/>
              <a:t>, </a:t>
            </a:r>
            <a:r>
              <a:rPr lang="en-US" sz="950" dirty="0" err="1"/>
              <a:t>shopCtrl.defaultPhoto</a:t>
            </a:r>
            <a:r>
              <a:rPr lang="en-US" sz="950" dirty="0"/>
              <a:t>);</a:t>
            </a:r>
          </a:p>
          <a:p>
            <a:pPr marL="0" indent="0">
              <a:buNone/>
            </a:pPr>
            <a:r>
              <a:rPr lang="en-US" sz="950" dirty="0" err="1"/>
              <a:t>router.route</a:t>
            </a:r>
            <a:r>
              <a:rPr lang="en-US" sz="950" dirty="0"/>
              <a:t>("/</a:t>
            </a:r>
            <a:r>
              <a:rPr lang="en-US" sz="950" dirty="0" err="1"/>
              <a:t>api</a:t>
            </a:r>
            <a:r>
              <a:rPr lang="en-US" sz="950" dirty="0"/>
              <a:t>/shops/</a:t>
            </a:r>
            <a:r>
              <a:rPr lang="en-US" sz="950" dirty="0" err="1"/>
              <a:t>defaultphoto</a:t>
            </a:r>
            <a:r>
              <a:rPr lang="en-US" sz="950" dirty="0"/>
              <a:t>").get(</a:t>
            </a:r>
            <a:r>
              <a:rPr lang="en-US" sz="950" dirty="0" err="1"/>
              <a:t>shopCtrl.defaultPhoto</a:t>
            </a:r>
            <a:r>
              <a:rPr lang="en-US" sz="950" dirty="0"/>
              <a:t>);</a:t>
            </a:r>
          </a:p>
          <a:p>
            <a:pPr marL="0" indent="0">
              <a:buNone/>
            </a:pPr>
            <a:r>
              <a:rPr lang="en-US" sz="950" dirty="0" err="1"/>
              <a:t>router.param</a:t>
            </a:r>
            <a:r>
              <a:rPr lang="en-US" sz="950" dirty="0"/>
              <a:t>("</a:t>
            </a:r>
            <a:r>
              <a:rPr lang="en-US" sz="950" dirty="0" err="1"/>
              <a:t>shopId</a:t>
            </a:r>
            <a:r>
              <a:rPr lang="en-US" sz="950" dirty="0"/>
              <a:t>", </a:t>
            </a:r>
            <a:r>
              <a:rPr lang="en-US" sz="950" dirty="0" err="1"/>
              <a:t>shopCtrl.shopByID</a:t>
            </a:r>
            <a:r>
              <a:rPr lang="en-US" sz="950" dirty="0"/>
              <a:t>);</a:t>
            </a:r>
          </a:p>
          <a:p>
            <a:pPr marL="0" indent="0">
              <a:buNone/>
            </a:pPr>
            <a:r>
              <a:rPr lang="en-US" sz="950" dirty="0" err="1"/>
              <a:t>router.param</a:t>
            </a:r>
            <a:r>
              <a:rPr lang="en-US" sz="950" dirty="0"/>
              <a:t>("</a:t>
            </a:r>
            <a:r>
              <a:rPr lang="en-US" sz="950" dirty="0" err="1"/>
              <a:t>userId</a:t>
            </a:r>
            <a:r>
              <a:rPr lang="en-US" sz="950" dirty="0"/>
              <a:t>", </a:t>
            </a:r>
            <a:r>
              <a:rPr lang="en-US" sz="950" dirty="0" err="1"/>
              <a:t>userCtrl.userByID</a:t>
            </a:r>
            <a:r>
              <a:rPr lang="en-US" sz="950" dirty="0"/>
              <a:t>);</a:t>
            </a:r>
          </a:p>
          <a:p>
            <a:pPr marL="0" indent="0">
              <a:buNone/>
            </a:pPr>
            <a:r>
              <a:rPr lang="en-US" sz="950" dirty="0"/>
              <a:t>export default router;</a:t>
            </a:r>
          </a:p>
          <a:p>
            <a:pPr marL="0" indent="0">
              <a:buNone/>
            </a:pPr>
            <a:endParaRPr lang="en-US" dirty="0"/>
          </a:p>
        </p:txBody>
      </p:sp>
      <p:sp>
        <p:nvSpPr>
          <p:cNvPr id="4" name="Date Placeholder 3">
            <a:extLst>
              <a:ext uri="{FF2B5EF4-FFF2-40B4-BE49-F238E27FC236}">
                <a16:creationId xmlns:a16="http://schemas.microsoft.com/office/drawing/2014/main" id="{843C0D66-BF77-DB73-3705-D484DD673A9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2A2958E-8BB7-0778-1E73-D5E38D8E58C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C79249B-6EE2-F847-567D-4D643ED5FE8A}"/>
              </a:ext>
            </a:extLst>
          </p:cNvPr>
          <p:cNvSpPr>
            <a:spLocks noGrp="1"/>
          </p:cNvSpPr>
          <p:nvPr>
            <p:ph type="sldNum" sz="quarter" idx="12"/>
          </p:nvPr>
        </p:nvSpPr>
        <p:spPr/>
        <p:txBody>
          <a:bodyPr/>
          <a:lstStyle/>
          <a:p>
            <a:fld id="{7C5CF243-786F-4254-B068-4C9F0B6EA12F}" type="slidenum">
              <a:rPr lang="en-US" altLang="en-US" smtClean="0"/>
              <a:pPr/>
              <a:t>72</a:t>
            </a:fld>
            <a:endParaRPr lang="en-US" altLang="en-US"/>
          </a:p>
        </p:txBody>
      </p:sp>
    </p:spTree>
    <p:extLst>
      <p:ext uri="{BB962C8B-B14F-4D97-AF65-F5344CB8AC3E}">
        <p14:creationId xmlns:p14="http://schemas.microsoft.com/office/powerpoint/2010/main" val="11282622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DF9B-C06E-CD53-22D8-973D2532DE62}"/>
              </a:ext>
            </a:extLst>
          </p:cNvPr>
          <p:cNvSpPr>
            <a:spLocks noGrp="1"/>
          </p:cNvSpPr>
          <p:nvPr>
            <p:ph type="title"/>
          </p:nvPr>
        </p:nvSpPr>
        <p:spPr/>
        <p:txBody>
          <a:bodyPr/>
          <a:lstStyle/>
          <a:p>
            <a:r>
              <a:rPr lang="en-US" dirty="0"/>
              <a:t>Updated </a:t>
            </a:r>
            <a:r>
              <a:rPr lang="en-US" dirty="0" err="1"/>
              <a:t>MainRouter.jsx</a:t>
            </a:r>
            <a:endParaRPr lang="en-US" dirty="0"/>
          </a:p>
        </p:txBody>
      </p:sp>
      <p:sp>
        <p:nvSpPr>
          <p:cNvPr id="3" name="Content Placeholder 2">
            <a:extLst>
              <a:ext uri="{FF2B5EF4-FFF2-40B4-BE49-F238E27FC236}">
                <a16:creationId xmlns:a16="http://schemas.microsoft.com/office/drawing/2014/main" id="{FCACEC21-2F46-BEB8-4B98-5D5BD41D1562}"/>
              </a:ext>
            </a:extLst>
          </p:cNvPr>
          <p:cNvSpPr>
            <a:spLocks noGrp="1"/>
          </p:cNvSpPr>
          <p:nvPr>
            <p:ph idx="1"/>
          </p:nvPr>
        </p:nvSpPr>
        <p:spPr/>
        <p:txBody>
          <a:bodyPr/>
          <a:lstStyle/>
          <a:p>
            <a:r>
              <a:rPr lang="en-US" dirty="0"/>
              <a:t>In the </a:t>
            </a:r>
            <a:r>
              <a:rPr lang="en-US" dirty="0" err="1"/>
              <a:t>MainRouter.jsx</a:t>
            </a:r>
            <a:r>
              <a:rPr lang="en-US" dirty="0"/>
              <a:t> in the frontend add the new route to get all shops.</a:t>
            </a:r>
          </a:p>
          <a:p>
            <a:r>
              <a:rPr lang="en-US" sz="280" dirty="0"/>
              <a:t>import React from "react";</a:t>
            </a:r>
          </a:p>
          <a:p>
            <a:r>
              <a:rPr lang="en-US" sz="280" dirty="0"/>
              <a:t>import { Route, Routes } from "react-router-</a:t>
            </a:r>
            <a:r>
              <a:rPr lang="en-US" sz="280" dirty="0" err="1"/>
              <a:t>dom</a:t>
            </a:r>
            <a:r>
              <a:rPr lang="en-US" sz="280" dirty="0"/>
              <a:t>";</a:t>
            </a:r>
          </a:p>
          <a:p>
            <a:r>
              <a:rPr lang="en-US" sz="280" dirty="0"/>
              <a:t>import Home from "./core/Home";</a:t>
            </a:r>
          </a:p>
          <a:p>
            <a:r>
              <a:rPr lang="en-US" sz="280" dirty="0"/>
              <a:t>import Users from "./user/</a:t>
            </a:r>
            <a:r>
              <a:rPr lang="en-US" sz="280" dirty="0" err="1"/>
              <a:t>Users.jsx</a:t>
            </a:r>
            <a:r>
              <a:rPr lang="en-US" sz="280" dirty="0"/>
              <a:t>";</a:t>
            </a:r>
          </a:p>
          <a:p>
            <a:r>
              <a:rPr lang="en-US" sz="280" dirty="0"/>
              <a:t>import Signup from "./user/</a:t>
            </a:r>
            <a:r>
              <a:rPr lang="en-US" sz="280" dirty="0" err="1"/>
              <a:t>Signup.jsx</a:t>
            </a:r>
            <a:r>
              <a:rPr lang="en-US" sz="280" dirty="0"/>
              <a:t>";</a:t>
            </a:r>
          </a:p>
          <a:p>
            <a:r>
              <a:rPr lang="en-US" sz="280" dirty="0"/>
              <a:t>import </a:t>
            </a:r>
            <a:r>
              <a:rPr lang="en-US" sz="280" dirty="0" err="1"/>
              <a:t>Signin</a:t>
            </a:r>
            <a:r>
              <a:rPr lang="en-US" sz="280" dirty="0"/>
              <a:t> from "./lib/</a:t>
            </a:r>
            <a:r>
              <a:rPr lang="en-US" sz="280" dirty="0" err="1"/>
              <a:t>Signin.jsx</a:t>
            </a:r>
            <a:r>
              <a:rPr lang="en-US" sz="280" dirty="0"/>
              <a:t>";</a:t>
            </a:r>
          </a:p>
          <a:p>
            <a:r>
              <a:rPr lang="en-US" sz="280" dirty="0"/>
              <a:t>import Profile from "./user/</a:t>
            </a:r>
            <a:r>
              <a:rPr lang="en-US" sz="280" dirty="0" err="1"/>
              <a:t>Profile.jsx</a:t>
            </a:r>
            <a:r>
              <a:rPr lang="en-US" sz="280" dirty="0"/>
              <a:t>";</a:t>
            </a:r>
          </a:p>
          <a:p>
            <a:r>
              <a:rPr lang="en-US" sz="280" dirty="0"/>
              <a:t>import </a:t>
            </a:r>
            <a:r>
              <a:rPr lang="en-US" sz="280" dirty="0" err="1"/>
              <a:t>PrivateRoute</a:t>
            </a:r>
            <a:r>
              <a:rPr lang="en-US" sz="280" dirty="0"/>
              <a:t> from "./lib/</a:t>
            </a:r>
            <a:r>
              <a:rPr lang="en-US" sz="280" dirty="0" err="1"/>
              <a:t>PrivateRoute.jsx</a:t>
            </a:r>
            <a:r>
              <a:rPr lang="en-US" sz="280" dirty="0"/>
              <a:t>";</a:t>
            </a:r>
          </a:p>
          <a:p>
            <a:r>
              <a:rPr lang="en-US" sz="280" dirty="0"/>
              <a:t>import </a:t>
            </a:r>
            <a:r>
              <a:rPr lang="en-US" sz="280" dirty="0" err="1"/>
              <a:t>EditProfile</a:t>
            </a:r>
            <a:r>
              <a:rPr lang="en-US" sz="280" dirty="0"/>
              <a:t> from "./user/</a:t>
            </a:r>
            <a:r>
              <a:rPr lang="en-US" sz="280" dirty="0" err="1"/>
              <a:t>EditProfile.jsx</a:t>
            </a:r>
            <a:r>
              <a:rPr lang="en-US" sz="280" dirty="0"/>
              <a:t>";</a:t>
            </a:r>
          </a:p>
          <a:p>
            <a:r>
              <a:rPr lang="en-US" sz="280" dirty="0">
                <a:highlight>
                  <a:srgbClr val="FFFF00"/>
                </a:highlight>
              </a:rPr>
              <a:t>import Shops from "./shop/Shops";</a:t>
            </a:r>
          </a:p>
          <a:p>
            <a:r>
              <a:rPr lang="en-US" sz="280" dirty="0"/>
              <a:t>import </a:t>
            </a:r>
            <a:r>
              <a:rPr lang="en-US" sz="280" dirty="0" err="1"/>
              <a:t>MyShops</a:t>
            </a:r>
            <a:r>
              <a:rPr lang="en-US" sz="280" dirty="0"/>
              <a:t> from "./shop/</a:t>
            </a:r>
            <a:r>
              <a:rPr lang="en-US" sz="280" dirty="0" err="1"/>
              <a:t>MyShops</a:t>
            </a:r>
            <a:r>
              <a:rPr lang="en-US" sz="280" dirty="0"/>
              <a:t>";</a:t>
            </a:r>
          </a:p>
          <a:p>
            <a:r>
              <a:rPr lang="en-US" sz="280" dirty="0"/>
              <a:t>import </a:t>
            </a:r>
            <a:r>
              <a:rPr lang="en-US" sz="280" dirty="0" err="1"/>
              <a:t>NewShop</a:t>
            </a:r>
            <a:r>
              <a:rPr lang="en-US" sz="280" dirty="0"/>
              <a:t> from "./shop/</a:t>
            </a:r>
            <a:r>
              <a:rPr lang="en-US" sz="280" dirty="0" err="1"/>
              <a:t>NewShop</a:t>
            </a:r>
            <a:r>
              <a:rPr lang="en-US" sz="280" dirty="0"/>
              <a:t>";</a:t>
            </a:r>
          </a:p>
          <a:p>
            <a:r>
              <a:rPr lang="en-US" sz="280" dirty="0"/>
              <a:t>import </a:t>
            </a:r>
            <a:r>
              <a:rPr lang="en-US" sz="280" dirty="0" err="1"/>
              <a:t>EditShop</a:t>
            </a:r>
            <a:r>
              <a:rPr lang="en-US" sz="280" dirty="0"/>
              <a:t> from "./shop/</a:t>
            </a:r>
            <a:r>
              <a:rPr lang="en-US" sz="280" dirty="0" err="1"/>
              <a:t>EditShop</a:t>
            </a:r>
            <a:r>
              <a:rPr lang="en-US" sz="280" dirty="0"/>
              <a:t>";</a:t>
            </a:r>
          </a:p>
          <a:p>
            <a:r>
              <a:rPr lang="en-US" sz="280" dirty="0"/>
              <a:t>import </a:t>
            </a:r>
            <a:r>
              <a:rPr lang="en-US" sz="280" dirty="0" err="1"/>
              <a:t>NewProduct</a:t>
            </a:r>
            <a:r>
              <a:rPr lang="en-US" sz="280" dirty="0"/>
              <a:t> from "./product/</a:t>
            </a:r>
            <a:r>
              <a:rPr lang="en-US" sz="280" dirty="0" err="1"/>
              <a:t>NewProduct</a:t>
            </a:r>
            <a:r>
              <a:rPr lang="en-US" sz="280" dirty="0"/>
              <a:t>";</a:t>
            </a:r>
          </a:p>
          <a:p>
            <a:r>
              <a:rPr lang="en-US" sz="280" dirty="0"/>
              <a:t>import </a:t>
            </a:r>
            <a:r>
              <a:rPr lang="en-US" sz="280" dirty="0" err="1"/>
              <a:t>EditProduct</a:t>
            </a:r>
            <a:r>
              <a:rPr lang="en-US" sz="280" dirty="0"/>
              <a:t> from "./product/</a:t>
            </a:r>
            <a:r>
              <a:rPr lang="en-US" sz="280" dirty="0" err="1"/>
              <a:t>EditProduct</a:t>
            </a:r>
            <a:r>
              <a:rPr lang="en-US" sz="280" dirty="0"/>
              <a:t>";</a:t>
            </a:r>
          </a:p>
          <a:p>
            <a:br>
              <a:rPr lang="en-US" sz="280" dirty="0"/>
            </a:br>
            <a:r>
              <a:rPr lang="en-US" sz="280" dirty="0"/>
              <a:t>import Menu from "./core/Menu";</a:t>
            </a:r>
          </a:p>
          <a:p>
            <a:r>
              <a:rPr lang="en-US" sz="280" dirty="0"/>
              <a:t>function </a:t>
            </a:r>
            <a:r>
              <a:rPr lang="en-US" sz="280" dirty="0" err="1"/>
              <a:t>MainRouter</a:t>
            </a:r>
            <a:r>
              <a:rPr lang="en-US" sz="280" dirty="0"/>
              <a:t>() {</a:t>
            </a:r>
          </a:p>
          <a:p>
            <a:r>
              <a:rPr lang="en-US" sz="280" dirty="0"/>
              <a:t>  return (</a:t>
            </a:r>
          </a:p>
          <a:p>
            <a:r>
              <a:rPr lang="en-US" sz="280" dirty="0"/>
              <a:t>    &lt;div&gt;</a:t>
            </a:r>
          </a:p>
          <a:p>
            <a:r>
              <a:rPr lang="en-US" sz="280" dirty="0"/>
              <a:t>      &lt;Menu /&gt;</a:t>
            </a:r>
          </a:p>
          <a:p>
            <a:br>
              <a:rPr lang="en-US" sz="280" dirty="0"/>
            </a:br>
            <a:r>
              <a:rPr lang="en-US" sz="280" dirty="0"/>
              <a:t>      &lt;Routes&gt;</a:t>
            </a:r>
          </a:p>
          <a:p>
            <a:r>
              <a:rPr lang="en-US" sz="280" dirty="0"/>
              <a:t>        &lt;Route path="/" element={&lt;Home /&gt;} /&gt;</a:t>
            </a:r>
          </a:p>
          <a:p>
            <a:r>
              <a:rPr lang="en-US" sz="280" dirty="0"/>
              <a:t>        &lt;Route path="/users" element={&lt;Users /&gt;} /&gt;</a:t>
            </a:r>
          </a:p>
          <a:p>
            <a:r>
              <a:rPr lang="en-US" sz="280" dirty="0">
                <a:highlight>
                  <a:srgbClr val="FFFF00"/>
                </a:highlight>
              </a:rPr>
              <a:t>        &lt;Route path="/shops/all" element={&lt;Shops /&gt;} /&gt;</a:t>
            </a:r>
          </a:p>
          <a:p>
            <a:r>
              <a:rPr lang="en-US" sz="280" dirty="0"/>
              <a:t>        &lt;Route path="/signup" element={&lt;Signup /&gt;} /&gt;</a:t>
            </a:r>
          </a:p>
          <a:p>
            <a:r>
              <a:rPr lang="en-US" sz="280" dirty="0"/>
              <a:t>        &lt;Route path="/</a:t>
            </a:r>
            <a:r>
              <a:rPr lang="en-US" sz="280" dirty="0" err="1"/>
              <a:t>signin</a:t>
            </a:r>
            <a:r>
              <a:rPr lang="en-US" sz="280" dirty="0"/>
              <a:t>" element={&lt;</a:t>
            </a:r>
            <a:r>
              <a:rPr lang="en-US" sz="280" dirty="0" err="1"/>
              <a:t>Signin</a:t>
            </a:r>
            <a:r>
              <a:rPr lang="en-US" sz="280" dirty="0"/>
              <a:t> /&gt;} /&gt;</a:t>
            </a:r>
          </a:p>
          <a:p>
            <a:r>
              <a:rPr lang="en-US" sz="280" dirty="0"/>
              <a:t>        &lt;Route</a:t>
            </a:r>
          </a:p>
          <a:p>
            <a:r>
              <a:rPr lang="en-US" sz="280" dirty="0"/>
              <a:t>          path="/user/edit/:</a:t>
            </a:r>
            <a:r>
              <a:rPr lang="en-US" sz="280" dirty="0" err="1"/>
              <a:t>userId</a:t>
            </a:r>
            <a:r>
              <a:rPr lang="en-US" sz="280" dirty="0"/>
              <a:t>"</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EditProfile</a:t>
            </a:r>
            <a:r>
              <a:rPr lang="en-US" sz="280" dirty="0"/>
              <a:t> /&gt;</a:t>
            </a:r>
          </a:p>
          <a:p>
            <a:r>
              <a:rPr lang="en-US" sz="280" dirty="0"/>
              <a:t>            &lt;/</a:t>
            </a:r>
            <a:r>
              <a:rPr lang="en-US" sz="280" dirty="0" err="1"/>
              <a:t>PrivateRoute</a:t>
            </a:r>
            <a:r>
              <a:rPr lang="en-US" sz="280" dirty="0"/>
              <a:t>&gt;</a:t>
            </a:r>
          </a:p>
          <a:p>
            <a:r>
              <a:rPr lang="en-US" sz="280" dirty="0"/>
              <a:t>          }</a:t>
            </a:r>
          </a:p>
          <a:p>
            <a:r>
              <a:rPr lang="en-US" sz="280" dirty="0"/>
              <a:t>        /&gt;</a:t>
            </a:r>
          </a:p>
          <a:p>
            <a:r>
              <a:rPr lang="en-US" sz="280" dirty="0"/>
              <a:t>        &lt;Route path="/user/:</a:t>
            </a:r>
            <a:r>
              <a:rPr lang="en-US" sz="280" dirty="0" err="1"/>
              <a:t>userId</a:t>
            </a:r>
            <a:r>
              <a:rPr lang="en-US" sz="280" dirty="0"/>
              <a:t>" element={&lt;Profile /&gt;} /&gt;</a:t>
            </a:r>
          </a:p>
          <a:p>
            <a:r>
              <a:rPr lang="en-US" sz="280" dirty="0"/>
              <a:t>        &lt;Route</a:t>
            </a:r>
          </a:p>
          <a:p>
            <a:r>
              <a:rPr lang="en-US" sz="280" dirty="0"/>
              <a:t>          path="/seller/shops"</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MyShops</a:t>
            </a:r>
            <a:r>
              <a:rPr lang="en-US" sz="280" dirty="0"/>
              <a:t> /&gt;</a:t>
            </a:r>
          </a:p>
          <a:p>
            <a:r>
              <a:rPr lang="en-US" sz="280" dirty="0"/>
              <a:t>            &lt;/</a:t>
            </a:r>
            <a:r>
              <a:rPr lang="en-US" sz="280" dirty="0" err="1"/>
              <a:t>PrivateRoute</a:t>
            </a:r>
            <a:r>
              <a:rPr lang="en-US" sz="280" dirty="0"/>
              <a:t>&gt;</a:t>
            </a:r>
          </a:p>
          <a:p>
            <a:r>
              <a:rPr lang="en-US" sz="280" dirty="0"/>
              <a:t>          }</a:t>
            </a:r>
          </a:p>
          <a:p>
            <a:r>
              <a:rPr lang="en-US" sz="280" dirty="0"/>
              <a:t>        /&gt;</a:t>
            </a:r>
          </a:p>
          <a:p>
            <a:r>
              <a:rPr lang="en-US" sz="280" dirty="0"/>
              <a:t>        &lt;Route</a:t>
            </a:r>
          </a:p>
          <a:p>
            <a:r>
              <a:rPr lang="en-US" sz="280" dirty="0"/>
              <a:t>          path="/seller/shop/new"</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NewShop</a:t>
            </a:r>
            <a:r>
              <a:rPr lang="en-US" sz="280" dirty="0"/>
              <a:t> /&gt;</a:t>
            </a:r>
          </a:p>
          <a:p>
            <a:r>
              <a:rPr lang="en-US" sz="280" dirty="0"/>
              <a:t>            &lt;/</a:t>
            </a:r>
            <a:r>
              <a:rPr lang="en-US" sz="280" dirty="0" err="1"/>
              <a:t>PrivateRoute</a:t>
            </a:r>
            <a:r>
              <a:rPr lang="en-US" sz="280" dirty="0"/>
              <a:t>&gt;</a:t>
            </a:r>
          </a:p>
          <a:p>
            <a:r>
              <a:rPr lang="en-US" sz="280" dirty="0"/>
              <a:t>          }</a:t>
            </a:r>
          </a:p>
          <a:p>
            <a:r>
              <a:rPr lang="en-US" sz="280" dirty="0"/>
              <a:t>        /&gt;</a:t>
            </a:r>
          </a:p>
          <a:p>
            <a:r>
              <a:rPr lang="en-US" sz="280" dirty="0"/>
              <a:t>        &lt;Route</a:t>
            </a:r>
          </a:p>
          <a:p>
            <a:r>
              <a:rPr lang="en-US" sz="280" dirty="0"/>
              <a:t>          path="/seller/shop/edit/:</a:t>
            </a:r>
            <a:r>
              <a:rPr lang="en-US" sz="280" dirty="0" err="1"/>
              <a:t>shopId</a:t>
            </a:r>
            <a:r>
              <a:rPr lang="en-US" sz="280" dirty="0"/>
              <a:t>"</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EditShop</a:t>
            </a:r>
            <a:r>
              <a:rPr lang="en-US" sz="280" dirty="0"/>
              <a:t> /&gt;</a:t>
            </a:r>
          </a:p>
          <a:p>
            <a:r>
              <a:rPr lang="en-US" sz="280" dirty="0"/>
              <a:t>            &lt;/</a:t>
            </a:r>
            <a:r>
              <a:rPr lang="en-US" sz="280" dirty="0" err="1"/>
              <a:t>PrivateRoute</a:t>
            </a:r>
            <a:r>
              <a:rPr lang="en-US" sz="280" dirty="0"/>
              <a:t>&gt;</a:t>
            </a:r>
          </a:p>
          <a:p>
            <a:r>
              <a:rPr lang="en-US" sz="280" dirty="0"/>
              <a:t>          }</a:t>
            </a:r>
          </a:p>
          <a:p>
            <a:r>
              <a:rPr lang="en-US" sz="280" dirty="0"/>
              <a:t>        /&gt;</a:t>
            </a:r>
          </a:p>
          <a:p>
            <a:r>
              <a:rPr lang="en-US" sz="280" dirty="0"/>
              <a:t>        &lt;Route</a:t>
            </a:r>
          </a:p>
          <a:p>
            <a:r>
              <a:rPr lang="en-US" sz="280" dirty="0"/>
              <a:t>          path="/seller/:</a:t>
            </a:r>
            <a:r>
              <a:rPr lang="en-US" sz="280" dirty="0" err="1"/>
              <a:t>shopId</a:t>
            </a:r>
            <a:r>
              <a:rPr lang="en-US" sz="280" dirty="0"/>
              <a:t>/products/new"</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NewProduct</a:t>
            </a:r>
            <a:r>
              <a:rPr lang="en-US" sz="280" dirty="0"/>
              <a:t> /&gt;</a:t>
            </a:r>
          </a:p>
          <a:p>
            <a:r>
              <a:rPr lang="en-US" sz="280" dirty="0"/>
              <a:t>            &lt;/</a:t>
            </a:r>
            <a:r>
              <a:rPr lang="en-US" sz="280" dirty="0" err="1"/>
              <a:t>PrivateRoute</a:t>
            </a:r>
            <a:r>
              <a:rPr lang="en-US" sz="280" dirty="0"/>
              <a:t>&gt;</a:t>
            </a:r>
          </a:p>
          <a:p>
            <a:r>
              <a:rPr lang="en-US" sz="280" dirty="0"/>
              <a:t>          }</a:t>
            </a:r>
          </a:p>
          <a:p>
            <a:r>
              <a:rPr lang="en-US" sz="280" dirty="0"/>
              <a:t>          component={</a:t>
            </a:r>
            <a:r>
              <a:rPr lang="en-US" sz="280" dirty="0" err="1"/>
              <a:t>NewProduct</a:t>
            </a:r>
            <a:r>
              <a:rPr lang="en-US" sz="280" dirty="0"/>
              <a:t>}</a:t>
            </a:r>
          </a:p>
          <a:p>
            <a:r>
              <a:rPr lang="en-US" sz="280" dirty="0"/>
              <a:t>        /&gt;</a:t>
            </a:r>
          </a:p>
          <a:p>
            <a:r>
              <a:rPr lang="en-US" sz="280" dirty="0"/>
              <a:t>        &lt;Route</a:t>
            </a:r>
          </a:p>
          <a:p>
            <a:r>
              <a:rPr lang="en-US" sz="280" dirty="0"/>
              <a:t>          path="/seller/:</a:t>
            </a:r>
            <a:r>
              <a:rPr lang="en-US" sz="280" dirty="0" err="1"/>
              <a:t>shopId</a:t>
            </a:r>
            <a:r>
              <a:rPr lang="en-US" sz="280" dirty="0"/>
              <a:t>/:</a:t>
            </a:r>
            <a:r>
              <a:rPr lang="en-US" sz="280" dirty="0" err="1"/>
              <a:t>productId</a:t>
            </a:r>
            <a:r>
              <a:rPr lang="en-US" sz="280" dirty="0"/>
              <a:t>/edit"</a:t>
            </a:r>
          </a:p>
          <a:p>
            <a:r>
              <a:rPr lang="en-US" sz="280" dirty="0"/>
              <a:t>          element={</a:t>
            </a:r>
          </a:p>
          <a:p>
            <a:r>
              <a:rPr lang="en-US" sz="280" dirty="0"/>
              <a:t>            &lt;</a:t>
            </a:r>
            <a:r>
              <a:rPr lang="en-US" sz="280" dirty="0" err="1"/>
              <a:t>PrivateRoute</a:t>
            </a:r>
            <a:r>
              <a:rPr lang="en-US" sz="280" dirty="0"/>
              <a:t>&gt;</a:t>
            </a:r>
          </a:p>
          <a:p>
            <a:r>
              <a:rPr lang="en-US" sz="280" dirty="0"/>
              <a:t>              &lt;</a:t>
            </a:r>
            <a:r>
              <a:rPr lang="en-US" sz="280" dirty="0" err="1"/>
              <a:t>EditProduct</a:t>
            </a:r>
            <a:r>
              <a:rPr lang="en-US" sz="280" dirty="0"/>
              <a:t> /&gt;</a:t>
            </a:r>
          </a:p>
          <a:p>
            <a:r>
              <a:rPr lang="en-US" sz="280" dirty="0"/>
              <a:t>            &lt;/</a:t>
            </a:r>
            <a:r>
              <a:rPr lang="en-US" sz="280" dirty="0" err="1"/>
              <a:t>PrivateRoute</a:t>
            </a:r>
            <a:r>
              <a:rPr lang="en-US" sz="280" dirty="0"/>
              <a:t>&gt;</a:t>
            </a:r>
          </a:p>
          <a:p>
            <a:r>
              <a:rPr lang="en-US" sz="280" dirty="0"/>
              <a:t>          }</a:t>
            </a:r>
          </a:p>
          <a:p>
            <a:r>
              <a:rPr lang="en-US" sz="280" dirty="0"/>
              <a:t>        /&gt;</a:t>
            </a:r>
          </a:p>
          <a:p>
            <a:r>
              <a:rPr lang="en-US" sz="280" dirty="0"/>
              <a:t>      &lt;/Routes&gt;</a:t>
            </a:r>
          </a:p>
          <a:p>
            <a:r>
              <a:rPr lang="en-US" sz="280" dirty="0"/>
              <a:t>    &lt;/div&gt;</a:t>
            </a:r>
          </a:p>
          <a:p>
            <a:r>
              <a:rPr lang="en-US" sz="280" dirty="0"/>
              <a:t>  );</a:t>
            </a:r>
          </a:p>
          <a:p>
            <a:r>
              <a:rPr lang="en-US" sz="280" dirty="0"/>
              <a:t>}</a:t>
            </a:r>
          </a:p>
          <a:p>
            <a:br>
              <a:rPr lang="en-US" sz="280" dirty="0"/>
            </a:br>
            <a:r>
              <a:rPr lang="en-US" sz="280" dirty="0"/>
              <a:t>export default </a:t>
            </a:r>
            <a:r>
              <a:rPr lang="en-US" sz="280" dirty="0" err="1"/>
              <a:t>MainRouter</a:t>
            </a:r>
            <a:r>
              <a:rPr lang="en-US" sz="280" dirty="0"/>
              <a:t>;</a:t>
            </a:r>
          </a:p>
          <a:p>
            <a:pPr marL="0" indent="0">
              <a:buNone/>
            </a:pPr>
            <a:endParaRPr lang="en-US" sz="280" dirty="0"/>
          </a:p>
          <a:p>
            <a:pPr marL="0" indent="0">
              <a:buNone/>
            </a:pPr>
            <a:endParaRPr lang="en-US" dirty="0"/>
          </a:p>
        </p:txBody>
      </p:sp>
      <p:sp>
        <p:nvSpPr>
          <p:cNvPr id="4" name="Date Placeholder 3">
            <a:extLst>
              <a:ext uri="{FF2B5EF4-FFF2-40B4-BE49-F238E27FC236}">
                <a16:creationId xmlns:a16="http://schemas.microsoft.com/office/drawing/2014/main" id="{FB28BAF8-941F-DA3B-CA17-5C002459BDC4}"/>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674D8F3-188F-391C-1414-AA1A673FB1B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CAE7CC3-E821-9F0A-22AB-AABB0C3342A5}"/>
              </a:ext>
            </a:extLst>
          </p:cNvPr>
          <p:cNvSpPr>
            <a:spLocks noGrp="1"/>
          </p:cNvSpPr>
          <p:nvPr>
            <p:ph type="sldNum" sz="quarter" idx="12"/>
          </p:nvPr>
        </p:nvSpPr>
        <p:spPr/>
        <p:txBody>
          <a:bodyPr/>
          <a:lstStyle/>
          <a:p>
            <a:fld id="{7C5CF243-786F-4254-B068-4C9F0B6EA12F}" type="slidenum">
              <a:rPr lang="en-US" altLang="en-US" smtClean="0"/>
              <a:pPr/>
              <a:t>73</a:t>
            </a:fld>
            <a:endParaRPr lang="en-US" altLang="en-US"/>
          </a:p>
        </p:txBody>
      </p:sp>
    </p:spTree>
    <p:extLst>
      <p:ext uri="{BB962C8B-B14F-4D97-AF65-F5344CB8AC3E}">
        <p14:creationId xmlns:p14="http://schemas.microsoft.com/office/powerpoint/2010/main" val="2370262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BBBA-F2D9-5233-087E-87AF6F4300D6}"/>
              </a:ext>
            </a:extLst>
          </p:cNvPr>
          <p:cNvSpPr>
            <a:spLocks noGrp="1"/>
          </p:cNvSpPr>
          <p:nvPr>
            <p:ph type="title"/>
          </p:nvPr>
        </p:nvSpPr>
        <p:spPr/>
        <p:txBody>
          <a:bodyPr/>
          <a:lstStyle/>
          <a:p>
            <a:r>
              <a:rPr lang="en-US" dirty="0"/>
              <a:t>Updated client/core/</a:t>
            </a:r>
            <a:r>
              <a:rPr lang="en-US" dirty="0" err="1"/>
              <a:t>Menu.jsx</a:t>
            </a:r>
            <a:endParaRPr lang="en-US" dirty="0"/>
          </a:p>
        </p:txBody>
      </p:sp>
      <p:sp>
        <p:nvSpPr>
          <p:cNvPr id="3" name="Content Placeholder 2">
            <a:extLst>
              <a:ext uri="{FF2B5EF4-FFF2-40B4-BE49-F238E27FC236}">
                <a16:creationId xmlns:a16="http://schemas.microsoft.com/office/drawing/2014/main" id="{5549EE72-4E7D-A827-90AE-E14305659D9C}"/>
              </a:ext>
            </a:extLst>
          </p:cNvPr>
          <p:cNvSpPr>
            <a:spLocks noGrp="1"/>
          </p:cNvSpPr>
          <p:nvPr>
            <p:ph idx="1"/>
          </p:nvPr>
        </p:nvSpPr>
        <p:spPr/>
        <p:txBody>
          <a:bodyPr/>
          <a:lstStyle/>
          <a:p>
            <a:pPr marL="0" indent="0">
              <a:buNone/>
            </a:pPr>
            <a:r>
              <a:rPr lang="en-US" sz="280" dirty="0"/>
              <a:t>import React from "react";</a:t>
            </a:r>
          </a:p>
          <a:p>
            <a:pPr marL="0" indent="0">
              <a:buNone/>
            </a:pPr>
            <a:r>
              <a:rPr lang="en-US" sz="280" dirty="0"/>
              <a:t>import </a:t>
            </a:r>
            <a:r>
              <a:rPr lang="en-US" sz="280" dirty="0" err="1"/>
              <a:t>AppBar</a:t>
            </a:r>
            <a:r>
              <a:rPr lang="en-US" sz="280" dirty="0"/>
              <a:t> from "@</a:t>
            </a:r>
            <a:r>
              <a:rPr lang="en-US" sz="280" dirty="0" err="1"/>
              <a:t>mui</a:t>
            </a:r>
            <a:r>
              <a:rPr lang="en-US" sz="280" dirty="0"/>
              <a:t>/material/</a:t>
            </a:r>
            <a:r>
              <a:rPr lang="en-US" sz="280" dirty="0" err="1"/>
              <a:t>AppBar</a:t>
            </a:r>
            <a:r>
              <a:rPr lang="en-US" sz="280" dirty="0"/>
              <a:t>";</a:t>
            </a:r>
          </a:p>
          <a:p>
            <a:pPr marL="0" indent="0">
              <a:buNone/>
            </a:pPr>
            <a:r>
              <a:rPr lang="en-US" sz="280" dirty="0"/>
              <a:t>import Toolbar from "@</a:t>
            </a:r>
            <a:r>
              <a:rPr lang="en-US" sz="280" dirty="0" err="1"/>
              <a:t>mui</a:t>
            </a:r>
            <a:r>
              <a:rPr lang="en-US" sz="280" dirty="0"/>
              <a:t>/material/Toolbar";</a:t>
            </a:r>
          </a:p>
          <a:p>
            <a:pPr marL="0" indent="0">
              <a:buNone/>
            </a:pPr>
            <a:r>
              <a:rPr lang="en-US" sz="280" dirty="0"/>
              <a:t>import Typography from "@</a:t>
            </a:r>
            <a:r>
              <a:rPr lang="en-US" sz="280" dirty="0" err="1"/>
              <a:t>mui</a:t>
            </a:r>
            <a:r>
              <a:rPr lang="en-US" sz="280" dirty="0"/>
              <a:t>/material/Typography";</a:t>
            </a:r>
          </a:p>
          <a:p>
            <a:pPr marL="0" indent="0">
              <a:buNone/>
            </a:pPr>
            <a:r>
              <a:rPr lang="en-US" sz="280" dirty="0"/>
              <a:t>import </a:t>
            </a:r>
            <a:r>
              <a:rPr lang="en-US" sz="280" dirty="0" err="1"/>
              <a:t>IconButton</a:t>
            </a:r>
            <a:r>
              <a:rPr lang="en-US" sz="280" dirty="0"/>
              <a:t> from "@</a:t>
            </a:r>
            <a:r>
              <a:rPr lang="en-US" sz="280" dirty="0" err="1"/>
              <a:t>mui</a:t>
            </a:r>
            <a:r>
              <a:rPr lang="en-US" sz="280" dirty="0"/>
              <a:t>/material/</a:t>
            </a:r>
            <a:r>
              <a:rPr lang="en-US" sz="280" dirty="0" err="1"/>
              <a:t>IconButton</a:t>
            </a:r>
            <a:r>
              <a:rPr lang="en-US" sz="280" dirty="0"/>
              <a:t>";</a:t>
            </a:r>
          </a:p>
          <a:p>
            <a:pPr marL="0" indent="0">
              <a:buNone/>
            </a:pPr>
            <a:r>
              <a:rPr lang="en-US" sz="280" dirty="0"/>
              <a:t>import </a:t>
            </a:r>
            <a:r>
              <a:rPr lang="en-US" sz="280" dirty="0" err="1"/>
              <a:t>HomeIcon</a:t>
            </a:r>
            <a:r>
              <a:rPr lang="en-US" sz="280" dirty="0"/>
              <a:t> from "@</a:t>
            </a:r>
            <a:r>
              <a:rPr lang="en-US" sz="280" dirty="0" err="1"/>
              <a:t>mui</a:t>
            </a:r>
            <a:r>
              <a:rPr lang="en-US" sz="280" dirty="0"/>
              <a:t>/icons-material/Home";</a:t>
            </a:r>
          </a:p>
          <a:p>
            <a:pPr marL="0" indent="0">
              <a:buNone/>
            </a:pPr>
            <a:r>
              <a:rPr lang="en-US" sz="280" dirty="0"/>
              <a:t>import Button from "@</a:t>
            </a:r>
            <a:r>
              <a:rPr lang="en-US" sz="280" dirty="0" err="1"/>
              <a:t>mui</a:t>
            </a:r>
            <a:r>
              <a:rPr lang="en-US" sz="280" dirty="0"/>
              <a:t>/material/Button";</a:t>
            </a:r>
          </a:p>
          <a:p>
            <a:pPr marL="0" indent="0">
              <a:buNone/>
            </a:pPr>
            <a:r>
              <a:rPr lang="en-US" sz="280" dirty="0"/>
              <a:t>import auth from "../lib/auth-helper";</a:t>
            </a:r>
          </a:p>
          <a:p>
            <a:pPr marL="0" indent="0">
              <a:buNone/>
            </a:pPr>
            <a:r>
              <a:rPr lang="en-US" sz="280" dirty="0"/>
              <a:t>import { Link, </a:t>
            </a:r>
            <a:r>
              <a:rPr lang="en-US" sz="280" dirty="0" err="1"/>
              <a:t>useNavigate</a:t>
            </a:r>
            <a:r>
              <a:rPr lang="en-US" sz="280" dirty="0"/>
              <a:t>, </a:t>
            </a:r>
            <a:r>
              <a:rPr lang="en-US" sz="280" dirty="0" err="1"/>
              <a:t>useLocation</a:t>
            </a:r>
            <a:r>
              <a:rPr lang="en-US" sz="280" dirty="0"/>
              <a:t> } from "react-router-</a:t>
            </a:r>
            <a:r>
              <a:rPr lang="en-US" sz="280" dirty="0" err="1"/>
              <a:t>dom</a:t>
            </a:r>
            <a:r>
              <a:rPr lang="en-US" sz="280" dirty="0"/>
              <a:t>";</a:t>
            </a:r>
          </a:p>
          <a:p>
            <a:pPr marL="0" indent="0">
              <a:buNone/>
            </a:pPr>
            <a:br>
              <a:rPr lang="en-US" sz="280" dirty="0"/>
            </a:br>
            <a:r>
              <a:rPr lang="en-US" sz="280" dirty="0"/>
              <a:t>const </a:t>
            </a:r>
            <a:r>
              <a:rPr lang="en-US" sz="280" dirty="0" err="1"/>
              <a:t>isActive</a:t>
            </a:r>
            <a:r>
              <a:rPr lang="en-US" sz="280" dirty="0"/>
              <a:t> = (location, path) =&gt;</a:t>
            </a:r>
          </a:p>
          <a:p>
            <a:pPr marL="0" indent="0">
              <a:buNone/>
            </a:pPr>
            <a:r>
              <a:rPr lang="en-US" sz="280" dirty="0"/>
              <a:t>  </a:t>
            </a:r>
            <a:r>
              <a:rPr lang="en-US" sz="280" dirty="0" err="1"/>
              <a:t>location.pathname</a:t>
            </a:r>
            <a:r>
              <a:rPr lang="en-US" sz="280" dirty="0"/>
              <a:t> === path ? "#ff4081" : "#</a:t>
            </a:r>
            <a:r>
              <a:rPr lang="en-US" sz="280" dirty="0" err="1"/>
              <a:t>ffffff</a:t>
            </a:r>
            <a:r>
              <a:rPr lang="en-US" sz="280" dirty="0"/>
              <a:t>";</a:t>
            </a:r>
          </a:p>
          <a:p>
            <a:pPr marL="0" indent="0">
              <a:buNone/>
            </a:pPr>
            <a:br>
              <a:rPr lang="en-US" sz="280" dirty="0"/>
            </a:br>
            <a:r>
              <a:rPr lang="en-US" sz="280" dirty="0"/>
              <a:t>const </a:t>
            </a:r>
            <a:r>
              <a:rPr lang="en-US" sz="280" dirty="0" err="1"/>
              <a:t>isPartActive</a:t>
            </a:r>
            <a:r>
              <a:rPr lang="en-US" sz="280" dirty="0"/>
              <a:t> = (location, path) =&gt; {</a:t>
            </a:r>
          </a:p>
          <a:p>
            <a:pPr marL="0" indent="0">
              <a:buNone/>
            </a:pPr>
            <a:r>
              <a:rPr lang="en-US" sz="280" dirty="0"/>
              <a:t>  if (</a:t>
            </a:r>
            <a:r>
              <a:rPr lang="en-US" sz="280" dirty="0" err="1"/>
              <a:t>location.pathname.includes</a:t>
            </a:r>
            <a:r>
              <a:rPr lang="en-US" sz="280" dirty="0"/>
              <a:t>(path)) return { color: "#bef67a" };</a:t>
            </a:r>
          </a:p>
          <a:p>
            <a:pPr marL="0" indent="0">
              <a:buNone/>
            </a:pPr>
            <a:r>
              <a:rPr lang="en-US" sz="280" dirty="0"/>
              <a:t>  else return { color: "#</a:t>
            </a:r>
            <a:r>
              <a:rPr lang="en-US" sz="280" dirty="0" err="1"/>
              <a:t>ffffff</a:t>
            </a:r>
            <a:r>
              <a:rPr lang="en-US" sz="280" dirty="0"/>
              <a:t>" };</a:t>
            </a:r>
          </a:p>
          <a:p>
            <a:pPr marL="0" indent="0">
              <a:buNone/>
            </a:pPr>
            <a:r>
              <a:rPr lang="en-US" sz="280" dirty="0"/>
              <a:t>};</a:t>
            </a:r>
          </a:p>
          <a:p>
            <a:pPr marL="0" indent="0">
              <a:buNone/>
            </a:pPr>
            <a:br>
              <a:rPr lang="en-US" sz="280" dirty="0"/>
            </a:br>
            <a:r>
              <a:rPr lang="en-US" sz="280" dirty="0"/>
              <a:t>export default function Menu() {</a:t>
            </a:r>
          </a:p>
          <a:p>
            <a:pPr marL="0" indent="0">
              <a:buNone/>
            </a:pPr>
            <a:r>
              <a:rPr lang="en-US" sz="280" dirty="0"/>
              <a:t>  const navigate = </a:t>
            </a:r>
            <a:r>
              <a:rPr lang="en-US" sz="280" dirty="0" err="1"/>
              <a:t>useNavigate</a:t>
            </a:r>
            <a:r>
              <a:rPr lang="en-US" sz="280" dirty="0"/>
              <a:t>();</a:t>
            </a:r>
          </a:p>
          <a:p>
            <a:pPr marL="0" indent="0">
              <a:buNone/>
            </a:pPr>
            <a:r>
              <a:rPr lang="en-US" sz="280" dirty="0"/>
              <a:t>  const location = </a:t>
            </a:r>
            <a:r>
              <a:rPr lang="en-US" sz="280" dirty="0" err="1"/>
              <a:t>useLocation</a:t>
            </a:r>
            <a:r>
              <a:rPr lang="en-US" sz="280" dirty="0"/>
              <a:t>();</a:t>
            </a:r>
          </a:p>
          <a:p>
            <a:pPr marL="0" indent="0">
              <a:buNone/>
            </a:pPr>
            <a:br>
              <a:rPr lang="en-US" sz="280" dirty="0"/>
            </a:br>
            <a:r>
              <a:rPr lang="en-US" sz="280" dirty="0"/>
              <a:t>  return (</a:t>
            </a:r>
          </a:p>
          <a:p>
            <a:pPr marL="0" indent="0">
              <a:buNone/>
            </a:pPr>
            <a:r>
              <a:rPr lang="en-US" sz="280" dirty="0"/>
              <a:t>    &lt;</a:t>
            </a:r>
            <a:r>
              <a:rPr lang="en-US" sz="280" dirty="0" err="1"/>
              <a:t>AppBar</a:t>
            </a:r>
            <a:r>
              <a:rPr lang="en-US" sz="280" dirty="0"/>
              <a:t> position="static"&gt;</a:t>
            </a:r>
          </a:p>
          <a:p>
            <a:pPr marL="0" indent="0">
              <a:buNone/>
            </a:pPr>
            <a:r>
              <a:rPr lang="en-US" sz="280" dirty="0"/>
              <a:t>      &lt;Toolbar </a:t>
            </a:r>
            <a:r>
              <a:rPr lang="en-US" sz="280" dirty="0" err="1"/>
              <a:t>sx</a:t>
            </a:r>
            <a:r>
              <a:rPr lang="en-US" sz="280" dirty="0"/>
              <a:t>={{ display: "flex", gap: 2, </a:t>
            </a:r>
            <a:r>
              <a:rPr lang="en-US" sz="280" dirty="0" err="1"/>
              <a:t>alignItems</a:t>
            </a:r>
            <a:r>
              <a:rPr lang="en-US" sz="280" dirty="0"/>
              <a:t>: "center" }}&gt;</a:t>
            </a:r>
          </a:p>
          <a:p>
            <a:pPr marL="0" indent="0">
              <a:buNone/>
            </a:pPr>
            <a:r>
              <a:rPr lang="en-US" sz="280" dirty="0"/>
              <a:t>        &lt;Typography variant="h6" </a:t>
            </a:r>
            <a:r>
              <a:rPr lang="en-US" sz="280" dirty="0" err="1"/>
              <a:t>sx</a:t>
            </a:r>
            <a:r>
              <a:rPr lang="en-US" sz="280" dirty="0"/>
              <a:t>={{ </a:t>
            </a:r>
            <a:r>
              <a:rPr lang="en-US" sz="280" dirty="0" err="1"/>
              <a:t>flexGrow</a:t>
            </a:r>
            <a:r>
              <a:rPr lang="en-US" sz="280" dirty="0"/>
              <a:t>: 1 }}&gt;</a:t>
            </a:r>
          </a:p>
          <a:p>
            <a:pPr marL="0" indent="0">
              <a:buNone/>
            </a:pPr>
            <a:r>
              <a:rPr lang="en-US" sz="280" dirty="0"/>
              <a:t>          MERN Skeleton</a:t>
            </a:r>
          </a:p>
          <a:p>
            <a:pPr marL="0" indent="0">
              <a:buNone/>
            </a:pPr>
            <a:r>
              <a:rPr lang="en-US" sz="280" dirty="0"/>
              <a:t>        &lt;/Typography&gt;</a:t>
            </a:r>
          </a:p>
          <a:p>
            <a:pPr marL="0" indent="0">
              <a:buNone/>
            </a:pPr>
            <a:br>
              <a:rPr lang="en-US" sz="280" dirty="0"/>
            </a:br>
            <a:r>
              <a:rPr lang="en-US" sz="280" dirty="0"/>
              <a:t>        &lt;Link to="/"&gt;</a:t>
            </a:r>
          </a:p>
          <a:p>
            <a:pPr marL="0" indent="0">
              <a:buNone/>
            </a:pPr>
            <a:r>
              <a:rPr lang="en-US" sz="280" dirty="0"/>
              <a:t>          &lt;</a:t>
            </a:r>
            <a:r>
              <a:rPr lang="en-US" sz="280" dirty="0" err="1"/>
              <a:t>IconButton</a:t>
            </a:r>
            <a:r>
              <a:rPr lang="en-US" sz="280" dirty="0"/>
              <a:t> aria-label="Home" </a:t>
            </a:r>
            <a:r>
              <a:rPr lang="en-US" sz="280" dirty="0" err="1"/>
              <a:t>sx</a:t>
            </a:r>
            <a:r>
              <a:rPr lang="en-US" sz="280" dirty="0"/>
              <a:t>={{ color: </a:t>
            </a:r>
            <a:r>
              <a:rPr lang="en-US" sz="280" dirty="0" err="1"/>
              <a:t>isActive</a:t>
            </a:r>
            <a:r>
              <a:rPr lang="en-US" sz="280" dirty="0"/>
              <a:t>(location, "/") }}&gt;</a:t>
            </a:r>
          </a:p>
          <a:p>
            <a:pPr marL="0" indent="0">
              <a:buNone/>
            </a:pPr>
            <a:r>
              <a:rPr lang="en-US" sz="280" dirty="0"/>
              <a:t>            &lt;</a:t>
            </a:r>
            <a:r>
              <a:rPr lang="en-US" sz="280" dirty="0" err="1"/>
              <a:t>HomeIcon</a:t>
            </a:r>
            <a:r>
              <a:rPr lang="en-US" sz="280" dirty="0"/>
              <a:t> /&gt;</a:t>
            </a:r>
          </a:p>
          <a:p>
            <a:pPr marL="0" indent="0">
              <a:buNone/>
            </a:pPr>
            <a:r>
              <a:rPr lang="en-US" sz="280" dirty="0"/>
              <a:t>          &lt;/</a:t>
            </a:r>
            <a:r>
              <a:rPr lang="en-US" sz="280" dirty="0" err="1"/>
              <a:t>IconButton</a:t>
            </a:r>
            <a:r>
              <a:rPr lang="en-US" sz="280" dirty="0"/>
              <a:t>&gt;</a:t>
            </a:r>
          </a:p>
          <a:p>
            <a:pPr marL="0" indent="0">
              <a:buNone/>
            </a:pPr>
            <a:r>
              <a:rPr lang="en-US" sz="280" dirty="0"/>
              <a:t>        &lt;/Link&gt;</a:t>
            </a:r>
          </a:p>
          <a:p>
            <a:pPr marL="0" indent="0">
              <a:buNone/>
            </a:pPr>
            <a:br>
              <a:rPr lang="en-US" sz="280" dirty="0">
                <a:highlight>
                  <a:srgbClr val="FFFF00"/>
                </a:highlight>
              </a:rPr>
            </a:br>
            <a:r>
              <a:rPr lang="en-US" sz="280" dirty="0">
                <a:highlight>
                  <a:srgbClr val="FFFF00"/>
                </a:highlight>
              </a:rPr>
              <a:t>&lt;Link to="/shops/all" style={{ </a:t>
            </a:r>
            <a:r>
              <a:rPr lang="en-US" sz="280" dirty="0" err="1">
                <a:highlight>
                  <a:srgbClr val="FFFF00"/>
                </a:highlight>
              </a:rPr>
              <a:t>textDecoration</a:t>
            </a:r>
            <a:r>
              <a:rPr lang="en-US" sz="280" dirty="0">
                <a:highlight>
                  <a:srgbClr val="FFFF00"/>
                </a:highlight>
              </a:rPr>
              <a:t>: "none" }}&gt;</a:t>
            </a:r>
          </a:p>
          <a:p>
            <a:pPr marL="0" indent="0">
              <a:buNone/>
            </a:pPr>
            <a:r>
              <a:rPr lang="en-US" sz="280" dirty="0">
                <a:highlight>
                  <a:srgbClr val="FFFF00"/>
                </a:highlight>
              </a:rPr>
              <a:t>          </a:t>
            </a:r>
          </a:p>
          <a:p>
            <a:pPr marL="0" indent="0">
              <a:buNone/>
            </a:pPr>
            <a:r>
              <a:rPr lang="en-US" sz="280" dirty="0">
                <a:highlight>
                  <a:srgbClr val="FFFF00"/>
                </a:highlight>
              </a:rPr>
              <a:t>          &lt;Button </a:t>
            </a:r>
            <a:r>
              <a:rPr lang="en-US" sz="280" dirty="0" err="1">
                <a:highlight>
                  <a:srgbClr val="FFFF00"/>
                </a:highlight>
              </a:rPr>
              <a:t>sx</a:t>
            </a:r>
            <a:r>
              <a:rPr lang="en-US" sz="280" dirty="0">
                <a:highlight>
                  <a:srgbClr val="FFFF00"/>
                </a:highlight>
              </a:rPr>
              <a:t>={{ color: </a:t>
            </a:r>
            <a:r>
              <a:rPr lang="en-US" sz="280" dirty="0" err="1">
                <a:highlight>
                  <a:srgbClr val="FFFF00"/>
                </a:highlight>
              </a:rPr>
              <a:t>isActive</a:t>
            </a:r>
            <a:r>
              <a:rPr lang="en-US" sz="280" dirty="0">
                <a:highlight>
                  <a:srgbClr val="FFFF00"/>
                </a:highlight>
              </a:rPr>
              <a:t>(location, "/shops/") }}&gt;</a:t>
            </a:r>
          </a:p>
          <a:p>
            <a:pPr marL="0" indent="0">
              <a:buNone/>
            </a:pPr>
            <a:r>
              <a:rPr lang="en-US" sz="280" dirty="0">
                <a:highlight>
                  <a:srgbClr val="FFFF00"/>
                </a:highlight>
              </a:rPr>
              <a:t>          </a:t>
            </a:r>
          </a:p>
          <a:p>
            <a:pPr marL="0" indent="0">
              <a:buNone/>
            </a:pPr>
            <a:r>
              <a:rPr lang="en-US" sz="280" dirty="0">
                <a:highlight>
                  <a:srgbClr val="FFFF00"/>
                </a:highlight>
              </a:rPr>
              <a:t>            All Shops</a:t>
            </a:r>
          </a:p>
          <a:p>
            <a:pPr marL="0" indent="0">
              <a:buNone/>
            </a:pPr>
            <a:r>
              <a:rPr lang="en-US" sz="280" dirty="0">
                <a:highlight>
                  <a:srgbClr val="FFFF00"/>
                </a:highlight>
              </a:rPr>
              <a:t>          &lt;/Button&gt;</a:t>
            </a:r>
          </a:p>
          <a:p>
            <a:pPr marL="0" indent="0">
              <a:buNone/>
            </a:pPr>
            <a:r>
              <a:rPr lang="en-US" sz="280" dirty="0">
                <a:highlight>
                  <a:srgbClr val="FFFF00"/>
                </a:highlight>
              </a:rPr>
              <a:t>        &lt;/Link&gt;</a:t>
            </a:r>
          </a:p>
          <a:p>
            <a:pPr marL="0" indent="0">
              <a:buNone/>
            </a:pPr>
            <a:br>
              <a:rPr lang="en-US" sz="280" dirty="0"/>
            </a:br>
            <a:r>
              <a:rPr lang="en-US" sz="280" dirty="0"/>
              <a:t>        &lt;Link to="/users"&gt;</a:t>
            </a:r>
          </a:p>
          <a:p>
            <a:pPr marL="0" indent="0">
              <a:buNone/>
            </a:pPr>
            <a:r>
              <a:rPr lang="en-US" sz="280" dirty="0"/>
              <a:t>          &lt;Button </a:t>
            </a:r>
            <a:r>
              <a:rPr lang="en-US" sz="280" dirty="0" err="1"/>
              <a:t>sx</a:t>
            </a:r>
            <a:r>
              <a:rPr lang="en-US" sz="280" dirty="0"/>
              <a:t>={{ color: </a:t>
            </a:r>
            <a:r>
              <a:rPr lang="en-US" sz="280" dirty="0" err="1"/>
              <a:t>isActive</a:t>
            </a:r>
            <a:r>
              <a:rPr lang="en-US" sz="280" dirty="0"/>
              <a:t>(location, "/users") }}&gt;Users&lt;/Button&gt;</a:t>
            </a:r>
          </a:p>
          <a:p>
            <a:pPr marL="0" indent="0">
              <a:buNone/>
            </a:pPr>
            <a:r>
              <a:rPr lang="en-US" sz="280" dirty="0"/>
              <a:t>        &lt;/Link&gt;</a:t>
            </a:r>
          </a:p>
          <a:p>
            <a:pPr marL="0" indent="0">
              <a:buNone/>
            </a:pPr>
            <a:br>
              <a:rPr lang="en-US" sz="280" dirty="0"/>
            </a:br>
            <a:r>
              <a:rPr lang="en-US" sz="280" dirty="0"/>
              <a:t>        {!</a:t>
            </a:r>
            <a:r>
              <a:rPr lang="en-US" sz="280" dirty="0" err="1"/>
              <a:t>auth.isAuthenticated</a:t>
            </a:r>
            <a:r>
              <a:rPr lang="en-US" sz="280" dirty="0"/>
              <a:t>() &amp;&amp; (</a:t>
            </a:r>
          </a:p>
          <a:p>
            <a:pPr marL="0" indent="0">
              <a:buNone/>
            </a:pPr>
            <a:r>
              <a:rPr lang="en-US" sz="280" dirty="0"/>
              <a:t>          &lt;&gt;</a:t>
            </a:r>
          </a:p>
          <a:p>
            <a:pPr marL="0" indent="0">
              <a:buNone/>
            </a:pPr>
            <a:r>
              <a:rPr lang="en-US" sz="280" dirty="0"/>
              <a:t>            &lt;Link to="/signup"&gt;</a:t>
            </a:r>
          </a:p>
          <a:p>
            <a:pPr marL="0" indent="0">
              <a:buNone/>
            </a:pPr>
            <a:r>
              <a:rPr lang="en-US" sz="280" dirty="0"/>
              <a:t>              &lt;Button </a:t>
            </a:r>
            <a:r>
              <a:rPr lang="en-US" sz="280" dirty="0" err="1"/>
              <a:t>sx</a:t>
            </a:r>
            <a:r>
              <a:rPr lang="en-US" sz="280" dirty="0"/>
              <a:t>={{ color: </a:t>
            </a:r>
            <a:r>
              <a:rPr lang="en-US" sz="280" dirty="0" err="1"/>
              <a:t>isActive</a:t>
            </a:r>
            <a:r>
              <a:rPr lang="en-US" sz="280" dirty="0"/>
              <a:t>(location, "/signup") }}&gt;</a:t>
            </a:r>
          </a:p>
          <a:p>
            <a:pPr marL="0" indent="0">
              <a:buNone/>
            </a:pPr>
            <a:r>
              <a:rPr lang="en-US" sz="280" dirty="0"/>
              <a:t>                Sign up</a:t>
            </a:r>
          </a:p>
          <a:p>
            <a:pPr marL="0" indent="0">
              <a:buNone/>
            </a:pPr>
            <a:r>
              <a:rPr lang="en-US" sz="280" dirty="0"/>
              <a:t>              &lt;/Button&gt;</a:t>
            </a:r>
          </a:p>
          <a:p>
            <a:pPr marL="0" indent="0">
              <a:buNone/>
            </a:pPr>
            <a:r>
              <a:rPr lang="en-US" sz="280" dirty="0"/>
              <a:t>            &lt;/Link&gt;</a:t>
            </a:r>
          </a:p>
          <a:p>
            <a:pPr marL="0" indent="0">
              <a:buNone/>
            </a:pPr>
            <a:r>
              <a:rPr lang="en-US" sz="280" dirty="0"/>
              <a:t>            &lt;Link to="/</a:t>
            </a:r>
            <a:r>
              <a:rPr lang="en-US" sz="280" dirty="0" err="1"/>
              <a:t>signin</a:t>
            </a:r>
            <a:r>
              <a:rPr lang="en-US" sz="280" dirty="0"/>
              <a:t>"&gt;</a:t>
            </a:r>
          </a:p>
          <a:p>
            <a:pPr marL="0" indent="0">
              <a:buNone/>
            </a:pPr>
            <a:r>
              <a:rPr lang="en-US" sz="280" dirty="0"/>
              <a:t>              &lt;Button </a:t>
            </a:r>
            <a:r>
              <a:rPr lang="en-US" sz="280" dirty="0" err="1"/>
              <a:t>sx</a:t>
            </a:r>
            <a:r>
              <a:rPr lang="en-US" sz="280" dirty="0"/>
              <a:t>={{ color: </a:t>
            </a:r>
            <a:r>
              <a:rPr lang="en-US" sz="280" dirty="0" err="1"/>
              <a:t>isActive</a:t>
            </a:r>
            <a:r>
              <a:rPr lang="en-US" sz="280" dirty="0"/>
              <a:t>(location, "/</a:t>
            </a:r>
            <a:r>
              <a:rPr lang="en-US" sz="280" dirty="0" err="1"/>
              <a:t>signin</a:t>
            </a:r>
            <a:r>
              <a:rPr lang="en-US" sz="280" dirty="0"/>
              <a:t>") }}&gt;</a:t>
            </a:r>
          </a:p>
          <a:p>
            <a:pPr marL="0" indent="0">
              <a:buNone/>
            </a:pPr>
            <a:r>
              <a:rPr lang="en-US" sz="280" dirty="0"/>
              <a:t>                Sign In</a:t>
            </a:r>
          </a:p>
          <a:p>
            <a:pPr marL="0" indent="0">
              <a:buNone/>
            </a:pPr>
            <a:r>
              <a:rPr lang="en-US" sz="280" dirty="0"/>
              <a:t>              &lt;/Button&gt;</a:t>
            </a:r>
          </a:p>
          <a:p>
            <a:pPr marL="0" indent="0">
              <a:buNone/>
            </a:pPr>
            <a:r>
              <a:rPr lang="en-US" sz="280" dirty="0"/>
              <a:t>            &lt;/Link&gt;</a:t>
            </a:r>
          </a:p>
          <a:p>
            <a:pPr marL="0" indent="0">
              <a:buNone/>
            </a:pPr>
            <a:r>
              <a:rPr lang="en-US" sz="280" dirty="0"/>
              <a:t>          &lt;/&gt;</a:t>
            </a:r>
          </a:p>
          <a:p>
            <a:pPr marL="0" indent="0">
              <a:buNone/>
            </a:pPr>
            <a:r>
              <a:rPr lang="en-US" sz="280" dirty="0"/>
              <a:t>        )}</a:t>
            </a:r>
          </a:p>
          <a:p>
            <a:pPr marL="0" indent="0">
              <a:buNone/>
            </a:pPr>
            <a:br>
              <a:rPr lang="en-US" sz="280" dirty="0"/>
            </a:br>
            <a:r>
              <a:rPr lang="en-US" sz="280" dirty="0"/>
              <a:t>        {</a:t>
            </a:r>
            <a:r>
              <a:rPr lang="en-US" sz="280" dirty="0" err="1"/>
              <a:t>auth.isAuthenticated</a:t>
            </a:r>
            <a:r>
              <a:rPr lang="en-US" sz="280" dirty="0"/>
              <a:t>() &amp;&amp; (</a:t>
            </a:r>
          </a:p>
          <a:p>
            <a:pPr marL="0" indent="0">
              <a:buNone/>
            </a:pPr>
            <a:r>
              <a:rPr lang="en-US" sz="280" dirty="0"/>
              <a:t>          &lt;&gt;</a:t>
            </a:r>
          </a:p>
          <a:p>
            <a:pPr marL="0" indent="0">
              <a:buNone/>
            </a:pPr>
            <a:r>
              <a:rPr lang="en-US" sz="280" dirty="0"/>
              <a:t>            {</a:t>
            </a:r>
            <a:r>
              <a:rPr lang="en-US" sz="280" dirty="0" err="1"/>
              <a:t>auth.isAuthenticated</a:t>
            </a:r>
            <a:r>
              <a:rPr lang="en-US" sz="280" dirty="0"/>
              <a:t>().user &amp;&amp;</a:t>
            </a:r>
          </a:p>
          <a:p>
            <a:pPr marL="0" indent="0">
              <a:buNone/>
            </a:pPr>
            <a:r>
              <a:rPr lang="en-US" sz="280" dirty="0"/>
              <a:t>              </a:t>
            </a:r>
            <a:r>
              <a:rPr lang="en-US" sz="280" dirty="0" err="1"/>
              <a:t>auth.isAuthenticated</a:t>
            </a:r>
            <a:r>
              <a:rPr lang="en-US" sz="280" dirty="0"/>
              <a:t>().</a:t>
            </a:r>
            <a:r>
              <a:rPr lang="en-US" sz="280" dirty="0" err="1"/>
              <a:t>user.seller</a:t>
            </a:r>
            <a:r>
              <a:rPr lang="en-US" sz="280" dirty="0"/>
              <a:t> &amp;&amp; (</a:t>
            </a:r>
          </a:p>
          <a:p>
            <a:pPr marL="0" indent="0">
              <a:buNone/>
            </a:pPr>
            <a:r>
              <a:rPr lang="en-US" sz="280" dirty="0"/>
              <a:t>                &lt;Link to="/seller/shops"&gt;</a:t>
            </a:r>
          </a:p>
          <a:p>
            <a:pPr marL="0" indent="0">
              <a:buNone/>
            </a:pPr>
            <a:r>
              <a:rPr lang="en-US" sz="280" dirty="0"/>
              <a:t>                  &lt;Button style={</a:t>
            </a:r>
            <a:r>
              <a:rPr lang="en-US" sz="280" dirty="0" err="1"/>
              <a:t>isPartActive</a:t>
            </a:r>
            <a:r>
              <a:rPr lang="en-US" sz="280" dirty="0"/>
              <a:t>(location, "/seller/")}&gt;</a:t>
            </a:r>
          </a:p>
          <a:p>
            <a:pPr marL="0" indent="0">
              <a:buNone/>
            </a:pPr>
            <a:r>
              <a:rPr lang="en-US" sz="280" dirty="0"/>
              <a:t>                    My Shops</a:t>
            </a:r>
          </a:p>
          <a:p>
            <a:pPr marL="0" indent="0">
              <a:buNone/>
            </a:pPr>
            <a:r>
              <a:rPr lang="en-US" sz="280" dirty="0"/>
              <a:t>                  &lt;/Button&gt;</a:t>
            </a:r>
          </a:p>
          <a:p>
            <a:pPr marL="0" indent="0">
              <a:buNone/>
            </a:pPr>
            <a:r>
              <a:rPr lang="en-US" sz="280" dirty="0"/>
              <a:t>                &lt;/Link&gt;</a:t>
            </a:r>
          </a:p>
          <a:p>
            <a:pPr marL="0" indent="0">
              <a:buNone/>
            </a:pPr>
            <a:r>
              <a:rPr lang="en-US" sz="280" dirty="0"/>
              <a:t>              )}</a:t>
            </a:r>
          </a:p>
          <a:p>
            <a:pPr marL="0" indent="0">
              <a:buNone/>
            </a:pPr>
            <a:br>
              <a:rPr lang="en-US" sz="280" dirty="0"/>
            </a:br>
            <a:r>
              <a:rPr lang="en-US" sz="280" dirty="0"/>
              <a:t>            &lt;Link to={`/user/${</a:t>
            </a:r>
            <a:r>
              <a:rPr lang="en-US" sz="280" dirty="0" err="1"/>
              <a:t>auth.isAuthenticated</a:t>
            </a:r>
            <a:r>
              <a:rPr lang="en-US" sz="280" dirty="0"/>
              <a:t>().</a:t>
            </a:r>
            <a:r>
              <a:rPr lang="en-US" sz="280" dirty="0" err="1"/>
              <a:t>user._id</a:t>
            </a:r>
            <a:r>
              <a:rPr lang="en-US" sz="280" dirty="0"/>
              <a:t>}`}&gt;</a:t>
            </a:r>
          </a:p>
          <a:p>
            <a:pPr marL="0" indent="0">
              <a:buNone/>
            </a:pPr>
            <a:r>
              <a:rPr lang="en-US" sz="280" dirty="0"/>
              <a:t>              &lt;Button</a:t>
            </a:r>
          </a:p>
          <a:p>
            <a:pPr marL="0" indent="0">
              <a:buNone/>
            </a:pPr>
            <a:r>
              <a:rPr lang="en-US" sz="280" dirty="0"/>
              <a:t>                </a:t>
            </a:r>
            <a:r>
              <a:rPr lang="en-US" sz="280" dirty="0" err="1"/>
              <a:t>sx</a:t>
            </a:r>
            <a:r>
              <a:rPr lang="en-US" sz="280" dirty="0"/>
              <a:t>={{</a:t>
            </a:r>
          </a:p>
          <a:p>
            <a:pPr marL="0" indent="0">
              <a:buNone/>
            </a:pPr>
            <a:r>
              <a:rPr lang="en-US" sz="280" dirty="0"/>
              <a:t>                  color: </a:t>
            </a:r>
            <a:r>
              <a:rPr lang="en-US" sz="280" dirty="0" err="1"/>
              <a:t>isActive</a:t>
            </a:r>
            <a:r>
              <a:rPr lang="en-US" sz="280" dirty="0"/>
              <a:t>(</a:t>
            </a:r>
          </a:p>
          <a:p>
            <a:pPr marL="0" indent="0">
              <a:buNone/>
            </a:pPr>
            <a:r>
              <a:rPr lang="en-US" sz="280" dirty="0"/>
              <a:t>                    location,</a:t>
            </a:r>
          </a:p>
          <a:p>
            <a:pPr marL="0" indent="0">
              <a:buNone/>
            </a:pPr>
            <a:r>
              <a:rPr lang="en-US" sz="280" dirty="0"/>
              <a:t>                    `/user/${</a:t>
            </a:r>
            <a:r>
              <a:rPr lang="en-US" sz="280" dirty="0" err="1"/>
              <a:t>auth.isAuthenticated</a:t>
            </a:r>
            <a:r>
              <a:rPr lang="en-US" sz="280" dirty="0"/>
              <a:t>().</a:t>
            </a:r>
            <a:r>
              <a:rPr lang="en-US" sz="280" dirty="0" err="1"/>
              <a:t>user._id</a:t>
            </a:r>
            <a:r>
              <a:rPr lang="en-US" sz="280" dirty="0"/>
              <a:t>}`</a:t>
            </a:r>
          </a:p>
          <a:p>
            <a:pPr marL="0" indent="0">
              <a:buNone/>
            </a:pPr>
            <a:r>
              <a:rPr lang="en-US" sz="280" dirty="0"/>
              <a:t>                  ),</a:t>
            </a:r>
          </a:p>
          <a:p>
            <a:pPr marL="0" indent="0">
              <a:buNone/>
            </a:pPr>
            <a:r>
              <a:rPr lang="en-US" sz="280" dirty="0"/>
              <a:t>                }}</a:t>
            </a:r>
          </a:p>
          <a:p>
            <a:pPr marL="0" indent="0">
              <a:buNone/>
            </a:pPr>
            <a:r>
              <a:rPr lang="en-US" sz="280" dirty="0"/>
              <a:t>              &gt;</a:t>
            </a:r>
          </a:p>
          <a:p>
            <a:pPr marL="0" indent="0">
              <a:buNone/>
            </a:pPr>
            <a:r>
              <a:rPr lang="en-US" sz="280" dirty="0"/>
              <a:t>                My Profile</a:t>
            </a:r>
          </a:p>
          <a:p>
            <a:pPr marL="0" indent="0">
              <a:buNone/>
            </a:pPr>
            <a:r>
              <a:rPr lang="en-US" sz="280" dirty="0"/>
              <a:t>              &lt;/Button&gt;</a:t>
            </a:r>
          </a:p>
          <a:p>
            <a:pPr marL="0" indent="0">
              <a:buNone/>
            </a:pPr>
            <a:r>
              <a:rPr lang="en-US" sz="280" dirty="0"/>
              <a:t>            &lt;/Link&gt;</a:t>
            </a:r>
          </a:p>
          <a:p>
            <a:pPr marL="0" indent="0">
              <a:buNone/>
            </a:pPr>
            <a:r>
              <a:rPr lang="en-US" sz="280" dirty="0"/>
              <a:t>            &lt;Button</a:t>
            </a:r>
          </a:p>
          <a:p>
            <a:pPr marL="0" indent="0">
              <a:buNone/>
            </a:pPr>
            <a:r>
              <a:rPr lang="en-US" sz="280" dirty="0"/>
              <a:t>              </a:t>
            </a:r>
            <a:r>
              <a:rPr lang="en-US" sz="280" dirty="0" err="1"/>
              <a:t>sx</a:t>
            </a:r>
            <a:r>
              <a:rPr lang="en-US" sz="280" dirty="0"/>
              <a:t>={{ color: "#</a:t>
            </a:r>
            <a:r>
              <a:rPr lang="en-US" sz="280" dirty="0" err="1"/>
              <a:t>ffffff</a:t>
            </a:r>
            <a:r>
              <a:rPr lang="en-US" sz="280" dirty="0"/>
              <a:t>" }}</a:t>
            </a:r>
          </a:p>
          <a:p>
            <a:pPr marL="0" indent="0">
              <a:buNone/>
            </a:pPr>
            <a:r>
              <a:rPr lang="en-US" sz="280" dirty="0"/>
              <a:t>              </a:t>
            </a:r>
            <a:r>
              <a:rPr lang="en-US" sz="280" dirty="0" err="1"/>
              <a:t>onClick</a:t>
            </a:r>
            <a:r>
              <a:rPr lang="en-US" sz="280" dirty="0"/>
              <a:t>={() =&gt; {</a:t>
            </a:r>
          </a:p>
          <a:p>
            <a:pPr marL="0" indent="0">
              <a:buNone/>
            </a:pPr>
            <a:r>
              <a:rPr lang="en-US" sz="280" dirty="0"/>
              <a:t>                </a:t>
            </a:r>
            <a:r>
              <a:rPr lang="en-US" sz="280" dirty="0" err="1"/>
              <a:t>auth.clearJWT</a:t>
            </a:r>
            <a:r>
              <a:rPr lang="en-US" sz="280" dirty="0"/>
              <a:t>(() =&gt; navigate("/"));</a:t>
            </a:r>
          </a:p>
          <a:p>
            <a:pPr marL="0" indent="0">
              <a:buNone/>
            </a:pPr>
            <a:r>
              <a:rPr lang="en-US" sz="280" dirty="0"/>
              <a:t>              }}</a:t>
            </a:r>
          </a:p>
          <a:p>
            <a:pPr marL="0" indent="0">
              <a:buNone/>
            </a:pPr>
            <a:r>
              <a:rPr lang="en-US" sz="280" dirty="0"/>
              <a:t>            &gt;</a:t>
            </a:r>
          </a:p>
          <a:p>
            <a:pPr marL="0" indent="0">
              <a:buNone/>
            </a:pPr>
            <a:r>
              <a:rPr lang="en-US" sz="280" dirty="0"/>
              <a:t>              Sign out</a:t>
            </a:r>
          </a:p>
          <a:p>
            <a:pPr marL="0" indent="0">
              <a:buNone/>
            </a:pPr>
            <a:r>
              <a:rPr lang="en-US" sz="280" dirty="0"/>
              <a:t>            &lt;/Button&gt;</a:t>
            </a:r>
          </a:p>
          <a:p>
            <a:pPr marL="0" indent="0">
              <a:buNone/>
            </a:pPr>
            <a:r>
              <a:rPr lang="en-US" sz="280" dirty="0"/>
              <a:t>          &lt;/&gt;</a:t>
            </a:r>
          </a:p>
          <a:p>
            <a:pPr marL="0" indent="0">
              <a:buNone/>
            </a:pPr>
            <a:r>
              <a:rPr lang="en-US" sz="280" dirty="0"/>
              <a:t>        )}</a:t>
            </a:r>
          </a:p>
          <a:p>
            <a:pPr marL="0" indent="0">
              <a:buNone/>
            </a:pPr>
            <a:r>
              <a:rPr lang="en-US" sz="280" dirty="0"/>
              <a:t>      &lt;/Toolbar&gt;</a:t>
            </a:r>
          </a:p>
          <a:p>
            <a:pPr marL="0" indent="0">
              <a:buNone/>
            </a:pPr>
            <a:r>
              <a:rPr lang="en-US" sz="280" dirty="0"/>
              <a:t>    &lt;/</a:t>
            </a:r>
            <a:r>
              <a:rPr lang="en-US" sz="280" dirty="0" err="1"/>
              <a:t>AppBar</a:t>
            </a:r>
            <a:r>
              <a:rPr lang="en-US" sz="280" dirty="0"/>
              <a:t>&gt;</a:t>
            </a:r>
          </a:p>
          <a:p>
            <a:pPr marL="0" indent="0">
              <a:buNone/>
            </a:pPr>
            <a:r>
              <a:rPr lang="en-US" sz="280" dirty="0"/>
              <a:t>  );</a:t>
            </a:r>
          </a:p>
          <a:p>
            <a:pPr marL="0" indent="0">
              <a:buNone/>
            </a:pPr>
            <a:r>
              <a:rPr lang="en-US" sz="280" dirty="0"/>
              <a:t>}</a:t>
            </a:r>
          </a:p>
          <a:p>
            <a:pPr marL="0" indent="0">
              <a:buNone/>
            </a:pPr>
            <a:endParaRPr lang="en-US" sz="300" dirty="0"/>
          </a:p>
        </p:txBody>
      </p:sp>
      <p:sp>
        <p:nvSpPr>
          <p:cNvPr id="4" name="Date Placeholder 3">
            <a:extLst>
              <a:ext uri="{FF2B5EF4-FFF2-40B4-BE49-F238E27FC236}">
                <a16:creationId xmlns:a16="http://schemas.microsoft.com/office/drawing/2014/main" id="{09BD69CE-8084-5347-A141-F23B688A45F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F4894B7-F0D0-BBA8-A7CC-3224E720273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C9F9532-3020-4269-DC1F-099F066D0372}"/>
              </a:ext>
            </a:extLst>
          </p:cNvPr>
          <p:cNvSpPr>
            <a:spLocks noGrp="1"/>
          </p:cNvSpPr>
          <p:nvPr>
            <p:ph type="sldNum" sz="quarter" idx="12"/>
          </p:nvPr>
        </p:nvSpPr>
        <p:spPr/>
        <p:txBody>
          <a:bodyPr/>
          <a:lstStyle/>
          <a:p>
            <a:fld id="{7C5CF243-786F-4254-B068-4C9F0B6EA12F}" type="slidenum">
              <a:rPr lang="en-US" altLang="en-US" smtClean="0"/>
              <a:pPr/>
              <a:t>74</a:t>
            </a:fld>
            <a:endParaRPr lang="en-US" altLang="en-US"/>
          </a:p>
        </p:txBody>
      </p:sp>
    </p:spTree>
    <p:extLst>
      <p:ext uri="{BB962C8B-B14F-4D97-AF65-F5344CB8AC3E}">
        <p14:creationId xmlns:p14="http://schemas.microsoft.com/office/powerpoint/2010/main" val="31638431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8A485-6FAB-E305-BE93-FF7F444CCE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F41781-B7BD-1C2F-F5C8-0BD101C47A4A}"/>
              </a:ext>
            </a:extLst>
          </p:cNvPr>
          <p:cNvSpPr>
            <a:spLocks noGrp="1"/>
          </p:cNvSpPr>
          <p:nvPr>
            <p:ph idx="1"/>
          </p:nvPr>
        </p:nvSpPr>
        <p:spPr/>
        <p:txBody>
          <a:bodyPr/>
          <a:lstStyle/>
          <a:p>
            <a:r>
              <a:rPr lang="en-US" dirty="0"/>
              <a:t>With this implementation, authorized sellers will be able to remove a shop that they own from the marketplace.</a:t>
            </a:r>
          </a:p>
          <a:p>
            <a:r>
              <a:rPr lang="en-US" dirty="0"/>
              <a:t>We have implemented the shop module for the marketplace by first defining the Shop model for storing shop data and then integrating the backend APIs and frontend views to be able to perform CRUD operations on shops from the application. </a:t>
            </a:r>
          </a:p>
          <a:p>
            <a:r>
              <a:rPr lang="en-US" dirty="0"/>
              <a:t>These shop features, with the ability to create new shops, display a shop, edit and delete shops, will allow both buyers and sellers to interact with the shops in the marketplace. </a:t>
            </a:r>
          </a:p>
          <a:p>
            <a:r>
              <a:rPr lang="en-US" dirty="0"/>
              <a:t>The shops will also have products, discussed next, which the owners will manage, and the buyers will be able to browse through, with an option to add products to their cart.</a:t>
            </a:r>
          </a:p>
        </p:txBody>
      </p:sp>
      <p:sp>
        <p:nvSpPr>
          <p:cNvPr id="4" name="Date Placeholder 3">
            <a:extLst>
              <a:ext uri="{FF2B5EF4-FFF2-40B4-BE49-F238E27FC236}">
                <a16:creationId xmlns:a16="http://schemas.microsoft.com/office/drawing/2014/main" id="{12045EB6-13F8-DE6E-4AC8-F78F65EB0A2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73147A4-2AEA-9D84-92AF-9ED1267F82B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17D30B48-4F53-408E-DA52-788F21044780}"/>
              </a:ext>
            </a:extLst>
          </p:cNvPr>
          <p:cNvSpPr>
            <a:spLocks noGrp="1"/>
          </p:cNvSpPr>
          <p:nvPr>
            <p:ph type="sldNum" sz="quarter" idx="12"/>
          </p:nvPr>
        </p:nvSpPr>
        <p:spPr/>
        <p:txBody>
          <a:bodyPr/>
          <a:lstStyle/>
          <a:p>
            <a:fld id="{7C5CF243-786F-4254-B068-4C9F0B6EA12F}" type="slidenum">
              <a:rPr lang="en-US" altLang="en-US" smtClean="0"/>
              <a:pPr/>
              <a:t>75</a:t>
            </a:fld>
            <a:endParaRPr lang="en-US" altLang="en-US"/>
          </a:p>
        </p:txBody>
      </p:sp>
    </p:spTree>
    <p:extLst>
      <p:ext uri="{BB962C8B-B14F-4D97-AF65-F5344CB8AC3E}">
        <p14:creationId xmlns:p14="http://schemas.microsoft.com/office/powerpoint/2010/main" val="18242692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9991-698B-E7B7-5357-C5B450A15421}"/>
              </a:ext>
            </a:extLst>
          </p:cNvPr>
          <p:cNvSpPr>
            <a:spLocks noGrp="1"/>
          </p:cNvSpPr>
          <p:nvPr>
            <p:ph type="title"/>
          </p:nvPr>
        </p:nvSpPr>
        <p:spPr>
          <a:xfrm>
            <a:off x="685800" y="2743200"/>
            <a:ext cx="7772400" cy="762000"/>
          </a:xfrm>
        </p:spPr>
        <p:txBody>
          <a:bodyPr/>
          <a:lstStyle/>
          <a:p>
            <a:r>
              <a:rPr lang="en-US" dirty="0"/>
              <a:t>PRODUCT</a:t>
            </a:r>
          </a:p>
        </p:txBody>
      </p:sp>
      <p:sp>
        <p:nvSpPr>
          <p:cNvPr id="4" name="Date Placeholder 3">
            <a:extLst>
              <a:ext uri="{FF2B5EF4-FFF2-40B4-BE49-F238E27FC236}">
                <a16:creationId xmlns:a16="http://schemas.microsoft.com/office/drawing/2014/main" id="{DC2C5DCE-A677-75C9-CE64-37EF13A926E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C83DEE50-7403-352C-454E-91041365790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C496C5C4-A003-4AF7-4C95-466777FDDD02}"/>
              </a:ext>
            </a:extLst>
          </p:cNvPr>
          <p:cNvSpPr>
            <a:spLocks noGrp="1"/>
          </p:cNvSpPr>
          <p:nvPr>
            <p:ph type="sldNum" sz="quarter" idx="12"/>
          </p:nvPr>
        </p:nvSpPr>
        <p:spPr/>
        <p:txBody>
          <a:bodyPr/>
          <a:lstStyle/>
          <a:p>
            <a:fld id="{7C5CF243-786F-4254-B068-4C9F0B6EA12F}" type="slidenum">
              <a:rPr lang="en-US" altLang="en-US" smtClean="0"/>
              <a:pPr/>
              <a:t>76</a:t>
            </a:fld>
            <a:endParaRPr lang="en-US" altLang="en-US"/>
          </a:p>
        </p:txBody>
      </p:sp>
    </p:spTree>
    <p:extLst>
      <p:ext uri="{BB962C8B-B14F-4D97-AF65-F5344CB8AC3E}">
        <p14:creationId xmlns:p14="http://schemas.microsoft.com/office/powerpoint/2010/main" val="10673053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1EC8-79EC-C59C-03DA-556C805CB4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F75DF0-70E8-3914-7B90-6CCDCC6C9448}"/>
              </a:ext>
            </a:extLst>
          </p:cNvPr>
          <p:cNvSpPr>
            <a:spLocks noGrp="1"/>
          </p:cNvSpPr>
          <p:nvPr>
            <p:ph idx="1"/>
          </p:nvPr>
        </p:nvSpPr>
        <p:spPr/>
        <p:txBody>
          <a:bodyPr/>
          <a:lstStyle/>
          <a:p>
            <a:r>
              <a:rPr lang="en-US" dirty="0"/>
              <a:t>First of all, we have to create the product model, controller, routes and update the express.js</a:t>
            </a:r>
          </a:p>
        </p:txBody>
      </p:sp>
      <p:sp>
        <p:nvSpPr>
          <p:cNvPr id="4" name="Date Placeholder 3">
            <a:extLst>
              <a:ext uri="{FF2B5EF4-FFF2-40B4-BE49-F238E27FC236}">
                <a16:creationId xmlns:a16="http://schemas.microsoft.com/office/drawing/2014/main" id="{03078356-B0B3-8653-57F3-990906DDFB86}"/>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1CF6FA7-B3EE-9112-354D-D4213BCF5B60}"/>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7EA3F29-8173-E564-B4D6-037F5D5DCCB1}"/>
              </a:ext>
            </a:extLst>
          </p:cNvPr>
          <p:cNvSpPr>
            <a:spLocks noGrp="1"/>
          </p:cNvSpPr>
          <p:nvPr>
            <p:ph type="sldNum" sz="quarter" idx="12"/>
          </p:nvPr>
        </p:nvSpPr>
        <p:spPr/>
        <p:txBody>
          <a:bodyPr/>
          <a:lstStyle/>
          <a:p>
            <a:fld id="{7C5CF243-786F-4254-B068-4C9F0B6EA12F}" type="slidenum">
              <a:rPr lang="en-US" altLang="en-US" smtClean="0"/>
              <a:pPr/>
              <a:t>77</a:t>
            </a:fld>
            <a:endParaRPr lang="en-US" altLang="en-US"/>
          </a:p>
        </p:txBody>
      </p:sp>
    </p:spTree>
    <p:extLst>
      <p:ext uri="{BB962C8B-B14F-4D97-AF65-F5344CB8AC3E}">
        <p14:creationId xmlns:p14="http://schemas.microsoft.com/office/powerpoint/2010/main" val="25459671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FBAC-83DF-0BFD-E122-0E86739F590C}"/>
              </a:ext>
            </a:extLst>
          </p:cNvPr>
          <p:cNvSpPr>
            <a:spLocks noGrp="1"/>
          </p:cNvSpPr>
          <p:nvPr>
            <p:ph type="title"/>
          </p:nvPr>
        </p:nvSpPr>
        <p:spPr/>
        <p:txBody>
          <a:bodyPr/>
          <a:lstStyle/>
          <a:p>
            <a:r>
              <a:rPr lang="en-US" dirty="0"/>
              <a:t>Server/models/product.model.js</a:t>
            </a:r>
          </a:p>
        </p:txBody>
      </p:sp>
      <p:sp>
        <p:nvSpPr>
          <p:cNvPr id="3" name="Content Placeholder 2">
            <a:extLst>
              <a:ext uri="{FF2B5EF4-FFF2-40B4-BE49-F238E27FC236}">
                <a16:creationId xmlns:a16="http://schemas.microsoft.com/office/drawing/2014/main" id="{0CD20EE1-FDE6-DACD-8CB8-19310CD571C8}"/>
              </a:ext>
            </a:extLst>
          </p:cNvPr>
          <p:cNvSpPr>
            <a:spLocks noGrp="1"/>
          </p:cNvSpPr>
          <p:nvPr>
            <p:ph idx="1"/>
          </p:nvPr>
        </p:nvSpPr>
        <p:spPr/>
        <p:txBody>
          <a:bodyPr/>
          <a:lstStyle/>
          <a:p>
            <a:pPr marL="0" indent="0">
              <a:buNone/>
            </a:pPr>
            <a:r>
              <a:rPr lang="en-US" sz="800" dirty="0"/>
              <a:t>import mongoose from "mongoose";</a:t>
            </a:r>
          </a:p>
          <a:p>
            <a:pPr marL="0" indent="0">
              <a:buNone/>
            </a:pPr>
            <a:r>
              <a:rPr lang="en-US" sz="800" dirty="0"/>
              <a:t>const </a:t>
            </a:r>
            <a:r>
              <a:rPr lang="en-US" sz="800" dirty="0" err="1"/>
              <a:t>ProductSchema</a:t>
            </a:r>
            <a:r>
              <a:rPr lang="en-US" sz="800" dirty="0"/>
              <a:t> = new </a:t>
            </a:r>
            <a:r>
              <a:rPr lang="en-US" sz="800" dirty="0" err="1"/>
              <a:t>mongoose.Schema</a:t>
            </a:r>
            <a:r>
              <a:rPr lang="en-US" sz="800" dirty="0"/>
              <a:t>({</a:t>
            </a:r>
          </a:p>
          <a:p>
            <a:pPr marL="0" indent="0">
              <a:buNone/>
            </a:pPr>
            <a:r>
              <a:rPr lang="en-US" sz="800" dirty="0"/>
              <a:t>  name: {</a:t>
            </a:r>
          </a:p>
          <a:p>
            <a:pPr marL="0" indent="0">
              <a:buNone/>
            </a:pPr>
            <a:r>
              <a:rPr lang="en-US" sz="800" dirty="0"/>
              <a:t>    type: String,</a:t>
            </a:r>
          </a:p>
          <a:p>
            <a:pPr marL="0" indent="0">
              <a:buNone/>
            </a:pPr>
            <a:r>
              <a:rPr lang="en-US" sz="800" dirty="0"/>
              <a:t>    trim: true,</a:t>
            </a:r>
          </a:p>
          <a:p>
            <a:pPr marL="0" indent="0">
              <a:buNone/>
            </a:pPr>
            <a:r>
              <a:rPr lang="en-US" sz="800" dirty="0"/>
              <a:t>    required: "Name is required",</a:t>
            </a:r>
          </a:p>
          <a:p>
            <a:pPr marL="0" indent="0">
              <a:buNone/>
            </a:pPr>
            <a:r>
              <a:rPr lang="en-US" sz="800" dirty="0"/>
              <a:t>  },</a:t>
            </a:r>
          </a:p>
          <a:p>
            <a:pPr marL="0" indent="0">
              <a:buNone/>
            </a:pPr>
            <a:r>
              <a:rPr lang="en-US" sz="800" dirty="0"/>
              <a:t>  image: {</a:t>
            </a:r>
          </a:p>
          <a:p>
            <a:pPr marL="0" indent="0">
              <a:buNone/>
            </a:pPr>
            <a:r>
              <a:rPr lang="en-US" sz="800" dirty="0"/>
              <a:t>    data: Buffer,</a:t>
            </a:r>
          </a:p>
          <a:p>
            <a:pPr marL="0" indent="0">
              <a:buNone/>
            </a:pPr>
            <a:r>
              <a:rPr lang="en-US" sz="800" dirty="0"/>
              <a:t>    </a:t>
            </a:r>
            <a:r>
              <a:rPr lang="en-US" sz="800" dirty="0" err="1"/>
              <a:t>contentType</a:t>
            </a:r>
            <a:r>
              <a:rPr lang="en-US" sz="800" dirty="0"/>
              <a:t>: String,</a:t>
            </a:r>
          </a:p>
          <a:p>
            <a:pPr marL="0" indent="0">
              <a:buNone/>
            </a:pPr>
            <a:r>
              <a:rPr lang="en-US" sz="800" dirty="0"/>
              <a:t>  },</a:t>
            </a:r>
          </a:p>
          <a:p>
            <a:pPr marL="0" indent="0">
              <a:buNone/>
            </a:pPr>
            <a:r>
              <a:rPr lang="en-US" sz="800" dirty="0"/>
              <a:t>  description: {</a:t>
            </a:r>
          </a:p>
          <a:p>
            <a:pPr marL="0" indent="0">
              <a:buNone/>
            </a:pPr>
            <a:r>
              <a:rPr lang="en-US" sz="800" dirty="0"/>
              <a:t>    type: String,</a:t>
            </a:r>
          </a:p>
          <a:p>
            <a:pPr marL="0" indent="0">
              <a:buNone/>
            </a:pPr>
            <a:r>
              <a:rPr lang="en-US" sz="800" dirty="0"/>
              <a:t>    trim: true,</a:t>
            </a:r>
          </a:p>
          <a:p>
            <a:pPr marL="0" indent="0">
              <a:buNone/>
            </a:pPr>
            <a:r>
              <a:rPr lang="en-US" sz="800" dirty="0"/>
              <a:t>  },</a:t>
            </a:r>
          </a:p>
          <a:p>
            <a:pPr marL="0" indent="0">
              <a:buNone/>
            </a:pPr>
            <a:r>
              <a:rPr lang="en-US" sz="800" dirty="0"/>
              <a:t>  category: {</a:t>
            </a:r>
          </a:p>
          <a:p>
            <a:pPr marL="0" indent="0">
              <a:buNone/>
            </a:pPr>
            <a:r>
              <a:rPr lang="en-US" sz="800" dirty="0"/>
              <a:t>    type: String,</a:t>
            </a:r>
          </a:p>
          <a:p>
            <a:pPr marL="0" indent="0">
              <a:buNone/>
            </a:pPr>
            <a:r>
              <a:rPr lang="en-US" sz="800" dirty="0"/>
              <a:t>  },</a:t>
            </a:r>
          </a:p>
          <a:p>
            <a:pPr marL="0" indent="0">
              <a:buNone/>
            </a:pPr>
            <a:r>
              <a:rPr lang="en-US" sz="800" dirty="0"/>
              <a:t>  quantity: {</a:t>
            </a:r>
          </a:p>
          <a:p>
            <a:pPr marL="0" indent="0">
              <a:buNone/>
            </a:pPr>
            <a:r>
              <a:rPr lang="en-US" sz="800" dirty="0"/>
              <a:t>    type: Number,</a:t>
            </a:r>
          </a:p>
          <a:p>
            <a:pPr marL="0" indent="0">
              <a:buNone/>
            </a:pPr>
            <a:r>
              <a:rPr lang="en-US" sz="800" dirty="0"/>
              <a:t>    required: "Quantity is required",</a:t>
            </a:r>
          </a:p>
          <a:p>
            <a:pPr marL="0" indent="0">
              <a:buNone/>
            </a:pPr>
            <a:r>
              <a:rPr lang="en-US" sz="800" dirty="0"/>
              <a:t>  },</a:t>
            </a:r>
          </a:p>
          <a:p>
            <a:pPr marL="0" indent="0">
              <a:buNone/>
            </a:pPr>
            <a:r>
              <a:rPr lang="en-US" sz="800" dirty="0"/>
              <a:t>  price: {</a:t>
            </a:r>
          </a:p>
          <a:p>
            <a:pPr marL="0" indent="0">
              <a:buNone/>
            </a:pPr>
            <a:r>
              <a:rPr lang="en-US" sz="800" dirty="0"/>
              <a:t>    type: Number,</a:t>
            </a:r>
          </a:p>
          <a:p>
            <a:pPr marL="0" indent="0">
              <a:buNone/>
            </a:pPr>
            <a:r>
              <a:rPr lang="en-US" sz="800" dirty="0"/>
              <a:t>    required: "Price is required",</a:t>
            </a:r>
          </a:p>
          <a:p>
            <a:pPr marL="0" indent="0">
              <a:buNone/>
            </a:pPr>
            <a:r>
              <a:rPr lang="en-US" sz="800" dirty="0"/>
              <a:t>  },</a:t>
            </a:r>
          </a:p>
          <a:p>
            <a:pPr marL="0" indent="0">
              <a:buNone/>
            </a:pPr>
            <a:r>
              <a:rPr lang="en-US" sz="800" dirty="0"/>
              <a:t>  updated: Date,</a:t>
            </a:r>
          </a:p>
          <a:p>
            <a:pPr marL="0" indent="0">
              <a:buNone/>
            </a:pPr>
            <a:r>
              <a:rPr lang="en-US" sz="800" dirty="0"/>
              <a:t>  created: {</a:t>
            </a:r>
          </a:p>
          <a:p>
            <a:pPr marL="0" indent="0">
              <a:buNone/>
            </a:pPr>
            <a:r>
              <a:rPr lang="en-US" sz="800" dirty="0"/>
              <a:t>    type: Date,</a:t>
            </a:r>
          </a:p>
          <a:p>
            <a:pPr marL="0" indent="0">
              <a:buNone/>
            </a:pPr>
            <a:r>
              <a:rPr lang="en-US" sz="800" dirty="0"/>
              <a:t>    default: </a:t>
            </a:r>
            <a:r>
              <a:rPr lang="en-US" sz="800" dirty="0" err="1"/>
              <a:t>Date.now</a:t>
            </a:r>
            <a:r>
              <a:rPr lang="en-US" sz="800" dirty="0"/>
              <a:t>,</a:t>
            </a:r>
          </a:p>
          <a:p>
            <a:pPr marL="0" indent="0">
              <a:buNone/>
            </a:pPr>
            <a:r>
              <a:rPr lang="en-US" sz="800" dirty="0"/>
              <a:t>  },</a:t>
            </a:r>
          </a:p>
          <a:p>
            <a:pPr marL="0" indent="0">
              <a:buNone/>
            </a:pPr>
            <a:r>
              <a:rPr lang="en-US" sz="800" dirty="0"/>
              <a:t>  shop: { type: </a:t>
            </a:r>
            <a:r>
              <a:rPr lang="en-US" sz="800" dirty="0" err="1"/>
              <a:t>mongoose.Schema.ObjectId</a:t>
            </a:r>
            <a:r>
              <a:rPr lang="en-US" sz="800" dirty="0"/>
              <a:t>, ref: "Shop" },</a:t>
            </a:r>
          </a:p>
          <a:p>
            <a:pPr marL="0" indent="0">
              <a:buNone/>
            </a:pPr>
            <a:r>
              <a:rPr lang="en-US" sz="800" dirty="0"/>
              <a:t>});</a:t>
            </a:r>
          </a:p>
          <a:p>
            <a:pPr marL="0" indent="0">
              <a:buNone/>
            </a:pPr>
            <a:br>
              <a:rPr lang="en-US" sz="800" dirty="0"/>
            </a:br>
            <a:endParaRPr lang="en-US" sz="800" dirty="0"/>
          </a:p>
          <a:p>
            <a:pPr marL="0" indent="0">
              <a:buNone/>
            </a:pPr>
            <a:r>
              <a:rPr lang="en-US" sz="800" dirty="0"/>
              <a:t>export default </a:t>
            </a:r>
            <a:r>
              <a:rPr lang="en-US" sz="800" dirty="0" err="1"/>
              <a:t>mongoose.model</a:t>
            </a:r>
            <a:r>
              <a:rPr lang="en-US" sz="800" dirty="0"/>
              <a:t>("Product", </a:t>
            </a:r>
            <a:r>
              <a:rPr lang="en-US" sz="800" dirty="0" err="1"/>
              <a:t>ProductSchema</a:t>
            </a:r>
            <a:r>
              <a:rPr lang="en-US" sz="800" dirty="0"/>
              <a:t>);</a:t>
            </a:r>
          </a:p>
          <a:p>
            <a:pPr marL="0" indent="0">
              <a:buNone/>
            </a:pPr>
            <a:endParaRPr lang="en-US" sz="800" dirty="0"/>
          </a:p>
        </p:txBody>
      </p:sp>
      <p:sp>
        <p:nvSpPr>
          <p:cNvPr id="4" name="Date Placeholder 3">
            <a:extLst>
              <a:ext uri="{FF2B5EF4-FFF2-40B4-BE49-F238E27FC236}">
                <a16:creationId xmlns:a16="http://schemas.microsoft.com/office/drawing/2014/main" id="{2C7C2273-0C97-7AED-5E2A-0C4F30036F6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88FA2FD-3140-9B7D-5CB8-A9BBCE79D80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B48EFDA-5546-2C6C-DCA9-6DB70CE39126}"/>
              </a:ext>
            </a:extLst>
          </p:cNvPr>
          <p:cNvSpPr>
            <a:spLocks noGrp="1"/>
          </p:cNvSpPr>
          <p:nvPr>
            <p:ph type="sldNum" sz="quarter" idx="12"/>
          </p:nvPr>
        </p:nvSpPr>
        <p:spPr/>
        <p:txBody>
          <a:bodyPr/>
          <a:lstStyle/>
          <a:p>
            <a:fld id="{7C5CF243-786F-4254-B068-4C9F0B6EA12F}" type="slidenum">
              <a:rPr lang="en-US" altLang="en-US" smtClean="0"/>
              <a:pPr/>
              <a:t>78</a:t>
            </a:fld>
            <a:endParaRPr lang="en-US" altLang="en-US"/>
          </a:p>
        </p:txBody>
      </p:sp>
    </p:spTree>
    <p:extLst>
      <p:ext uri="{BB962C8B-B14F-4D97-AF65-F5344CB8AC3E}">
        <p14:creationId xmlns:p14="http://schemas.microsoft.com/office/powerpoint/2010/main" val="23643697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76977-38AF-F342-E487-5E8B58301984}"/>
              </a:ext>
            </a:extLst>
          </p:cNvPr>
          <p:cNvSpPr>
            <a:spLocks noGrp="1"/>
          </p:cNvSpPr>
          <p:nvPr>
            <p:ph type="title"/>
          </p:nvPr>
        </p:nvSpPr>
        <p:spPr/>
        <p:txBody>
          <a:bodyPr/>
          <a:lstStyle/>
          <a:p>
            <a:br>
              <a:rPr lang="en-US" dirty="0"/>
            </a:br>
            <a:r>
              <a:rPr lang="en-US" sz="3400" dirty="0"/>
              <a:t>Server/controllers/product.controller.js</a:t>
            </a:r>
          </a:p>
        </p:txBody>
      </p:sp>
      <p:sp>
        <p:nvSpPr>
          <p:cNvPr id="3" name="Content Placeholder 2">
            <a:extLst>
              <a:ext uri="{FF2B5EF4-FFF2-40B4-BE49-F238E27FC236}">
                <a16:creationId xmlns:a16="http://schemas.microsoft.com/office/drawing/2014/main" id="{533E5F79-3B5D-8434-D0E6-1C54F079909C}"/>
              </a:ext>
            </a:extLst>
          </p:cNvPr>
          <p:cNvSpPr>
            <a:spLocks noGrp="1"/>
          </p:cNvSpPr>
          <p:nvPr>
            <p:ph idx="1"/>
          </p:nvPr>
        </p:nvSpPr>
        <p:spPr/>
        <p:txBody>
          <a:bodyPr/>
          <a:lstStyle/>
          <a:p>
            <a:pPr marL="0" indent="0">
              <a:buNone/>
            </a:pPr>
            <a:r>
              <a:rPr lang="en-US" sz="210" dirty="0"/>
              <a:t>import Product from "../models/product.model.js";</a:t>
            </a:r>
          </a:p>
          <a:p>
            <a:pPr marL="0" indent="0">
              <a:buNone/>
            </a:pPr>
            <a:r>
              <a:rPr lang="en-US" sz="210" dirty="0"/>
              <a:t>import extend from "</a:t>
            </a:r>
            <a:r>
              <a:rPr lang="en-US" sz="210" dirty="0" err="1"/>
              <a:t>lodash</a:t>
            </a:r>
            <a:r>
              <a:rPr lang="en-US" sz="210" dirty="0"/>
              <a:t>/extend.js";</a:t>
            </a:r>
          </a:p>
          <a:p>
            <a:pPr marL="0" indent="0">
              <a:buNone/>
            </a:pPr>
            <a:r>
              <a:rPr lang="en-US" sz="210" dirty="0"/>
              <a:t>import </a:t>
            </a:r>
            <a:r>
              <a:rPr lang="en-US" sz="210" dirty="0" err="1"/>
              <a:t>errorHandler</a:t>
            </a:r>
            <a:r>
              <a:rPr lang="en-US" sz="210" dirty="0"/>
              <a:t> from "../helpers/dbErrorHandler.js";</a:t>
            </a:r>
          </a:p>
          <a:p>
            <a:pPr marL="0" indent="0">
              <a:buNone/>
            </a:pPr>
            <a:r>
              <a:rPr lang="en-US" sz="210" dirty="0"/>
              <a:t>import formidable from "formidable";</a:t>
            </a:r>
          </a:p>
          <a:p>
            <a:pPr marL="0" indent="0">
              <a:buNone/>
            </a:pPr>
            <a:r>
              <a:rPr lang="en-US" sz="210" dirty="0"/>
              <a:t>import fs from "fs";</a:t>
            </a:r>
          </a:p>
          <a:p>
            <a:pPr marL="0" indent="0">
              <a:buNone/>
            </a:pPr>
            <a:br>
              <a:rPr lang="en-US" sz="210" dirty="0"/>
            </a:br>
            <a:endParaRPr lang="en-US" sz="210" dirty="0"/>
          </a:p>
          <a:p>
            <a:pPr marL="0" indent="0">
              <a:buNone/>
            </a:pPr>
            <a:r>
              <a:rPr lang="en-US" sz="210" dirty="0"/>
              <a:t>const create = (req, res, next) =&gt; {</a:t>
            </a:r>
          </a:p>
          <a:p>
            <a:pPr marL="0" indent="0">
              <a:buNone/>
            </a:pPr>
            <a:r>
              <a:rPr lang="en-US" sz="210" dirty="0"/>
              <a:t>  let form = formidable({ </a:t>
            </a:r>
            <a:r>
              <a:rPr lang="en-US" sz="210" dirty="0" err="1"/>
              <a:t>keepExtensions</a:t>
            </a:r>
            <a:r>
              <a:rPr lang="en-US" sz="210" dirty="0"/>
              <a:t>: true });</a:t>
            </a:r>
          </a:p>
          <a:p>
            <a:pPr marL="0" indent="0">
              <a:buNone/>
            </a:pPr>
            <a:r>
              <a:rPr lang="en-US" sz="210" dirty="0"/>
              <a:t>  </a:t>
            </a:r>
            <a:r>
              <a:rPr lang="en-US" sz="210" dirty="0" err="1"/>
              <a:t>form.parse</a:t>
            </a:r>
            <a:r>
              <a:rPr lang="en-US" sz="210" dirty="0"/>
              <a:t>(req, async (err, fields, files) =&gt; {</a:t>
            </a:r>
          </a:p>
          <a:p>
            <a:pPr marL="0" indent="0">
              <a:buNone/>
            </a:pPr>
            <a:r>
              <a:rPr lang="en-US" sz="210" dirty="0"/>
              <a:t>    if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message: "Image could not be uploaded",</a:t>
            </a:r>
          </a:p>
          <a:p>
            <a:pPr marL="0" indent="0">
              <a:buNone/>
            </a:pPr>
            <a:r>
              <a:rPr lang="en-US" sz="210" dirty="0"/>
              <a:t>      });</a:t>
            </a:r>
          </a:p>
          <a:p>
            <a:pPr marL="0" indent="0">
              <a:buNone/>
            </a:pPr>
            <a:r>
              <a:rPr lang="en-US" sz="210" dirty="0"/>
              <a:t>    }</a:t>
            </a:r>
          </a:p>
          <a:p>
            <a:pPr marL="0" indent="0">
              <a:buNone/>
            </a:pPr>
            <a:r>
              <a:rPr lang="en-US" sz="210" dirty="0"/>
              <a:t>    </a:t>
            </a:r>
            <a:r>
              <a:rPr lang="en-US" sz="210" dirty="0" err="1"/>
              <a:t>Object.keys</a:t>
            </a:r>
            <a:r>
              <a:rPr lang="en-US" sz="210" dirty="0"/>
              <a:t>(fields).</a:t>
            </a:r>
            <a:r>
              <a:rPr lang="en-US" sz="210" dirty="0" err="1"/>
              <a:t>forEach</a:t>
            </a:r>
            <a:r>
              <a:rPr lang="en-US" sz="210" dirty="0"/>
              <a:t>((key) =&gt; (fields[key] = fields[key][0]));</a:t>
            </a:r>
          </a:p>
          <a:p>
            <a:pPr marL="0" indent="0">
              <a:buNone/>
            </a:pPr>
            <a:r>
              <a:rPr lang="en-US" sz="210" dirty="0"/>
              <a:t>    </a:t>
            </a:r>
            <a:r>
              <a:rPr lang="en-US" sz="210" dirty="0" err="1"/>
              <a:t>Object.keys</a:t>
            </a:r>
            <a:r>
              <a:rPr lang="en-US" sz="210" dirty="0"/>
              <a:t>(files).</a:t>
            </a:r>
            <a:r>
              <a:rPr lang="en-US" sz="210" dirty="0" err="1"/>
              <a:t>forEach</a:t>
            </a:r>
            <a:r>
              <a:rPr lang="en-US" sz="210" dirty="0"/>
              <a:t>((key) =&gt; (files[key] = files[key][0]));</a:t>
            </a:r>
          </a:p>
          <a:p>
            <a:pPr marL="0" indent="0">
              <a:buNone/>
            </a:pPr>
            <a:r>
              <a:rPr lang="en-US" sz="210" dirty="0"/>
              <a:t>    let product = new Product(fields);</a:t>
            </a:r>
          </a:p>
          <a:p>
            <a:pPr marL="0" indent="0">
              <a:buNone/>
            </a:pPr>
            <a:r>
              <a:rPr lang="en-US" sz="210" dirty="0"/>
              <a:t>    </a:t>
            </a:r>
            <a:r>
              <a:rPr lang="en-US" sz="210" dirty="0" err="1"/>
              <a:t>product.shop</a:t>
            </a:r>
            <a:r>
              <a:rPr lang="en-US" sz="210" dirty="0"/>
              <a:t> = </a:t>
            </a:r>
            <a:r>
              <a:rPr lang="en-US" sz="210" dirty="0" err="1"/>
              <a:t>req.shop</a:t>
            </a:r>
            <a:r>
              <a:rPr lang="en-US" sz="210" dirty="0"/>
              <a:t>;</a:t>
            </a:r>
          </a:p>
          <a:p>
            <a:pPr marL="0" indent="0">
              <a:buNone/>
            </a:pPr>
            <a:r>
              <a:rPr lang="en-US" sz="210" dirty="0"/>
              <a:t>    if (</a:t>
            </a:r>
            <a:r>
              <a:rPr lang="en-US" sz="210" dirty="0" err="1"/>
              <a:t>files.image</a:t>
            </a:r>
            <a:r>
              <a:rPr lang="en-US" sz="210" dirty="0"/>
              <a:t>) {</a:t>
            </a:r>
          </a:p>
          <a:p>
            <a:pPr marL="0" indent="0">
              <a:buNone/>
            </a:pPr>
            <a:r>
              <a:rPr lang="en-US" sz="210" dirty="0"/>
              <a:t>      </a:t>
            </a:r>
            <a:r>
              <a:rPr lang="en-US" sz="210" dirty="0" err="1"/>
              <a:t>product.image.data</a:t>
            </a:r>
            <a:r>
              <a:rPr lang="en-US" sz="210" dirty="0"/>
              <a:t> = </a:t>
            </a:r>
            <a:r>
              <a:rPr lang="en-US" sz="210" dirty="0" err="1"/>
              <a:t>fs.readFileSync</a:t>
            </a:r>
            <a:r>
              <a:rPr lang="en-US" sz="210" dirty="0"/>
              <a:t>(</a:t>
            </a:r>
            <a:r>
              <a:rPr lang="en-US" sz="210" dirty="0" err="1"/>
              <a:t>files.image.filepath</a:t>
            </a:r>
            <a:r>
              <a:rPr lang="en-US" sz="210" dirty="0"/>
              <a:t>);</a:t>
            </a:r>
          </a:p>
          <a:p>
            <a:pPr marL="0" indent="0">
              <a:buNone/>
            </a:pPr>
            <a:r>
              <a:rPr lang="en-US" sz="210" dirty="0"/>
              <a:t>      </a:t>
            </a:r>
            <a:r>
              <a:rPr lang="en-US" sz="210" dirty="0" err="1"/>
              <a:t>product.image.contentType</a:t>
            </a:r>
            <a:r>
              <a:rPr lang="en-US" sz="210" dirty="0"/>
              <a:t> = </a:t>
            </a:r>
            <a:r>
              <a:rPr lang="en-US" sz="210" dirty="0" err="1"/>
              <a:t>files.image.mimetype</a:t>
            </a:r>
            <a:r>
              <a:rPr lang="en-US" sz="210" dirty="0"/>
              <a:t>;</a:t>
            </a:r>
          </a:p>
          <a:p>
            <a:pPr marL="0" indent="0">
              <a:buNone/>
            </a:pPr>
            <a:r>
              <a:rPr lang="en-US" sz="210" dirty="0"/>
              <a:t>    }</a:t>
            </a:r>
          </a:p>
          <a:p>
            <a:pPr marL="0" indent="0">
              <a:buNone/>
            </a:pPr>
            <a:r>
              <a:rPr lang="en-US" sz="210" dirty="0"/>
              <a:t>    try {</a:t>
            </a:r>
          </a:p>
          <a:p>
            <a:pPr marL="0" indent="0">
              <a:buNone/>
            </a:pPr>
            <a:r>
              <a:rPr lang="en-US" sz="210" dirty="0"/>
              <a:t>      let result = await </a:t>
            </a:r>
            <a:r>
              <a:rPr lang="en-US" sz="210" dirty="0" err="1"/>
              <a:t>product.save</a:t>
            </a:r>
            <a:r>
              <a:rPr lang="en-US" sz="210" dirty="0"/>
              <a:t>();</a:t>
            </a:r>
          </a:p>
          <a:p>
            <a:pPr marL="0" indent="0">
              <a:buNone/>
            </a:pPr>
            <a:r>
              <a:rPr lang="en-US" sz="210" dirty="0"/>
              <a:t>      </a:t>
            </a:r>
            <a:r>
              <a:rPr lang="en-US" sz="210" dirty="0" err="1"/>
              <a:t>res.json</a:t>
            </a:r>
            <a:r>
              <a:rPr lang="en-US" sz="210" dirty="0"/>
              <a:t>(result);</a:t>
            </a:r>
          </a:p>
          <a:p>
            <a:pPr marL="0" indent="0">
              <a:buNone/>
            </a:pPr>
            <a:r>
              <a:rPr lang="en-US" sz="210" dirty="0"/>
              <a:t>    } catch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a:t>
            </a:r>
            <a:r>
              <a:rPr lang="en-US" sz="210" dirty="0" err="1"/>
              <a:t>errorHandler.getErrorMessage</a:t>
            </a:r>
            <a:r>
              <a:rPr lang="en-US" sz="210" dirty="0"/>
              <a:t>(err),</a:t>
            </a:r>
          </a:p>
          <a:p>
            <a:pPr marL="0" indent="0">
              <a:buNone/>
            </a:pPr>
            <a:r>
              <a:rPr lang="en-US" sz="210" dirty="0"/>
              <a:t>      });</a:t>
            </a:r>
          </a:p>
          <a:p>
            <a:pPr marL="0" indent="0">
              <a:buNone/>
            </a:pPr>
            <a:r>
              <a:rPr lang="en-US" sz="210" dirty="0"/>
              <a:t>    }</a:t>
            </a:r>
          </a:p>
          <a:p>
            <a:pPr marL="0" indent="0">
              <a:buNone/>
            </a:pPr>
            <a:r>
              <a:rPr lang="en-US" sz="210" dirty="0"/>
              <a:t>  });</a:t>
            </a:r>
          </a:p>
          <a:p>
            <a:pPr marL="0" indent="0">
              <a:buNone/>
            </a:pPr>
            <a:r>
              <a:rPr lang="en-US" sz="210" dirty="0"/>
              <a:t>};</a:t>
            </a:r>
          </a:p>
          <a:p>
            <a:pPr marL="0" indent="0">
              <a:buNone/>
            </a:pPr>
            <a:br>
              <a:rPr lang="en-US" sz="210" dirty="0"/>
            </a:br>
            <a:endParaRPr lang="en-US" sz="210" dirty="0"/>
          </a:p>
          <a:p>
            <a:pPr marL="0" indent="0">
              <a:buNone/>
            </a:pPr>
            <a:r>
              <a:rPr lang="en-US" sz="210" dirty="0"/>
              <a:t>const </a:t>
            </a:r>
            <a:r>
              <a:rPr lang="en-US" sz="210" dirty="0" err="1"/>
              <a:t>productByID</a:t>
            </a:r>
            <a:r>
              <a:rPr lang="en-US" sz="210" dirty="0"/>
              <a:t> = async (req, res, next, id) =&gt; {</a:t>
            </a:r>
          </a:p>
          <a:p>
            <a:pPr marL="0" indent="0">
              <a:buNone/>
            </a:pPr>
            <a:r>
              <a:rPr lang="en-US" sz="210" dirty="0"/>
              <a:t>  try {</a:t>
            </a:r>
          </a:p>
          <a:p>
            <a:pPr marL="0" indent="0">
              <a:buNone/>
            </a:pPr>
            <a:r>
              <a:rPr lang="en-US" sz="210" dirty="0"/>
              <a:t>    let product = await </a:t>
            </a:r>
            <a:r>
              <a:rPr lang="en-US" sz="210" dirty="0" err="1"/>
              <a:t>Product.findById</a:t>
            </a:r>
            <a:r>
              <a:rPr lang="en-US" sz="210" dirty="0"/>
              <a:t>(id)</a:t>
            </a:r>
          </a:p>
          <a:p>
            <a:pPr marL="0" indent="0">
              <a:buNone/>
            </a:pPr>
            <a:r>
              <a:rPr lang="en-US" sz="210" dirty="0"/>
              <a:t>      .populate("shop", "_id name")</a:t>
            </a:r>
          </a:p>
          <a:p>
            <a:pPr marL="0" indent="0">
              <a:buNone/>
            </a:pPr>
            <a:r>
              <a:rPr lang="en-US" sz="210" dirty="0"/>
              <a:t>      .exec();</a:t>
            </a:r>
          </a:p>
          <a:p>
            <a:pPr marL="0" indent="0">
              <a:buNone/>
            </a:pPr>
            <a:r>
              <a:rPr lang="en-US" sz="210" dirty="0"/>
              <a:t>    if (!product)</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"Product not found",</a:t>
            </a:r>
          </a:p>
          <a:p>
            <a:pPr marL="0" indent="0">
              <a:buNone/>
            </a:pPr>
            <a:r>
              <a:rPr lang="en-US" sz="210" dirty="0"/>
              <a:t>      });</a:t>
            </a:r>
          </a:p>
          <a:p>
            <a:pPr marL="0" indent="0">
              <a:buNone/>
            </a:pPr>
            <a:r>
              <a:rPr lang="en-US" sz="210" dirty="0"/>
              <a:t>    </a:t>
            </a:r>
            <a:r>
              <a:rPr lang="en-US" sz="210" dirty="0" err="1"/>
              <a:t>req.product</a:t>
            </a:r>
            <a:r>
              <a:rPr lang="en-US" sz="210" dirty="0"/>
              <a:t> = product;</a:t>
            </a:r>
          </a:p>
          <a:p>
            <a:pPr marL="0" indent="0">
              <a:buNone/>
            </a:pPr>
            <a:r>
              <a:rPr lang="en-US" sz="210" dirty="0"/>
              <a:t>    next();</a:t>
            </a:r>
          </a:p>
          <a:p>
            <a:pPr marL="0" indent="0">
              <a:buNone/>
            </a:pPr>
            <a:r>
              <a:rPr lang="en-US" sz="210" dirty="0"/>
              <a:t>  } catch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"Could not retrieve product",</a:t>
            </a:r>
          </a:p>
          <a:p>
            <a:pPr marL="0" indent="0">
              <a:buNone/>
            </a:pPr>
            <a:r>
              <a:rPr lang="en-US" sz="210" dirty="0"/>
              <a:t>    });</a:t>
            </a:r>
          </a:p>
          <a:p>
            <a:pPr marL="0" indent="0">
              <a:buNone/>
            </a:pPr>
            <a:r>
              <a:rPr lang="en-US" sz="210" dirty="0"/>
              <a:t>  }</a:t>
            </a:r>
          </a:p>
          <a:p>
            <a:pPr marL="0" indent="0">
              <a:buNone/>
            </a:pPr>
            <a:r>
              <a:rPr lang="en-US" sz="210" dirty="0"/>
              <a:t>};</a:t>
            </a:r>
          </a:p>
          <a:p>
            <a:pPr marL="0" indent="0">
              <a:buNone/>
            </a:pPr>
            <a:br>
              <a:rPr lang="en-US" sz="210" dirty="0"/>
            </a:br>
            <a:endParaRPr lang="en-US" sz="210" dirty="0"/>
          </a:p>
          <a:p>
            <a:pPr marL="0" indent="0">
              <a:buNone/>
            </a:pPr>
            <a:r>
              <a:rPr lang="en-US" sz="210" dirty="0"/>
              <a:t>const photo = (req, res, next) =&gt; {</a:t>
            </a:r>
          </a:p>
          <a:p>
            <a:pPr marL="0" indent="0">
              <a:buNone/>
            </a:pPr>
            <a:r>
              <a:rPr lang="en-US" sz="210" dirty="0"/>
              <a:t>  if (</a:t>
            </a:r>
            <a:r>
              <a:rPr lang="en-US" sz="210" dirty="0" err="1"/>
              <a:t>req.product.image.data</a:t>
            </a:r>
            <a:r>
              <a:rPr lang="en-US" sz="210" dirty="0"/>
              <a:t>) {</a:t>
            </a:r>
          </a:p>
          <a:p>
            <a:pPr marL="0" indent="0">
              <a:buNone/>
            </a:pPr>
            <a:r>
              <a:rPr lang="en-US" sz="210" dirty="0"/>
              <a:t>    </a:t>
            </a:r>
            <a:r>
              <a:rPr lang="en-US" sz="210" dirty="0" err="1"/>
              <a:t>res.set</a:t>
            </a:r>
            <a:r>
              <a:rPr lang="en-US" sz="210" dirty="0"/>
              <a:t>("Content-Type", </a:t>
            </a:r>
            <a:r>
              <a:rPr lang="en-US" sz="210" dirty="0" err="1"/>
              <a:t>req.product.image.contentType</a:t>
            </a:r>
            <a:r>
              <a:rPr lang="en-US" sz="210" dirty="0"/>
              <a:t>);</a:t>
            </a:r>
          </a:p>
          <a:p>
            <a:pPr marL="0" indent="0">
              <a:buNone/>
            </a:pPr>
            <a:r>
              <a:rPr lang="en-US" sz="210" dirty="0"/>
              <a:t>    return </a:t>
            </a:r>
            <a:r>
              <a:rPr lang="en-US" sz="210" dirty="0" err="1"/>
              <a:t>res.send</a:t>
            </a:r>
            <a:r>
              <a:rPr lang="en-US" sz="210" dirty="0"/>
              <a:t>(</a:t>
            </a:r>
            <a:r>
              <a:rPr lang="en-US" sz="210" dirty="0" err="1"/>
              <a:t>req.product.image.data</a:t>
            </a:r>
            <a:r>
              <a:rPr lang="en-US" sz="210" dirty="0"/>
              <a:t>);</a:t>
            </a:r>
          </a:p>
          <a:p>
            <a:pPr marL="0" indent="0">
              <a:buNone/>
            </a:pPr>
            <a:r>
              <a:rPr lang="en-US" sz="210" dirty="0"/>
              <a:t>  }</a:t>
            </a:r>
          </a:p>
          <a:p>
            <a:pPr marL="0" indent="0">
              <a:buNone/>
            </a:pPr>
            <a:r>
              <a:rPr lang="en-US" sz="210" dirty="0"/>
              <a:t>  next();</a:t>
            </a:r>
          </a:p>
          <a:p>
            <a:pPr marL="0" indent="0">
              <a:buNone/>
            </a:pPr>
            <a:r>
              <a:rPr lang="en-US" sz="210" dirty="0"/>
              <a:t>};</a:t>
            </a:r>
          </a:p>
          <a:p>
            <a:pPr marL="0" indent="0">
              <a:buNone/>
            </a:pPr>
            <a:r>
              <a:rPr lang="en-US" sz="210" dirty="0"/>
              <a:t>const </a:t>
            </a:r>
            <a:r>
              <a:rPr lang="en-US" sz="210" dirty="0" err="1"/>
              <a:t>defaultPhoto</a:t>
            </a:r>
            <a:r>
              <a:rPr lang="en-US" sz="210" dirty="0"/>
              <a:t> = (req, res) =&gt; {</a:t>
            </a:r>
          </a:p>
          <a:p>
            <a:pPr marL="0" indent="0">
              <a:buNone/>
            </a:pPr>
            <a:r>
              <a:rPr lang="en-US" sz="210" dirty="0"/>
              <a:t>  return null;</a:t>
            </a:r>
          </a:p>
          <a:p>
            <a:pPr marL="0" indent="0">
              <a:buNone/>
            </a:pPr>
            <a:r>
              <a:rPr lang="en-US" sz="210" dirty="0"/>
              <a:t>};</a:t>
            </a:r>
          </a:p>
          <a:p>
            <a:pPr marL="0" indent="0">
              <a:buNone/>
            </a:pPr>
            <a:br>
              <a:rPr lang="en-US" sz="210" dirty="0"/>
            </a:br>
            <a:endParaRPr lang="en-US" sz="210" dirty="0"/>
          </a:p>
          <a:p>
            <a:pPr marL="0" indent="0">
              <a:buNone/>
            </a:pPr>
            <a:r>
              <a:rPr lang="en-US" sz="210" dirty="0"/>
              <a:t>const read = (req, res) =&gt; {</a:t>
            </a:r>
          </a:p>
          <a:p>
            <a:pPr marL="0" indent="0">
              <a:buNone/>
            </a:pPr>
            <a:r>
              <a:rPr lang="en-US" sz="210" dirty="0"/>
              <a:t>  </a:t>
            </a:r>
            <a:r>
              <a:rPr lang="en-US" sz="210" dirty="0" err="1"/>
              <a:t>req.product.image</a:t>
            </a:r>
            <a:r>
              <a:rPr lang="en-US" sz="210" dirty="0"/>
              <a:t> = undefined;</a:t>
            </a:r>
          </a:p>
          <a:p>
            <a:pPr marL="0" indent="0">
              <a:buNone/>
            </a:pPr>
            <a:r>
              <a:rPr lang="en-US" sz="210" dirty="0"/>
              <a:t>  return </a:t>
            </a:r>
            <a:r>
              <a:rPr lang="en-US" sz="210" dirty="0" err="1"/>
              <a:t>res.json</a:t>
            </a:r>
            <a:r>
              <a:rPr lang="en-US" sz="210" dirty="0"/>
              <a:t>(</a:t>
            </a:r>
            <a:r>
              <a:rPr lang="en-US" sz="210" dirty="0" err="1"/>
              <a:t>req.product</a:t>
            </a:r>
            <a:r>
              <a:rPr lang="en-US" sz="210" dirty="0"/>
              <a:t>);</a:t>
            </a:r>
          </a:p>
          <a:p>
            <a:pPr marL="0" indent="0">
              <a:buNone/>
            </a:pPr>
            <a:r>
              <a:rPr lang="en-US" sz="210" dirty="0"/>
              <a:t>};</a:t>
            </a:r>
          </a:p>
          <a:p>
            <a:pPr marL="0" indent="0">
              <a:buNone/>
            </a:pPr>
            <a:br>
              <a:rPr lang="en-US" sz="210" dirty="0"/>
            </a:br>
            <a:endParaRPr lang="en-US" sz="210" dirty="0"/>
          </a:p>
          <a:p>
            <a:pPr marL="0" indent="0">
              <a:buNone/>
            </a:pPr>
            <a:r>
              <a:rPr lang="en-US" sz="210" dirty="0"/>
              <a:t>const update = (req, res) =&gt; {</a:t>
            </a:r>
          </a:p>
          <a:p>
            <a:pPr marL="0" indent="0">
              <a:buNone/>
            </a:pPr>
            <a:r>
              <a:rPr lang="en-US" sz="210" dirty="0"/>
              <a:t>  let form = formidable({ </a:t>
            </a:r>
            <a:r>
              <a:rPr lang="en-US" sz="210" dirty="0" err="1"/>
              <a:t>keepExtensions</a:t>
            </a:r>
            <a:r>
              <a:rPr lang="en-US" sz="210" dirty="0"/>
              <a:t>: true });</a:t>
            </a:r>
          </a:p>
          <a:p>
            <a:pPr marL="0" indent="0">
              <a:buNone/>
            </a:pPr>
            <a:r>
              <a:rPr lang="en-US" sz="210" dirty="0"/>
              <a:t>  </a:t>
            </a:r>
            <a:r>
              <a:rPr lang="en-US" sz="210" dirty="0" err="1"/>
              <a:t>form.parse</a:t>
            </a:r>
            <a:r>
              <a:rPr lang="en-US" sz="210" dirty="0"/>
              <a:t>(req, async (err, fields, files) =&gt; {</a:t>
            </a:r>
          </a:p>
          <a:p>
            <a:pPr marL="0" indent="0">
              <a:buNone/>
            </a:pPr>
            <a:r>
              <a:rPr lang="en-US" sz="210" dirty="0"/>
              <a:t>    if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message: "Photo could not be uploaded",</a:t>
            </a:r>
          </a:p>
          <a:p>
            <a:pPr marL="0" indent="0">
              <a:buNone/>
            </a:pPr>
            <a:r>
              <a:rPr lang="en-US" sz="210" dirty="0"/>
              <a:t>      });</a:t>
            </a:r>
          </a:p>
          <a:p>
            <a:pPr marL="0" indent="0">
              <a:buNone/>
            </a:pPr>
            <a:r>
              <a:rPr lang="en-US" sz="210" dirty="0"/>
              <a:t>    }</a:t>
            </a:r>
          </a:p>
          <a:p>
            <a:pPr marL="0" indent="0">
              <a:buNone/>
            </a:pPr>
            <a:r>
              <a:rPr lang="en-US" sz="210" dirty="0"/>
              <a:t>    </a:t>
            </a:r>
            <a:r>
              <a:rPr lang="en-US" sz="210" dirty="0" err="1"/>
              <a:t>Object.keys</a:t>
            </a:r>
            <a:r>
              <a:rPr lang="en-US" sz="210" dirty="0"/>
              <a:t>(fields).</a:t>
            </a:r>
            <a:r>
              <a:rPr lang="en-US" sz="210" dirty="0" err="1"/>
              <a:t>forEach</a:t>
            </a:r>
            <a:r>
              <a:rPr lang="en-US" sz="210" dirty="0"/>
              <a:t>((key) =&gt; (fields[key] = fields[key][0]));</a:t>
            </a:r>
          </a:p>
          <a:p>
            <a:pPr marL="0" indent="0">
              <a:buNone/>
            </a:pPr>
            <a:r>
              <a:rPr lang="en-US" sz="210" dirty="0"/>
              <a:t>    </a:t>
            </a:r>
            <a:r>
              <a:rPr lang="en-US" sz="210" dirty="0" err="1"/>
              <a:t>Object.keys</a:t>
            </a:r>
            <a:r>
              <a:rPr lang="en-US" sz="210" dirty="0"/>
              <a:t>(files).</a:t>
            </a:r>
            <a:r>
              <a:rPr lang="en-US" sz="210" dirty="0" err="1"/>
              <a:t>forEach</a:t>
            </a:r>
            <a:r>
              <a:rPr lang="en-US" sz="210" dirty="0"/>
              <a:t>((key) =&gt; (files[key] = files[key][0]));</a:t>
            </a:r>
          </a:p>
          <a:p>
            <a:pPr marL="0" indent="0">
              <a:buNone/>
            </a:pPr>
            <a:r>
              <a:rPr lang="en-US" sz="210" dirty="0"/>
              <a:t>    let product = </a:t>
            </a:r>
            <a:r>
              <a:rPr lang="en-US" sz="210" dirty="0" err="1"/>
              <a:t>req.product</a:t>
            </a:r>
            <a:r>
              <a:rPr lang="en-US" sz="210" dirty="0"/>
              <a:t>;</a:t>
            </a:r>
          </a:p>
          <a:p>
            <a:pPr marL="0" indent="0">
              <a:buNone/>
            </a:pPr>
            <a:r>
              <a:rPr lang="en-US" sz="210" dirty="0"/>
              <a:t>    product = extend(product, fields);</a:t>
            </a:r>
          </a:p>
          <a:p>
            <a:pPr marL="0" indent="0">
              <a:buNone/>
            </a:pPr>
            <a:r>
              <a:rPr lang="en-US" sz="210" dirty="0"/>
              <a:t>    </a:t>
            </a:r>
            <a:r>
              <a:rPr lang="en-US" sz="210" dirty="0" err="1"/>
              <a:t>product.updated</a:t>
            </a:r>
            <a:r>
              <a:rPr lang="en-US" sz="210" dirty="0"/>
              <a:t> = </a:t>
            </a:r>
            <a:r>
              <a:rPr lang="en-US" sz="210" dirty="0" err="1"/>
              <a:t>Date.now</a:t>
            </a:r>
            <a:r>
              <a:rPr lang="en-US" sz="210" dirty="0"/>
              <a:t>();</a:t>
            </a:r>
          </a:p>
          <a:p>
            <a:pPr marL="0" indent="0">
              <a:buNone/>
            </a:pPr>
            <a:r>
              <a:rPr lang="en-US" sz="210" dirty="0"/>
              <a:t>    if (</a:t>
            </a:r>
            <a:r>
              <a:rPr lang="en-US" sz="210" dirty="0" err="1"/>
              <a:t>files.image</a:t>
            </a:r>
            <a:r>
              <a:rPr lang="en-US" sz="210" dirty="0"/>
              <a:t>) {</a:t>
            </a:r>
          </a:p>
          <a:p>
            <a:pPr marL="0" indent="0">
              <a:buNone/>
            </a:pPr>
            <a:r>
              <a:rPr lang="en-US" sz="210" dirty="0"/>
              <a:t>      </a:t>
            </a:r>
            <a:r>
              <a:rPr lang="en-US" sz="210" dirty="0" err="1"/>
              <a:t>product.image.data</a:t>
            </a:r>
            <a:r>
              <a:rPr lang="en-US" sz="210" dirty="0"/>
              <a:t> = </a:t>
            </a:r>
            <a:r>
              <a:rPr lang="en-US" sz="210" dirty="0" err="1"/>
              <a:t>fs.readFileSync</a:t>
            </a:r>
            <a:r>
              <a:rPr lang="en-US" sz="210" dirty="0"/>
              <a:t>(</a:t>
            </a:r>
            <a:r>
              <a:rPr lang="en-US" sz="210" dirty="0" err="1"/>
              <a:t>files.image.filepath</a:t>
            </a:r>
            <a:r>
              <a:rPr lang="en-US" sz="210" dirty="0"/>
              <a:t>);</a:t>
            </a:r>
          </a:p>
          <a:p>
            <a:pPr marL="0" indent="0">
              <a:buNone/>
            </a:pPr>
            <a:r>
              <a:rPr lang="en-US" sz="210" dirty="0"/>
              <a:t>      </a:t>
            </a:r>
            <a:r>
              <a:rPr lang="en-US" sz="210" dirty="0" err="1"/>
              <a:t>product.image.contentType</a:t>
            </a:r>
            <a:r>
              <a:rPr lang="en-US" sz="210" dirty="0"/>
              <a:t> = </a:t>
            </a:r>
            <a:r>
              <a:rPr lang="en-US" sz="210" dirty="0" err="1"/>
              <a:t>files.image.mimetype</a:t>
            </a:r>
            <a:r>
              <a:rPr lang="en-US" sz="210" dirty="0"/>
              <a:t>;</a:t>
            </a:r>
          </a:p>
          <a:p>
            <a:pPr marL="0" indent="0">
              <a:buNone/>
            </a:pPr>
            <a:r>
              <a:rPr lang="en-US" sz="210" dirty="0"/>
              <a:t>    }</a:t>
            </a:r>
          </a:p>
          <a:p>
            <a:pPr marL="0" indent="0">
              <a:buNone/>
            </a:pPr>
            <a:r>
              <a:rPr lang="en-US" sz="210" dirty="0"/>
              <a:t>    try {</a:t>
            </a:r>
          </a:p>
          <a:p>
            <a:pPr marL="0" indent="0">
              <a:buNone/>
            </a:pPr>
            <a:r>
              <a:rPr lang="en-US" sz="210" dirty="0"/>
              <a:t>      let result = await </a:t>
            </a:r>
            <a:r>
              <a:rPr lang="en-US" sz="210" dirty="0" err="1"/>
              <a:t>product.save</a:t>
            </a:r>
            <a:r>
              <a:rPr lang="en-US" sz="210" dirty="0"/>
              <a:t>();</a:t>
            </a:r>
          </a:p>
          <a:p>
            <a:pPr marL="0" indent="0">
              <a:buNone/>
            </a:pPr>
            <a:r>
              <a:rPr lang="en-US" sz="210" dirty="0"/>
              <a:t>      </a:t>
            </a:r>
            <a:r>
              <a:rPr lang="en-US" sz="210" dirty="0" err="1"/>
              <a:t>res.json</a:t>
            </a:r>
            <a:r>
              <a:rPr lang="en-US" sz="210" dirty="0"/>
              <a:t>(result);</a:t>
            </a:r>
          </a:p>
          <a:p>
            <a:pPr marL="0" indent="0">
              <a:buNone/>
            </a:pPr>
            <a:r>
              <a:rPr lang="en-US" sz="210" dirty="0"/>
              <a:t>    } catch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a:t>
            </a:r>
            <a:r>
              <a:rPr lang="en-US" sz="210" dirty="0" err="1"/>
              <a:t>errorHandler.getErrorMessage</a:t>
            </a:r>
            <a:r>
              <a:rPr lang="en-US" sz="210" dirty="0"/>
              <a:t>(err),</a:t>
            </a:r>
          </a:p>
          <a:p>
            <a:pPr marL="0" indent="0">
              <a:buNone/>
            </a:pPr>
            <a:r>
              <a:rPr lang="en-US" sz="210" dirty="0"/>
              <a:t>      });</a:t>
            </a:r>
          </a:p>
          <a:p>
            <a:pPr marL="0" indent="0">
              <a:buNone/>
            </a:pPr>
            <a:r>
              <a:rPr lang="en-US" sz="210" dirty="0"/>
              <a:t>    }</a:t>
            </a:r>
          </a:p>
          <a:p>
            <a:pPr marL="0" indent="0">
              <a:buNone/>
            </a:pPr>
            <a:r>
              <a:rPr lang="en-US" sz="210" dirty="0"/>
              <a:t>  });</a:t>
            </a:r>
          </a:p>
          <a:p>
            <a:pPr marL="0" indent="0">
              <a:buNone/>
            </a:pPr>
            <a:r>
              <a:rPr lang="en-US" sz="210" dirty="0"/>
              <a:t>};</a:t>
            </a:r>
          </a:p>
          <a:p>
            <a:pPr marL="0" indent="0">
              <a:buNone/>
            </a:pPr>
            <a:br>
              <a:rPr lang="en-US" sz="210" dirty="0"/>
            </a:br>
            <a:endParaRPr lang="en-US" sz="210" dirty="0"/>
          </a:p>
          <a:p>
            <a:pPr marL="0" indent="0">
              <a:buNone/>
            </a:pPr>
            <a:r>
              <a:rPr lang="en-US" sz="210" dirty="0"/>
              <a:t>const remove = async (req, res) =&gt; {</a:t>
            </a:r>
          </a:p>
          <a:p>
            <a:pPr marL="0" indent="0">
              <a:buNone/>
            </a:pPr>
            <a:r>
              <a:rPr lang="en-US" sz="210" dirty="0"/>
              <a:t>  try {</a:t>
            </a:r>
          </a:p>
          <a:p>
            <a:pPr marL="0" indent="0">
              <a:buNone/>
            </a:pPr>
            <a:r>
              <a:rPr lang="en-US" sz="210" dirty="0"/>
              <a:t>    let product = </a:t>
            </a:r>
            <a:r>
              <a:rPr lang="en-US" sz="210" dirty="0" err="1"/>
              <a:t>req.product</a:t>
            </a:r>
            <a:r>
              <a:rPr lang="en-US" sz="210" dirty="0"/>
              <a:t>;</a:t>
            </a:r>
          </a:p>
          <a:p>
            <a:pPr marL="0" indent="0">
              <a:buNone/>
            </a:pPr>
            <a:r>
              <a:rPr lang="en-US" sz="210" dirty="0"/>
              <a:t>    let </a:t>
            </a:r>
            <a:r>
              <a:rPr lang="en-US" sz="210" dirty="0" err="1"/>
              <a:t>deletedProduct</a:t>
            </a:r>
            <a:r>
              <a:rPr lang="en-US" sz="210" dirty="0"/>
              <a:t> = await </a:t>
            </a:r>
            <a:r>
              <a:rPr lang="en-US" sz="210" dirty="0" err="1"/>
              <a:t>product.deleteOne</a:t>
            </a:r>
            <a:r>
              <a:rPr lang="en-US" sz="210" dirty="0"/>
              <a:t>({ _id: </a:t>
            </a:r>
            <a:r>
              <a:rPr lang="en-US" sz="210" dirty="0" err="1"/>
              <a:t>product._id</a:t>
            </a:r>
            <a:r>
              <a:rPr lang="en-US" sz="210" dirty="0"/>
              <a:t> });</a:t>
            </a:r>
          </a:p>
          <a:p>
            <a:pPr marL="0" indent="0">
              <a:buNone/>
            </a:pPr>
            <a:r>
              <a:rPr lang="en-US" sz="210" dirty="0"/>
              <a:t>    </a:t>
            </a:r>
            <a:r>
              <a:rPr lang="en-US" sz="210" dirty="0" err="1"/>
              <a:t>res.json</a:t>
            </a:r>
            <a:r>
              <a:rPr lang="en-US" sz="210" dirty="0"/>
              <a:t>(</a:t>
            </a:r>
            <a:r>
              <a:rPr lang="en-US" sz="210" dirty="0" err="1"/>
              <a:t>deletedProduct</a:t>
            </a:r>
            <a:r>
              <a:rPr lang="en-US" sz="210" dirty="0"/>
              <a:t>);</a:t>
            </a:r>
          </a:p>
          <a:p>
            <a:pPr marL="0" indent="0">
              <a:buNone/>
            </a:pPr>
            <a:r>
              <a:rPr lang="en-US" sz="210" dirty="0"/>
              <a:t>  } catch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a:t>
            </a:r>
            <a:r>
              <a:rPr lang="en-US" sz="210" dirty="0" err="1"/>
              <a:t>errorHandler.getErrorMessage</a:t>
            </a:r>
            <a:r>
              <a:rPr lang="en-US" sz="210" dirty="0"/>
              <a:t>(err),</a:t>
            </a:r>
          </a:p>
          <a:p>
            <a:pPr marL="0" indent="0">
              <a:buNone/>
            </a:pPr>
            <a:r>
              <a:rPr lang="en-US" sz="210" dirty="0"/>
              <a:t>    });</a:t>
            </a:r>
          </a:p>
          <a:p>
            <a:pPr marL="0" indent="0">
              <a:buNone/>
            </a:pPr>
            <a:r>
              <a:rPr lang="en-US" sz="210" dirty="0"/>
              <a:t>  }</a:t>
            </a:r>
          </a:p>
          <a:p>
            <a:pPr marL="0" indent="0">
              <a:buNone/>
            </a:pPr>
            <a:r>
              <a:rPr lang="en-US" sz="210" dirty="0"/>
              <a:t>};</a:t>
            </a:r>
          </a:p>
          <a:p>
            <a:pPr marL="0" indent="0">
              <a:buNone/>
            </a:pPr>
            <a:br>
              <a:rPr lang="en-US" sz="210" dirty="0"/>
            </a:br>
            <a:endParaRPr lang="en-US" sz="210" dirty="0"/>
          </a:p>
          <a:p>
            <a:pPr marL="0" indent="0">
              <a:buNone/>
            </a:pPr>
            <a:r>
              <a:rPr lang="en-US" sz="210" dirty="0"/>
              <a:t>const </a:t>
            </a:r>
            <a:r>
              <a:rPr lang="en-US" sz="210" dirty="0" err="1"/>
              <a:t>listByShop</a:t>
            </a:r>
            <a:r>
              <a:rPr lang="en-US" sz="210" dirty="0"/>
              <a:t> = async (req, res) =&gt; {</a:t>
            </a:r>
          </a:p>
          <a:p>
            <a:pPr marL="0" indent="0">
              <a:buNone/>
            </a:pPr>
            <a:r>
              <a:rPr lang="en-US" sz="210" dirty="0"/>
              <a:t>  try {</a:t>
            </a:r>
          </a:p>
          <a:p>
            <a:pPr marL="0" indent="0">
              <a:buNone/>
            </a:pPr>
            <a:r>
              <a:rPr lang="en-US" sz="210" dirty="0"/>
              <a:t>    let products = await </a:t>
            </a:r>
            <a:r>
              <a:rPr lang="en-US" sz="210" dirty="0" err="1"/>
              <a:t>Product.find</a:t>
            </a:r>
            <a:r>
              <a:rPr lang="en-US" sz="210" dirty="0"/>
              <a:t>({ shop: </a:t>
            </a:r>
            <a:r>
              <a:rPr lang="en-US" sz="210" dirty="0" err="1"/>
              <a:t>req.shop._id</a:t>
            </a:r>
            <a:r>
              <a:rPr lang="en-US" sz="210" dirty="0"/>
              <a:t> })</a:t>
            </a:r>
          </a:p>
          <a:p>
            <a:pPr marL="0" indent="0">
              <a:buNone/>
            </a:pPr>
            <a:r>
              <a:rPr lang="en-US" sz="210" dirty="0"/>
              <a:t>      .populate("shop", "_id name")</a:t>
            </a:r>
          </a:p>
          <a:p>
            <a:pPr marL="0" indent="0">
              <a:buNone/>
            </a:pPr>
            <a:r>
              <a:rPr lang="en-US" sz="210" dirty="0"/>
              <a:t>      .select("-image");</a:t>
            </a:r>
          </a:p>
          <a:p>
            <a:pPr marL="0" indent="0">
              <a:buNone/>
            </a:pPr>
            <a:r>
              <a:rPr lang="en-US" sz="210" dirty="0"/>
              <a:t>    </a:t>
            </a:r>
            <a:r>
              <a:rPr lang="en-US" sz="210" dirty="0" err="1"/>
              <a:t>res.json</a:t>
            </a:r>
            <a:r>
              <a:rPr lang="en-US" sz="210" dirty="0"/>
              <a:t>(products);</a:t>
            </a:r>
          </a:p>
          <a:p>
            <a:pPr marL="0" indent="0">
              <a:buNone/>
            </a:pPr>
            <a:r>
              <a:rPr lang="en-US" sz="210" dirty="0"/>
              <a:t>  } catch (err) {</a:t>
            </a:r>
          </a:p>
          <a:p>
            <a:pPr marL="0" indent="0">
              <a:buNone/>
            </a:pPr>
            <a:r>
              <a:rPr lang="en-US" sz="210" dirty="0"/>
              <a:t>    return </a:t>
            </a:r>
            <a:r>
              <a:rPr lang="en-US" sz="210" dirty="0" err="1"/>
              <a:t>res.status</a:t>
            </a:r>
            <a:r>
              <a:rPr lang="en-US" sz="210" dirty="0"/>
              <a:t>(400).</a:t>
            </a:r>
            <a:r>
              <a:rPr lang="en-US" sz="210" dirty="0" err="1"/>
              <a:t>json</a:t>
            </a:r>
            <a:r>
              <a:rPr lang="en-US" sz="210" dirty="0"/>
              <a:t>({</a:t>
            </a:r>
          </a:p>
          <a:p>
            <a:pPr marL="0" indent="0">
              <a:buNone/>
            </a:pPr>
            <a:r>
              <a:rPr lang="en-US" sz="210" dirty="0"/>
              <a:t>      error: </a:t>
            </a:r>
            <a:r>
              <a:rPr lang="en-US" sz="210" dirty="0" err="1"/>
              <a:t>errorHandler.getErrorMessage</a:t>
            </a:r>
            <a:r>
              <a:rPr lang="en-US" sz="210" dirty="0"/>
              <a:t>(err),</a:t>
            </a:r>
          </a:p>
          <a:p>
            <a:pPr marL="0" indent="0">
              <a:buNone/>
            </a:pPr>
            <a:r>
              <a:rPr lang="en-US" sz="210" dirty="0"/>
              <a:t>    });</a:t>
            </a:r>
          </a:p>
          <a:p>
            <a:pPr marL="0" indent="0">
              <a:buNone/>
            </a:pPr>
            <a:r>
              <a:rPr lang="en-US" sz="210" dirty="0"/>
              <a:t>  }</a:t>
            </a:r>
          </a:p>
          <a:p>
            <a:pPr marL="0" indent="0">
              <a:buNone/>
            </a:pPr>
            <a:r>
              <a:rPr lang="en-US" sz="210" dirty="0"/>
              <a:t>};</a:t>
            </a:r>
          </a:p>
          <a:p>
            <a:pPr marL="0" indent="0">
              <a:buNone/>
            </a:pPr>
            <a:br>
              <a:rPr lang="en-US" sz="210" dirty="0"/>
            </a:br>
            <a:endParaRPr lang="en-US" sz="210" dirty="0"/>
          </a:p>
          <a:p>
            <a:pPr marL="0" indent="0">
              <a:buNone/>
            </a:pPr>
            <a:r>
              <a:rPr lang="en-US" sz="210" dirty="0"/>
              <a:t>export default {</a:t>
            </a:r>
          </a:p>
          <a:p>
            <a:pPr marL="0" indent="0">
              <a:buNone/>
            </a:pPr>
            <a:r>
              <a:rPr lang="en-US" sz="210" dirty="0"/>
              <a:t>  create,</a:t>
            </a:r>
          </a:p>
          <a:p>
            <a:pPr marL="0" indent="0">
              <a:buNone/>
            </a:pPr>
            <a:r>
              <a:rPr lang="en-US" sz="210" dirty="0"/>
              <a:t>  </a:t>
            </a:r>
            <a:r>
              <a:rPr lang="en-US" sz="210" dirty="0" err="1"/>
              <a:t>productByID</a:t>
            </a:r>
            <a:r>
              <a:rPr lang="en-US" sz="210" dirty="0"/>
              <a:t>,</a:t>
            </a:r>
          </a:p>
          <a:p>
            <a:pPr marL="0" indent="0">
              <a:buNone/>
            </a:pPr>
            <a:r>
              <a:rPr lang="en-US" sz="210" dirty="0"/>
              <a:t>  photo,</a:t>
            </a:r>
          </a:p>
          <a:p>
            <a:pPr marL="0" indent="0">
              <a:buNone/>
            </a:pPr>
            <a:r>
              <a:rPr lang="en-US" sz="210" dirty="0"/>
              <a:t>  </a:t>
            </a:r>
            <a:r>
              <a:rPr lang="en-US" sz="210" dirty="0" err="1"/>
              <a:t>defaultPhoto</a:t>
            </a:r>
            <a:r>
              <a:rPr lang="en-US" sz="210" dirty="0"/>
              <a:t>,</a:t>
            </a:r>
          </a:p>
          <a:p>
            <a:pPr marL="0" indent="0">
              <a:buNone/>
            </a:pPr>
            <a:r>
              <a:rPr lang="en-US" sz="210" dirty="0"/>
              <a:t>  read,</a:t>
            </a:r>
          </a:p>
          <a:p>
            <a:pPr marL="0" indent="0">
              <a:buNone/>
            </a:pPr>
            <a:r>
              <a:rPr lang="en-US" sz="210" dirty="0"/>
              <a:t>  update,</a:t>
            </a:r>
          </a:p>
          <a:p>
            <a:pPr marL="0" indent="0">
              <a:buNone/>
            </a:pPr>
            <a:r>
              <a:rPr lang="en-US" sz="210" dirty="0"/>
              <a:t>  remove,</a:t>
            </a:r>
          </a:p>
          <a:p>
            <a:pPr marL="0" indent="0">
              <a:buNone/>
            </a:pPr>
            <a:r>
              <a:rPr lang="en-US" sz="210" dirty="0"/>
              <a:t>  </a:t>
            </a:r>
            <a:r>
              <a:rPr lang="en-US" sz="210" dirty="0" err="1"/>
              <a:t>listByShop</a:t>
            </a:r>
            <a:r>
              <a:rPr lang="en-US" sz="210" dirty="0"/>
              <a:t>,</a:t>
            </a:r>
          </a:p>
          <a:p>
            <a:pPr marL="0" indent="0">
              <a:buNone/>
            </a:pPr>
            <a:r>
              <a:rPr lang="en-US" sz="210" dirty="0"/>
              <a:t>};</a:t>
            </a:r>
          </a:p>
          <a:p>
            <a:pPr marL="0" indent="0">
              <a:buNone/>
            </a:pPr>
            <a:endParaRPr lang="en-US" sz="210" dirty="0"/>
          </a:p>
        </p:txBody>
      </p:sp>
      <p:sp>
        <p:nvSpPr>
          <p:cNvPr id="4" name="Date Placeholder 3">
            <a:extLst>
              <a:ext uri="{FF2B5EF4-FFF2-40B4-BE49-F238E27FC236}">
                <a16:creationId xmlns:a16="http://schemas.microsoft.com/office/drawing/2014/main" id="{4A1117E5-94AF-7365-F8D7-868B1B8CCA0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448ACAB-2F49-C011-9293-2E5432F8F22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61E355E-C70D-6819-CD27-16ACE38D7501}"/>
              </a:ext>
            </a:extLst>
          </p:cNvPr>
          <p:cNvSpPr>
            <a:spLocks noGrp="1"/>
          </p:cNvSpPr>
          <p:nvPr>
            <p:ph type="sldNum" sz="quarter" idx="12"/>
          </p:nvPr>
        </p:nvSpPr>
        <p:spPr/>
        <p:txBody>
          <a:bodyPr/>
          <a:lstStyle/>
          <a:p>
            <a:fld id="{7C5CF243-786F-4254-B068-4C9F0B6EA12F}" type="slidenum">
              <a:rPr lang="en-US" altLang="en-US" smtClean="0"/>
              <a:pPr/>
              <a:t>79</a:t>
            </a:fld>
            <a:endParaRPr lang="en-US" altLang="en-US"/>
          </a:p>
        </p:txBody>
      </p:sp>
    </p:spTree>
    <p:extLst>
      <p:ext uri="{BB962C8B-B14F-4D97-AF65-F5344CB8AC3E}">
        <p14:creationId xmlns:p14="http://schemas.microsoft.com/office/powerpoint/2010/main" val="10064072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68AE3-6E1C-B506-B15E-343FDDF7E201}"/>
              </a:ext>
            </a:extLst>
          </p:cNvPr>
          <p:cNvSpPr>
            <a:spLocks noGrp="1"/>
          </p:cNvSpPr>
          <p:nvPr>
            <p:ph type="title"/>
          </p:nvPr>
        </p:nvSpPr>
        <p:spPr/>
        <p:txBody>
          <a:bodyPr/>
          <a:lstStyle/>
          <a:p>
            <a:r>
              <a:rPr lang="en-US" dirty="0"/>
              <a:t>Server/routes/product.routes.js</a:t>
            </a:r>
          </a:p>
        </p:txBody>
      </p:sp>
      <p:sp>
        <p:nvSpPr>
          <p:cNvPr id="3" name="Content Placeholder 2">
            <a:extLst>
              <a:ext uri="{FF2B5EF4-FFF2-40B4-BE49-F238E27FC236}">
                <a16:creationId xmlns:a16="http://schemas.microsoft.com/office/drawing/2014/main" id="{21C43647-CA9D-2FDD-1909-72B1644CF271}"/>
              </a:ext>
            </a:extLst>
          </p:cNvPr>
          <p:cNvSpPr>
            <a:spLocks noGrp="1"/>
          </p:cNvSpPr>
          <p:nvPr>
            <p:ph idx="1"/>
          </p:nvPr>
        </p:nvSpPr>
        <p:spPr/>
        <p:txBody>
          <a:bodyPr/>
          <a:lstStyle/>
          <a:p>
            <a:r>
              <a:rPr lang="en-US" sz="1300" dirty="0"/>
              <a:t>import express from "express";</a:t>
            </a:r>
          </a:p>
          <a:p>
            <a:r>
              <a:rPr lang="en-US" sz="1300" dirty="0"/>
              <a:t>import </a:t>
            </a:r>
            <a:r>
              <a:rPr lang="en-US" sz="1300" dirty="0" err="1"/>
              <a:t>productCtrl</a:t>
            </a:r>
            <a:r>
              <a:rPr lang="en-US" sz="1300" dirty="0"/>
              <a:t> from "../controllers/product.controller.js";</a:t>
            </a:r>
          </a:p>
          <a:p>
            <a:r>
              <a:rPr lang="en-US" sz="1300" dirty="0"/>
              <a:t>import </a:t>
            </a:r>
            <a:r>
              <a:rPr lang="en-US" sz="1300" dirty="0" err="1"/>
              <a:t>authCtrl</a:t>
            </a:r>
            <a:r>
              <a:rPr lang="en-US" sz="1300" dirty="0"/>
              <a:t> from "../controllers/auth.controller.js";</a:t>
            </a:r>
          </a:p>
          <a:p>
            <a:r>
              <a:rPr lang="en-US" sz="1300" dirty="0"/>
              <a:t>import </a:t>
            </a:r>
            <a:r>
              <a:rPr lang="en-US" sz="1300" dirty="0" err="1"/>
              <a:t>shopCtrl</a:t>
            </a:r>
            <a:r>
              <a:rPr lang="en-US" sz="1300" dirty="0"/>
              <a:t> from "../controllers/shop.controller.js";</a:t>
            </a:r>
          </a:p>
          <a:p>
            <a:r>
              <a:rPr lang="en-US" sz="1300" dirty="0"/>
              <a:t>const router = </a:t>
            </a:r>
            <a:r>
              <a:rPr lang="en-US" sz="1300" dirty="0" err="1"/>
              <a:t>express.Router</a:t>
            </a:r>
            <a:r>
              <a:rPr lang="en-US" sz="1300" dirty="0"/>
              <a:t>();</a:t>
            </a:r>
          </a:p>
          <a:p>
            <a:r>
              <a:rPr lang="en-US" sz="1300" dirty="0"/>
              <a:t>router</a:t>
            </a:r>
          </a:p>
          <a:p>
            <a:r>
              <a:rPr lang="en-US" sz="1300" dirty="0"/>
              <a:t>  .route("/</a:t>
            </a:r>
            <a:r>
              <a:rPr lang="en-US" sz="1300" dirty="0" err="1"/>
              <a:t>api</a:t>
            </a:r>
            <a:r>
              <a:rPr lang="en-US" sz="1300" dirty="0"/>
              <a:t>/products/by/:</a:t>
            </a:r>
            <a:r>
              <a:rPr lang="en-US" sz="1300" dirty="0" err="1"/>
              <a:t>shopId</a:t>
            </a:r>
            <a:r>
              <a:rPr lang="en-US" sz="1300" dirty="0"/>
              <a:t>")</a:t>
            </a:r>
          </a:p>
          <a:p>
            <a:r>
              <a:rPr lang="en-US" sz="1300" dirty="0"/>
              <a:t>  .post(</a:t>
            </a:r>
            <a:r>
              <a:rPr lang="en-US" sz="1300" dirty="0" err="1"/>
              <a:t>authCtrl.requireSignin</a:t>
            </a:r>
            <a:r>
              <a:rPr lang="en-US" sz="1300" dirty="0"/>
              <a:t>, </a:t>
            </a:r>
            <a:r>
              <a:rPr lang="en-US" sz="1300" dirty="0" err="1"/>
              <a:t>shopCtrl.isOwner</a:t>
            </a:r>
            <a:r>
              <a:rPr lang="en-US" sz="1300" dirty="0"/>
              <a:t>, </a:t>
            </a:r>
            <a:r>
              <a:rPr lang="en-US" sz="1300" dirty="0" err="1"/>
              <a:t>productCtrl.create</a:t>
            </a:r>
            <a:r>
              <a:rPr lang="en-US" sz="1300" dirty="0"/>
              <a:t>)</a:t>
            </a:r>
          </a:p>
          <a:p>
            <a:r>
              <a:rPr lang="en-US" sz="1300" dirty="0"/>
              <a:t>  .get(</a:t>
            </a:r>
            <a:r>
              <a:rPr lang="en-US" sz="1300" dirty="0" err="1"/>
              <a:t>productCtrl.listByShop</a:t>
            </a:r>
            <a:r>
              <a:rPr lang="en-US" sz="1300" dirty="0"/>
              <a:t>);</a:t>
            </a:r>
          </a:p>
          <a:p>
            <a:r>
              <a:rPr lang="en-US" sz="1300" dirty="0" err="1"/>
              <a:t>router.route</a:t>
            </a:r>
            <a:r>
              <a:rPr lang="en-US" sz="1300" dirty="0"/>
              <a:t>("/</a:t>
            </a:r>
            <a:r>
              <a:rPr lang="en-US" sz="1300" dirty="0" err="1"/>
              <a:t>api</a:t>
            </a:r>
            <a:r>
              <a:rPr lang="en-US" sz="1300" dirty="0"/>
              <a:t>/products/:</a:t>
            </a:r>
            <a:r>
              <a:rPr lang="en-US" sz="1300" dirty="0" err="1"/>
              <a:t>productId</a:t>
            </a:r>
            <a:r>
              <a:rPr lang="en-US" sz="1300" dirty="0"/>
              <a:t>").get(</a:t>
            </a:r>
            <a:r>
              <a:rPr lang="en-US" sz="1300" dirty="0" err="1"/>
              <a:t>productCtrl.read</a:t>
            </a:r>
            <a:r>
              <a:rPr lang="en-US" sz="1300" dirty="0"/>
              <a:t>);</a:t>
            </a:r>
          </a:p>
          <a:p>
            <a:r>
              <a:rPr lang="en-US" sz="1300" dirty="0"/>
              <a:t>router</a:t>
            </a:r>
          </a:p>
          <a:p>
            <a:r>
              <a:rPr lang="en-US" sz="1300" dirty="0"/>
              <a:t>  .route("/</a:t>
            </a:r>
            <a:r>
              <a:rPr lang="en-US" sz="1300" dirty="0" err="1"/>
              <a:t>api</a:t>
            </a:r>
            <a:r>
              <a:rPr lang="en-US" sz="1300" dirty="0"/>
              <a:t>/product/image/:</a:t>
            </a:r>
            <a:r>
              <a:rPr lang="en-US" sz="1300" dirty="0" err="1"/>
              <a:t>productId</a:t>
            </a:r>
            <a:r>
              <a:rPr lang="en-US" sz="1300" dirty="0"/>
              <a:t>")</a:t>
            </a:r>
          </a:p>
          <a:p>
            <a:r>
              <a:rPr lang="en-US" sz="1300" dirty="0"/>
              <a:t>  .get(</a:t>
            </a:r>
            <a:r>
              <a:rPr lang="en-US" sz="1300" dirty="0" err="1"/>
              <a:t>productCtrl.photo</a:t>
            </a:r>
            <a:r>
              <a:rPr lang="en-US" sz="1300" dirty="0"/>
              <a:t>, </a:t>
            </a:r>
            <a:r>
              <a:rPr lang="en-US" sz="1300" dirty="0" err="1"/>
              <a:t>productCtrl.defaultPhoto</a:t>
            </a:r>
            <a:r>
              <a:rPr lang="en-US" sz="1300" dirty="0"/>
              <a:t>);</a:t>
            </a:r>
          </a:p>
          <a:p>
            <a:r>
              <a:rPr lang="en-US" sz="1300" dirty="0" err="1"/>
              <a:t>router.route</a:t>
            </a:r>
            <a:r>
              <a:rPr lang="en-US" sz="1300" dirty="0"/>
              <a:t>("/</a:t>
            </a:r>
            <a:r>
              <a:rPr lang="en-US" sz="1300" dirty="0" err="1"/>
              <a:t>api</a:t>
            </a:r>
            <a:r>
              <a:rPr lang="en-US" sz="1300" dirty="0"/>
              <a:t>/product/</a:t>
            </a:r>
            <a:r>
              <a:rPr lang="en-US" sz="1300" dirty="0" err="1"/>
              <a:t>defaultphoto</a:t>
            </a:r>
            <a:r>
              <a:rPr lang="en-US" sz="1300" dirty="0"/>
              <a:t>").get(</a:t>
            </a:r>
            <a:r>
              <a:rPr lang="en-US" sz="1300" dirty="0" err="1"/>
              <a:t>productCtrl.defaultPhoto</a:t>
            </a:r>
            <a:r>
              <a:rPr lang="en-US" sz="1300" dirty="0"/>
              <a:t>);</a:t>
            </a:r>
          </a:p>
          <a:p>
            <a:r>
              <a:rPr lang="en-US" sz="1300" dirty="0"/>
              <a:t>router</a:t>
            </a:r>
          </a:p>
          <a:p>
            <a:r>
              <a:rPr lang="en-US" sz="1300" dirty="0"/>
              <a:t>  .route("/</a:t>
            </a:r>
            <a:r>
              <a:rPr lang="en-US" sz="1300" dirty="0" err="1"/>
              <a:t>api</a:t>
            </a:r>
            <a:r>
              <a:rPr lang="en-US" sz="1300" dirty="0"/>
              <a:t>/product/:</a:t>
            </a:r>
            <a:r>
              <a:rPr lang="en-US" sz="1300" dirty="0" err="1"/>
              <a:t>shopId</a:t>
            </a:r>
            <a:r>
              <a:rPr lang="en-US" sz="1300" dirty="0"/>
              <a:t>/:</a:t>
            </a:r>
            <a:r>
              <a:rPr lang="en-US" sz="1300" dirty="0" err="1"/>
              <a:t>productId</a:t>
            </a:r>
            <a:r>
              <a:rPr lang="en-US" sz="1300" dirty="0"/>
              <a:t>")</a:t>
            </a:r>
          </a:p>
          <a:p>
            <a:r>
              <a:rPr lang="en-US" sz="1300" dirty="0"/>
              <a:t>  .put(</a:t>
            </a:r>
            <a:r>
              <a:rPr lang="en-US" sz="1300" dirty="0" err="1"/>
              <a:t>authCtrl.requireSignin</a:t>
            </a:r>
            <a:r>
              <a:rPr lang="en-US" sz="1300" dirty="0"/>
              <a:t>, </a:t>
            </a:r>
            <a:r>
              <a:rPr lang="en-US" sz="1300" dirty="0" err="1"/>
              <a:t>shopCtrl.isOwner</a:t>
            </a:r>
            <a:r>
              <a:rPr lang="en-US" sz="1300" dirty="0"/>
              <a:t>, </a:t>
            </a:r>
            <a:r>
              <a:rPr lang="en-US" sz="1300" dirty="0" err="1"/>
              <a:t>productCtrl.update</a:t>
            </a:r>
            <a:r>
              <a:rPr lang="en-US" sz="1300" dirty="0"/>
              <a:t>)</a:t>
            </a:r>
          </a:p>
          <a:p>
            <a:r>
              <a:rPr lang="en-US" sz="1300" dirty="0"/>
              <a:t>  .delete(</a:t>
            </a:r>
            <a:r>
              <a:rPr lang="en-US" sz="1300" dirty="0" err="1"/>
              <a:t>authCtrl.requireSignin</a:t>
            </a:r>
            <a:r>
              <a:rPr lang="en-US" sz="1300" dirty="0"/>
              <a:t>, </a:t>
            </a:r>
            <a:r>
              <a:rPr lang="en-US" sz="1300" dirty="0" err="1"/>
              <a:t>shopCtrl.isOwner</a:t>
            </a:r>
            <a:r>
              <a:rPr lang="en-US" sz="1300" dirty="0"/>
              <a:t>, </a:t>
            </a:r>
            <a:r>
              <a:rPr lang="en-US" sz="1300" dirty="0" err="1"/>
              <a:t>productCtrl.remove</a:t>
            </a:r>
            <a:r>
              <a:rPr lang="en-US" sz="1300" dirty="0"/>
              <a:t>);</a:t>
            </a:r>
          </a:p>
          <a:p>
            <a:r>
              <a:rPr lang="en-US" sz="1300" dirty="0" err="1"/>
              <a:t>router.param</a:t>
            </a:r>
            <a:r>
              <a:rPr lang="en-US" sz="1300" dirty="0"/>
              <a:t>("</a:t>
            </a:r>
            <a:r>
              <a:rPr lang="en-US" sz="1300" dirty="0" err="1"/>
              <a:t>shopId</a:t>
            </a:r>
            <a:r>
              <a:rPr lang="en-US" sz="1300" dirty="0"/>
              <a:t>", </a:t>
            </a:r>
            <a:r>
              <a:rPr lang="en-US" sz="1300" dirty="0" err="1"/>
              <a:t>shopCtrl.shopByID</a:t>
            </a:r>
            <a:r>
              <a:rPr lang="en-US" sz="1300" dirty="0"/>
              <a:t>);</a:t>
            </a:r>
          </a:p>
          <a:p>
            <a:r>
              <a:rPr lang="en-US" sz="1300" dirty="0" err="1"/>
              <a:t>router.param</a:t>
            </a:r>
            <a:r>
              <a:rPr lang="en-US" sz="1300" dirty="0"/>
              <a:t>("</a:t>
            </a:r>
            <a:r>
              <a:rPr lang="en-US" sz="1300" dirty="0" err="1"/>
              <a:t>productId</a:t>
            </a:r>
            <a:r>
              <a:rPr lang="en-US" sz="1300" dirty="0"/>
              <a:t>", </a:t>
            </a:r>
            <a:r>
              <a:rPr lang="en-US" sz="1300" dirty="0" err="1"/>
              <a:t>productCtrl.productByID</a:t>
            </a:r>
            <a:r>
              <a:rPr lang="en-US" sz="1300" dirty="0"/>
              <a:t>);</a:t>
            </a:r>
          </a:p>
          <a:p>
            <a:r>
              <a:rPr lang="en-US" sz="1300" dirty="0"/>
              <a:t>export default router;</a:t>
            </a:r>
          </a:p>
          <a:p>
            <a:pPr marL="0" indent="0">
              <a:buNone/>
            </a:pPr>
            <a:endParaRPr lang="en-US" sz="1300" dirty="0"/>
          </a:p>
        </p:txBody>
      </p:sp>
      <p:sp>
        <p:nvSpPr>
          <p:cNvPr id="4" name="Date Placeholder 3">
            <a:extLst>
              <a:ext uri="{FF2B5EF4-FFF2-40B4-BE49-F238E27FC236}">
                <a16:creationId xmlns:a16="http://schemas.microsoft.com/office/drawing/2014/main" id="{3F67238E-BC07-6D42-9014-AA9C52E779C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6C46429-16F4-7E39-6A16-3EFBAE125DD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B8B4008-8CDB-EB86-5FC6-1B9328816CED}"/>
              </a:ext>
            </a:extLst>
          </p:cNvPr>
          <p:cNvSpPr>
            <a:spLocks noGrp="1"/>
          </p:cNvSpPr>
          <p:nvPr>
            <p:ph type="sldNum" sz="quarter" idx="12"/>
          </p:nvPr>
        </p:nvSpPr>
        <p:spPr/>
        <p:txBody>
          <a:bodyPr/>
          <a:lstStyle/>
          <a:p>
            <a:fld id="{7C5CF243-786F-4254-B068-4C9F0B6EA12F}" type="slidenum">
              <a:rPr lang="en-US" altLang="en-US" smtClean="0"/>
              <a:pPr/>
              <a:t>80</a:t>
            </a:fld>
            <a:endParaRPr lang="en-US" altLang="en-US"/>
          </a:p>
        </p:txBody>
      </p:sp>
    </p:spTree>
    <p:extLst>
      <p:ext uri="{BB962C8B-B14F-4D97-AF65-F5344CB8AC3E}">
        <p14:creationId xmlns:p14="http://schemas.microsoft.com/office/powerpoint/2010/main" val="29587904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317E-8261-F006-44A4-7D894945FC35}"/>
              </a:ext>
            </a:extLst>
          </p:cNvPr>
          <p:cNvSpPr>
            <a:spLocks noGrp="1"/>
          </p:cNvSpPr>
          <p:nvPr>
            <p:ph type="title"/>
          </p:nvPr>
        </p:nvSpPr>
        <p:spPr/>
        <p:txBody>
          <a:bodyPr/>
          <a:lstStyle/>
          <a:p>
            <a:r>
              <a:rPr lang="en-US" dirty="0"/>
              <a:t>Updated server/express.js</a:t>
            </a:r>
          </a:p>
        </p:txBody>
      </p:sp>
      <p:sp>
        <p:nvSpPr>
          <p:cNvPr id="3" name="Content Placeholder 2">
            <a:extLst>
              <a:ext uri="{FF2B5EF4-FFF2-40B4-BE49-F238E27FC236}">
                <a16:creationId xmlns:a16="http://schemas.microsoft.com/office/drawing/2014/main" id="{9CF5A2EC-11FF-D9B8-BC0D-2B971B92C528}"/>
              </a:ext>
            </a:extLst>
          </p:cNvPr>
          <p:cNvSpPr>
            <a:spLocks noGrp="1"/>
          </p:cNvSpPr>
          <p:nvPr>
            <p:ph idx="1"/>
          </p:nvPr>
        </p:nvSpPr>
        <p:spPr/>
        <p:txBody>
          <a:bodyPr/>
          <a:lstStyle/>
          <a:p>
            <a:pPr marL="0" indent="0">
              <a:buNone/>
            </a:pPr>
            <a:r>
              <a:rPr lang="en-US" sz="800" dirty="0"/>
              <a:t>Then add product routes in express.js</a:t>
            </a:r>
          </a:p>
          <a:p>
            <a:pPr marL="0" indent="0">
              <a:buNone/>
            </a:pPr>
            <a:r>
              <a:rPr lang="en-US" sz="800" dirty="0"/>
              <a:t>import express from "express";</a:t>
            </a:r>
          </a:p>
          <a:p>
            <a:pPr marL="0" indent="0">
              <a:buNone/>
            </a:pPr>
            <a:r>
              <a:rPr lang="en-US" sz="800" dirty="0"/>
              <a:t>import </a:t>
            </a:r>
            <a:r>
              <a:rPr lang="en-US" sz="800" dirty="0" err="1"/>
              <a:t>bodyParser</a:t>
            </a:r>
            <a:r>
              <a:rPr lang="en-US" sz="800" dirty="0"/>
              <a:t> from "body-parser";</a:t>
            </a:r>
          </a:p>
          <a:p>
            <a:pPr marL="0" indent="0">
              <a:buNone/>
            </a:pPr>
            <a:r>
              <a:rPr lang="en-US" sz="800" dirty="0"/>
              <a:t>import </a:t>
            </a:r>
            <a:r>
              <a:rPr lang="en-US" sz="800" dirty="0" err="1"/>
              <a:t>cookieParser</a:t>
            </a:r>
            <a:r>
              <a:rPr lang="en-US" sz="800" dirty="0"/>
              <a:t> from "cookie-parser";</a:t>
            </a:r>
          </a:p>
          <a:p>
            <a:pPr marL="0" indent="0">
              <a:buNone/>
            </a:pPr>
            <a:r>
              <a:rPr lang="en-US" sz="800" dirty="0"/>
              <a:t>import compress from "compression";</a:t>
            </a:r>
          </a:p>
          <a:p>
            <a:pPr marL="0" indent="0">
              <a:buNone/>
            </a:pPr>
            <a:r>
              <a:rPr lang="en-US" sz="800" dirty="0"/>
              <a:t>import </a:t>
            </a:r>
            <a:r>
              <a:rPr lang="en-US" sz="800" dirty="0" err="1"/>
              <a:t>cors</a:t>
            </a:r>
            <a:r>
              <a:rPr lang="en-US" sz="800" dirty="0"/>
              <a:t> from "</a:t>
            </a:r>
            <a:r>
              <a:rPr lang="en-US" sz="800" dirty="0" err="1"/>
              <a:t>cors</a:t>
            </a:r>
            <a:r>
              <a:rPr lang="en-US" sz="800" dirty="0"/>
              <a:t>";</a:t>
            </a:r>
          </a:p>
          <a:p>
            <a:pPr marL="0" indent="0">
              <a:buNone/>
            </a:pPr>
            <a:r>
              <a:rPr lang="en-US" sz="800" dirty="0"/>
              <a:t>import helmet from "helmet";</a:t>
            </a:r>
          </a:p>
          <a:p>
            <a:pPr marL="0" indent="0">
              <a:buNone/>
            </a:pPr>
            <a:r>
              <a:rPr lang="en-US" sz="800" dirty="0"/>
              <a:t>import </a:t>
            </a:r>
            <a:r>
              <a:rPr lang="en-US" sz="800" dirty="0" err="1"/>
              <a:t>userRoutes</a:t>
            </a:r>
            <a:r>
              <a:rPr lang="en-US" sz="800" dirty="0"/>
              <a:t> from "./routes/user.routes.js";</a:t>
            </a:r>
          </a:p>
          <a:p>
            <a:pPr marL="0" indent="0">
              <a:buNone/>
            </a:pPr>
            <a:r>
              <a:rPr lang="en-US" sz="800" dirty="0"/>
              <a:t>import </a:t>
            </a:r>
            <a:r>
              <a:rPr lang="en-US" sz="800" dirty="0" err="1"/>
              <a:t>authRoutes</a:t>
            </a:r>
            <a:r>
              <a:rPr lang="en-US" sz="800" dirty="0"/>
              <a:t> from "./routes/auth.routes.js";</a:t>
            </a:r>
          </a:p>
          <a:p>
            <a:pPr marL="0" indent="0">
              <a:buNone/>
            </a:pPr>
            <a:r>
              <a:rPr lang="en-US" sz="800" dirty="0"/>
              <a:t>import </a:t>
            </a:r>
            <a:r>
              <a:rPr lang="en-US" sz="800" dirty="0" err="1"/>
              <a:t>shopRoutes</a:t>
            </a:r>
            <a:r>
              <a:rPr lang="en-US" sz="800" dirty="0"/>
              <a:t> from "./routes/shop.routes.js";</a:t>
            </a:r>
          </a:p>
          <a:p>
            <a:pPr marL="0" indent="0">
              <a:buNone/>
            </a:pPr>
            <a:r>
              <a:rPr lang="en-US" sz="800" dirty="0">
                <a:highlight>
                  <a:srgbClr val="FFFF00"/>
                </a:highlight>
              </a:rPr>
              <a:t>import </a:t>
            </a:r>
            <a:r>
              <a:rPr lang="en-US" sz="800" dirty="0" err="1">
                <a:highlight>
                  <a:srgbClr val="FFFF00"/>
                </a:highlight>
              </a:rPr>
              <a:t>productRoutes</a:t>
            </a:r>
            <a:r>
              <a:rPr lang="en-US" sz="800" dirty="0">
                <a:highlight>
                  <a:srgbClr val="FFFF00"/>
                </a:highlight>
              </a:rPr>
              <a:t> from "./routes/product.routes.js";</a:t>
            </a:r>
          </a:p>
          <a:p>
            <a:pPr marL="0" indent="0">
              <a:buNone/>
            </a:pPr>
            <a:br>
              <a:rPr lang="en-US" sz="800" dirty="0"/>
            </a:br>
            <a:br>
              <a:rPr lang="en-US" sz="800" dirty="0"/>
            </a:br>
            <a:r>
              <a:rPr lang="en-US" sz="800" dirty="0"/>
              <a:t>const app = express();</a:t>
            </a:r>
          </a:p>
          <a:p>
            <a:pPr marL="0" indent="0">
              <a:buNone/>
            </a:pPr>
            <a:r>
              <a:rPr lang="en-US" sz="800" dirty="0" err="1"/>
              <a:t>app.use</a:t>
            </a:r>
            <a:r>
              <a:rPr lang="en-US" sz="800" dirty="0"/>
              <a:t>(</a:t>
            </a:r>
            <a:r>
              <a:rPr lang="en-US" sz="800" dirty="0" err="1"/>
              <a:t>express.json</a:t>
            </a:r>
            <a:r>
              <a:rPr lang="en-US" sz="800" dirty="0"/>
              <a:t>());</a:t>
            </a:r>
          </a:p>
          <a:p>
            <a:pPr marL="0" indent="0">
              <a:buNone/>
            </a:pPr>
            <a:r>
              <a:rPr lang="en-US" sz="800" dirty="0" err="1"/>
              <a:t>app.use</a:t>
            </a:r>
            <a:r>
              <a:rPr lang="en-US" sz="800" dirty="0"/>
              <a:t>(</a:t>
            </a:r>
            <a:r>
              <a:rPr lang="en-US" sz="800" dirty="0" err="1"/>
              <a:t>express.urlencoded</a:t>
            </a:r>
            <a:r>
              <a:rPr lang="en-US" sz="800" dirty="0"/>
              <a:t>({ extended: true }));</a:t>
            </a:r>
          </a:p>
          <a:p>
            <a:pPr marL="0" indent="0">
              <a:buNone/>
            </a:pPr>
            <a:r>
              <a:rPr lang="en-US" sz="800" dirty="0" err="1"/>
              <a:t>app.use</a:t>
            </a:r>
            <a:r>
              <a:rPr lang="en-US" sz="800" dirty="0"/>
              <a:t>("/", </a:t>
            </a:r>
            <a:r>
              <a:rPr lang="en-US" sz="800" dirty="0" err="1"/>
              <a:t>userRoutes</a:t>
            </a:r>
            <a:r>
              <a:rPr lang="en-US" sz="800" dirty="0"/>
              <a:t>);</a:t>
            </a:r>
          </a:p>
          <a:p>
            <a:pPr marL="0" indent="0">
              <a:buNone/>
            </a:pPr>
            <a:r>
              <a:rPr lang="en-US" sz="800" dirty="0" err="1"/>
              <a:t>app.use</a:t>
            </a:r>
            <a:r>
              <a:rPr lang="en-US" sz="800" dirty="0"/>
              <a:t>("/", </a:t>
            </a:r>
            <a:r>
              <a:rPr lang="en-US" sz="800" dirty="0" err="1"/>
              <a:t>authRoutes</a:t>
            </a:r>
            <a:r>
              <a:rPr lang="en-US" sz="800" dirty="0"/>
              <a:t>);</a:t>
            </a:r>
          </a:p>
          <a:p>
            <a:pPr marL="0" indent="0">
              <a:buNone/>
            </a:pPr>
            <a:r>
              <a:rPr lang="en-US" sz="800" dirty="0" err="1"/>
              <a:t>app.use</a:t>
            </a:r>
            <a:r>
              <a:rPr lang="en-US" sz="800" dirty="0"/>
              <a:t>("/", </a:t>
            </a:r>
            <a:r>
              <a:rPr lang="en-US" sz="800" dirty="0" err="1"/>
              <a:t>shopRoutes</a:t>
            </a:r>
            <a:r>
              <a:rPr lang="en-US" sz="800" dirty="0"/>
              <a:t>);</a:t>
            </a:r>
          </a:p>
          <a:p>
            <a:pPr marL="0" indent="0">
              <a:buNone/>
            </a:pPr>
            <a:r>
              <a:rPr lang="en-US" sz="800" dirty="0" err="1">
                <a:highlight>
                  <a:srgbClr val="FFFF00"/>
                </a:highlight>
              </a:rPr>
              <a:t>app.use</a:t>
            </a:r>
            <a:r>
              <a:rPr lang="en-US" sz="800" dirty="0">
                <a:highlight>
                  <a:srgbClr val="FFFF00"/>
                </a:highlight>
              </a:rPr>
              <a:t>("/", </a:t>
            </a:r>
            <a:r>
              <a:rPr lang="en-US" sz="800" dirty="0" err="1">
                <a:highlight>
                  <a:srgbClr val="FFFF00"/>
                </a:highlight>
              </a:rPr>
              <a:t>productRoutes</a:t>
            </a:r>
            <a:r>
              <a:rPr lang="en-US" sz="800" dirty="0">
                <a:highlight>
                  <a:srgbClr val="FFFF00"/>
                </a:highlight>
              </a:rPr>
              <a:t>);</a:t>
            </a:r>
          </a:p>
          <a:p>
            <a:pPr marL="0" indent="0">
              <a:buNone/>
            </a:pPr>
            <a:r>
              <a:rPr lang="en-US" sz="800" dirty="0" err="1"/>
              <a:t>app.use</a:t>
            </a:r>
            <a:r>
              <a:rPr lang="en-US" sz="800" dirty="0"/>
              <a:t>(</a:t>
            </a:r>
            <a:r>
              <a:rPr lang="en-US" sz="800" dirty="0" err="1"/>
              <a:t>bodyParser.json</a:t>
            </a:r>
            <a:r>
              <a:rPr lang="en-US" sz="800" dirty="0"/>
              <a:t>());</a:t>
            </a:r>
          </a:p>
          <a:p>
            <a:pPr marL="0" indent="0">
              <a:buNone/>
            </a:pPr>
            <a:r>
              <a:rPr lang="en-US" sz="800" dirty="0" err="1"/>
              <a:t>app.use</a:t>
            </a:r>
            <a:r>
              <a:rPr lang="en-US" sz="800" dirty="0"/>
              <a:t>(</a:t>
            </a:r>
            <a:r>
              <a:rPr lang="en-US" sz="800" dirty="0" err="1"/>
              <a:t>bodyParser.urlencoded</a:t>
            </a:r>
            <a:r>
              <a:rPr lang="en-US" sz="800" dirty="0"/>
              <a:t>({ extended: true }));</a:t>
            </a:r>
          </a:p>
          <a:p>
            <a:pPr marL="0" indent="0">
              <a:buNone/>
            </a:pPr>
            <a:r>
              <a:rPr lang="en-US" sz="800" dirty="0" err="1"/>
              <a:t>app.use</a:t>
            </a:r>
            <a:r>
              <a:rPr lang="en-US" sz="800" dirty="0"/>
              <a:t>(</a:t>
            </a:r>
            <a:r>
              <a:rPr lang="en-US" sz="800" dirty="0" err="1"/>
              <a:t>cookieParser</a:t>
            </a:r>
            <a:r>
              <a:rPr lang="en-US" sz="800" dirty="0"/>
              <a:t>());</a:t>
            </a:r>
          </a:p>
          <a:p>
            <a:pPr marL="0" indent="0">
              <a:buNone/>
            </a:pPr>
            <a:r>
              <a:rPr lang="en-US" sz="800" dirty="0" err="1"/>
              <a:t>app.use</a:t>
            </a:r>
            <a:r>
              <a:rPr lang="en-US" sz="800" dirty="0"/>
              <a:t>(compress());</a:t>
            </a:r>
          </a:p>
          <a:p>
            <a:pPr marL="0" indent="0">
              <a:buNone/>
            </a:pPr>
            <a:r>
              <a:rPr lang="en-US" sz="800" dirty="0" err="1"/>
              <a:t>app.use</a:t>
            </a:r>
            <a:r>
              <a:rPr lang="en-US" sz="800" dirty="0"/>
              <a:t>(helmet());</a:t>
            </a:r>
          </a:p>
          <a:p>
            <a:pPr marL="0" indent="0">
              <a:buNone/>
            </a:pPr>
            <a:r>
              <a:rPr lang="en-US" sz="800" dirty="0" err="1"/>
              <a:t>app.use</a:t>
            </a:r>
            <a:r>
              <a:rPr lang="en-US" sz="800" dirty="0"/>
              <a:t>(</a:t>
            </a:r>
            <a:r>
              <a:rPr lang="en-US" sz="800" dirty="0" err="1"/>
              <a:t>cors</a:t>
            </a:r>
            <a:r>
              <a:rPr lang="en-US" sz="800" dirty="0"/>
              <a:t>());</a:t>
            </a:r>
          </a:p>
          <a:p>
            <a:pPr marL="0" indent="0">
              <a:buNone/>
            </a:pPr>
            <a:r>
              <a:rPr lang="en-US" sz="800" dirty="0" err="1"/>
              <a:t>app.use</a:t>
            </a:r>
            <a:r>
              <a:rPr lang="en-US" sz="800" dirty="0"/>
              <a:t>((err, req, res, next) =&gt; {</a:t>
            </a:r>
          </a:p>
          <a:p>
            <a:pPr marL="0" indent="0">
              <a:buNone/>
            </a:pPr>
            <a:r>
              <a:rPr lang="en-US" sz="800" dirty="0"/>
              <a:t>  if (err.name === "</a:t>
            </a:r>
            <a:r>
              <a:rPr lang="en-US" sz="800" dirty="0" err="1"/>
              <a:t>UnauthorizedError</a:t>
            </a:r>
            <a:r>
              <a:rPr lang="en-US" sz="800" dirty="0"/>
              <a:t>") {</a:t>
            </a:r>
          </a:p>
          <a:p>
            <a:pPr marL="0" indent="0">
              <a:buNone/>
            </a:pPr>
            <a:r>
              <a:rPr lang="en-US" sz="800" dirty="0"/>
              <a:t>    </a:t>
            </a:r>
            <a:r>
              <a:rPr lang="en-US" sz="800" dirty="0" err="1"/>
              <a:t>res.status</a:t>
            </a:r>
            <a:r>
              <a:rPr lang="en-US" sz="800" dirty="0"/>
              <a:t>(401).</a:t>
            </a:r>
            <a:r>
              <a:rPr lang="en-US" sz="800" dirty="0" err="1"/>
              <a:t>json</a:t>
            </a:r>
            <a:r>
              <a:rPr lang="en-US" sz="800" dirty="0"/>
              <a:t>({ error: err.name + ": " + </a:t>
            </a:r>
            <a:r>
              <a:rPr lang="en-US" sz="800" dirty="0" err="1"/>
              <a:t>err.message</a:t>
            </a:r>
            <a:r>
              <a:rPr lang="en-US" sz="800" dirty="0"/>
              <a:t> });</a:t>
            </a:r>
          </a:p>
          <a:p>
            <a:pPr marL="0" indent="0">
              <a:buNone/>
            </a:pPr>
            <a:r>
              <a:rPr lang="en-US" sz="800" dirty="0"/>
              <a:t>  } else if (err) {</a:t>
            </a:r>
          </a:p>
          <a:p>
            <a:pPr marL="0" indent="0">
              <a:buNone/>
            </a:pPr>
            <a:r>
              <a:rPr lang="en-US" sz="800" dirty="0"/>
              <a:t>    </a:t>
            </a:r>
            <a:r>
              <a:rPr lang="en-US" sz="800" dirty="0" err="1"/>
              <a:t>res.status</a:t>
            </a:r>
            <a:r>
              <a:rPr lang="en-US" sz="800" dirty="0"/>
              <a:t>(400).</a:t>
            </a:r>
            <a:r>
              <a:rPr lang="en-US" sz="800" dirty="0" err="1"/>
              <a:t>json</a:t>
            </a:r>
            <a:r>
              <a:rPr lang="en-US" sz="800" dirty="0"/>
              <a:t>({ error: err.name + ": " + </a:t>
            </a:r>
            <a:r>
              <a:rPr lang="en-US" sz="800" dirty="0" err="1"/>
              <a:t>err.message</a:t>
            </a:r>
            <a:r>
              <a:rPr lang="en-US" sz="800" dirty="0"/>
              <a:t> });</a:t>
            </a:r>
          </a:p>
          <a:p>
            <a:pPr marL="0" indent="0">
              <a:buNone/>
            </a:pPr>
            <a:r>
              <a:rPr lang="en-US" sz="800" dirty="0"/>
              <a:t>    console.log(err);</a:t>
            </a:r>
          </a:p>
          <a:p>
            <a:pPr marL="0" indent="0">
              <a:buNone/>
            </a:pPr>
            <a:r>
              <a:rPr lang="en-US" sz="800" dirty="0"/>
              <a:t>  }</a:t>
            </a:r>
          </a:p>
          <a:p>
            <a:pPr marL="0" indent="0">
              <a:buNone/>
            </a:pPr>
            <a:r>
              <a:rPr lang="en-US" sz="800" dirty="0"/>
              <a:t>});</a:t>
            </a:r>
          </a:p>
          <a:p>
            <a:pPr marL="0" indent="0">
              <a:buNone/>
            </a:pPr>
            <a:r>
              <a:rPr lang="en-US" sz="800" dirty="0"/>
              <a:t>    </a:t>
            </a:r>
          </a:p>
          <a:p>
            <a:pPr marL="0" indent="0">
              <a:buNone/>
            </a:pPr>
            <a:r>
              <a:rPr lang="en-US" sz="800" dirty="0"/>
              <a:t>export default app;</a:t>
            </a:r>
          </a:p>
          <a:p>
            <a:pPr marL="0" indent="0">
              <a:buNone/>
            </a:pPr>
            <a:br>
              <a:rPr lang="en-US" sz="800" b="0" dirty="0">
                <a:solidFill>
                  <a:srgbClr val="008000"/>
                </a:solidFill>
                <a:effectLst/>
                <a:latin typeface="Consolas" panose="020B0609020204030204" pitchFamily="49" charset="0"/>
              </a:rPr>
            </a:br>
            <a:endParaRPr lang="en-US" sz="800" b="0" dirty="0">
              <a:solidFill>
                <a:srgbClr val="008000"/>
              </a:solidFill>
              <a:effectLst/>
              <a:latin typeface="Consolas" panose="020B0609020204030204" pitchFamily="49" charset="0"/>
            </a:endParaRPr>
          </a:p>
          <a:p>
            <a:pPr marL="0" indent="0">
              <a:buNone/>
            </a:pPr>
            <a:endParaRPr lang="en-US" sz="800" dirty="0"/>
          </a:p>
        </p:txBody>
      </p:sp>
      <p:sp>
        <p:nvSpPr>
          <p:cNvPr id="4" name="Date Placeholder 3">
            <a:extLst>
              <a:ext uri="{FF2B5EF4-FFF2-40B4-BE49-F238E27FC236}">
                <a16:creationId xmlns:a16="http://schemas.microsoft.com/office/drawing/2014/main" id="{8143AA79-E584-5016-6DEA-03F39F7E8E7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736E0D5F-588E-E679-9E68-C577F7A9997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069C6F5-8FC8-B85D-19A1-997A08A4BCD5}"/>
              </a:ext>
            </a:extLst>
          </p:cNvPr>
          <p:cNvSpPr>
            <a:spLocks noGrp="1"/>
          </p:cNvSpPr>
          <p:nvPr>
            <p:ph type="sldNum" sz="quarter" idx="12"/>
          </p:nvPr>
        </p:nvSpPr>
        <p:spPr/>
        <p:txBody>
          <a:bodyPr/>
          <a:lstStyle/>
          <a:p>
            <a:fld id="{7C5CF243-786F-4254-B068-4C9F0B6EA12F}" type="slidenum">
              <a:rPr lang="en-US" altLang="en-US" smtClean="0"/>
              <a:pPr/>
              <a:t>81</a:t>
            </a:fld>
            <a:endParaRPr lang="en-US" altLang="en-US"/>
          </a:p>
        </p:txBody>
      </p:sp>
    </p:spTree>
    <p:extLst>
      <p:ext uri="{BB962C8B-B14F-4D97-AF65-F5344CB8AC3E}">
        <p14:creationId xmlns:p14="http://schemas.microsoft.com/office/powerpoint/2010/main" val="6512510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2DE5-2084-D437-A289-57C3F38298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5351DE-808F-2251-D9F1-D62A647B6793}"/>
              </a:ext>
            </a:extLst>
          </p:cNvPr>
          <p:cNvSpPr>
            <a:spLocks noGrp="1"/>
          </p:cNvSpPr>
          <p:nvPr>
            <p:ph idx="1"/>
          </p:nvPr>
        </p:nvSpPr>
        <p:spPr/>
        <p:txBody>
          <a:bodyPr/>
          <a:lstStyle/>
          <a:p>
            <a:r>
              <a:rPr lang="en-US" dirty="0"/>
              <a:t>In the client side, we have to add product pages and API</a:t>
            </a:r>
          </a:p>
        </p:txBody>
      </p:sp>
      <p:sp>
        <p:nvSpPr>
          <p:cNvPr id="4" name="Date Placeholder 3">
            <a:extLst>
              <a:ext uri="{FF2B5EF4-FFF2-40B4-BE49-F238E27FC236}">
                <a16:creationId xmlns:a16="http://schemas.microsoft.com/office/drawing/2014/main" id="{C9BD10A1-4567-B8E2-E8D0-6027CDD3C54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1EDBEB6-5E65-6AB2-74F5-0AA0BD8D140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5ABDE07-469B-5D06-F62F-AA19DCF16986}"/>
              </a:ext>
            </a:extLst>
          </p:cNvPr>
          <p:cNvSpPr>
            <a:spLocks noGrp="1"/>
          </p:cNvSpPr>
          <p:nvPr>
            <p:ph type="sldNum" sz="quarter" idx="12"/>
          </p:nvPr>
        </p:nvSpPr>
        <p:spPr/>
        <p:txBody>
          <a:bodyPr/>
          <a:lstStyle/>
          <a:p>
            <a:fld id="{7C5CF243-786F-4254-B068-4C9F0B6EA12F}" type="slidenum">
              <a:rPr lang="en-US" altLang="en-US" smtClean="0"/>
              <a:pPr/>
              <a:t>82</a:t>
            </a:fld>
            <a:endParaRPr lang="en-US" altLang="en-US"/>
          </a:p>
        </p:txBody>
      </p:sp>
    </p:spTree>
    <p:extLst>
      <p:ext uri="{BB962C8B-B14F-4D97-AF65-F5344CB8AC3E}">
        <p14:creationId xmlns:p14="http://schemas.microsoft.com/office/powerpoint/2010/main" val="6734000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56CD-525B-449D-F029-EE461595C854}"/>
              </a:ext>
            </a:extLst>
          </p:cNvPr>
          <p:cNvSpPr>
            <a:spLocks noGrp="1"/>
          </p:cNvSpPr>
          <p:nvPr>
            <p:ph type="title"/>
          </p:nvPr>
        </p:nvSpPr>
        <p:spPr/>
        <p:txBody>
          <a:bodyPr/>
          <a:lstStyle/>
          <a:p>
            <a:r>
              <a:rPr lang="en-US" dirty="0"/>
              <a:t>Client/product/api-product.js</a:t>
            </a:r>
          </a:p>
        </p:txBody>
      </p:sp>
      <p:sp>
        <p:nvSpPr>
          <p:cNvPr id="3" name="Content Placeholder 2">
            <a:extLst>
              <a:ext uri="{FF2B5EF4-FFF2-40B4-BE49-F238E27FC236}">
                <a16:creationId xmlns:a16="http://schemas.microsoft.com/office/drawing/2014/main" id="{DB90C64D-B8E1-F18F-9611-A795B3F23A92}"/>
              </a:ext>
            </a:extLst>
          </p:cNvPr>
          <p:cNvSpPr>
            <a:spLocks noGrp="1"/>
          </p:cNvSpPr>
          <p:nvPr>
            <p:ph idx="1"/>
          </p:nvPr>
        </p:nvSpPr>
        <p:spPr/>
        <p:txBody>
          <a:bodyPr/>
          <a:lstStyle/>
          <a:p>
            <a:pPr marL="0" indent="0">
              <a:buNone/>
            </a:pPr>
            <a:r>
              <a:rPr lang="en-US" sz="220" dirty="0"/>
              <a:t>const create = async (params, credentials, product) =&gt; {</a:t>
            </a:r>
          </a:p>
          <a:p>
            <a:pPr marL="0" indent="0">
              <a:buNone/>
            </a:pPr>
            <a:r>
              <a:rPr lang="en-US" sz="220" dirty="0"/>
              <a:t>  try {</a:t>
            </a:r>
          </a:p>
          <a:p>
            <a:pPr marL="0" indent="0">
              <a:buNone/>
            </a:pPr>
            <a:r>
              <a:rPr lang="en-US" sz="220" dirty="0"/>
              <a:t>    let response = await fetch("/</a:t>
            </a:r>
            <a:r>
              <a:rPr lang="en-US" sz="220" dirty="0" err="1"/>
              <a:t>api</a:t>
            </a:r>
            <a:r>
              <a:rPr lang="en-US" sz="220" dirty="0"/>
              <a:t>/products/by/" + </a:t>
            </a:r>
            <a:r>
              <a:rPr lang="en-US" sz="220" dirty="0" err="1"/>
              <a:t>params.shopId</a:t>
            </a:r>
            <a:r>
              <a:rPr lang="en-US" sz="220" dirty="0"/>
              <a:t>, {</a:t>
            </a:r>
          </a:p>
          <a:p>
            <a:pPr marL="0" indent="0">
              <a:buNone/>
            </a:pPr>
            <a:r>
              <a:rPr lang="en-US" sz="220" dirty="0"/>
              <a:t>      method: "POST",</a:t>
            </a:r>
          </a:p>
          <a:p>
            <a:pPr marL="0" indent="0">
              <a:buNone/>
            </a:pPr>
            <a:r>
              <a:rPr lang="en-US" sz="220" dirty="0"/>
              <a:t>      headers: {</a:t>
            </a:r>
          </a:p>
          <a:p>
            <a:pPr marL="0" indent="0">
              <a:buNone/>
            </a:pPr>
            <a:r>
              <a:rPr lang="en-US" sz="220" dirty="0"/>
              <a:t>        Accept: "application/</a:t>
            </a:r>
            <a:r>
              <a:rPr lang="en-US" sz="220" dirty="0" err="1"/>
              <a:t>json</a:t>
            </a:r>
            <a:r>
              <a:rPr lang="en-US" sz="220" dirty="0"/>
              <a:t>",</a:t>
            </a:r>
          </a:p>
          <a:p>
            <a:pPr marL="0" indent="0">
              <a:buNone/>
            </a:pPr>
            <a:r>
              <a:rPr lang="en-US" sz="220" dirty="0"/>
              <a:t>        Authorization: "Bearer " + credentials.t,</a:t>
            </a:r>
          </a:p>
          <a:p>
            <a:pPr marL="0" indent="0">
              <a:buNone/>
            </a:pPr>
            <a:r>
              <a:rPr lang="en-US" sz="220" dirty="0"/>
              <a:t>      },</a:t>
            </a:r>
          </a:p>
          <a:p>
            <a:pPr marL="0" indent="0">
              <a:buNone/>
            </a:pPr>
            <a:r>
              <a:rPr lang="en-US" sz="220" dirty="0"/>
              <a:t>      body: product,</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read = async (params, signal) =&gt; {</a:t>
            </a:r>
          </a:p>
          <a:p>
            <a:pPr marL="0" indent="0">
              <a:buNone/>
            </a:pPr>
            <a:r>
              <a:rPr lang="en-US" sz="220" dirty="0"/>
              <a:t>  try {</a:t>
            </a:r>
          </a:p>
          <a:p>
            <a:pPr marL="0" indent="0">
              <a:buNone/>
            </a:pPr>
            <a:r>
              <a:rPr lang="en-US" sz="220" dirty="0"/>
              <a:t>    let response = await fetch("/</a:t>
            </a:r>
            <a:r>
              <a:rPr lang="en-US" sz="220" dirty="0" err="1"/>
              <a:t>api</a:t>
            </a:r>
            <a:r>
              <a:rPr lang="en-US" sz="220" dirty="0"/>
              <a:t>/products/" + </a:t>
            </a:r>
            <a:r>
              <a:rPr lang="en-US" sz="220" dirty="0" err="1"/>
              <a:t>params.productId</a:t>
            </a:r>
            <a:r>
              <a:rPr lang="en-US" sz="220" dirty="0"/>
              <a:t>, {</a:t>
            </a:r>
          </a:p>
          <a:p>
            <a:pPr marL="0" indent="0">
              <a:buNone/>
            </a:pPr>
            <a:r>
              <a:rPr lang="en-US" sz="220" dirty="0"/>
              <a:t>      method: "GET",</a:t>
            </a:r>
          </a:p>
          <a:p>
            <a:pPr marL="0" indent="0">
              <a:buNone/>
            </a:pPr>
            <a:r>
              <a:rPr lang="en-US" sz="220" dirty="0"/>
              <a:t>      signal: signal,</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update = async (params, credentials, product) =&gt; {</a:t>
            </a:r>
          </a:p>
          <a:p>
            <a:pPr marL="0" indent="0">
              <a:buNone/>
            </a:pPr>
            <a:r>
              <a:rPr lang="en-US" sz="220" dirty="0"/>
              <a:t>  try {</a:t>
            </a:r>
          </a:p>
          <a:p>
            <a:pPr marL="0" indent="0">
              <a:buNone/>
            </a:pPr>
            <a:r>
              <a:rPr lang="en-US" sz="220" dirty="0"/>
              <a:t>    let response = await fetch(</a:t>
            </a:r>
          </a:p>
          <a:p>
            <a:pPr marL="0" indent="0">
              <a:buNone/>
            </a:pPr>
            <a:r>
              <a:rPr lang="en-US" sz="220" dirty="0"/>
              <a:t>      "/</a:t>
            </a:r>
            <a:r>
              <a:rPr lang="en-US" sz="220" dirty="0" err="1"/>
              <a:t>api</a:t>
            </a:r>
            <a:r>
              <a:rPr lang="en-US" sz="220" dirty="0"/>
              <a:t>/product/" + </a:t>
            </a:r>
            <a:r>
              <a:rPr lang="en-US" sz="220" dirty="0" err="1"/>
              <a:t>params.shopId</a:t>
            </a:r>
            <a:r>
              <a:rPr lang="en-US" sz="220" dirty="0"/>
              <a:t> + "/" + </a:t>
            </a:r>
            <a:r>
              <a:rPr lang="en-US" sz="220" dirty="0" err="1"/>
              <a:t>params.productId</a:t>
            </a:r>
            <a:r>
              <a:rPr lang="en-US" sz="220" dirty="0"/>
              <a:t>,</a:t>
            </a:r>
          </a:p>
          <a:p>
            <a:pPr marL="0" indent="0">
              <a:buNone/>
            </a:pPr>
            <a:r>
              <a:rPr lang="en-US" sz="220" dirty="0"/>
              <a:t>      {</a:t>
            </a:r>
          </a:p>
          <a:p>
            <a:pPr marL="0" indent="0">
              <a:buNone/>
            </a:pPr>
            <a:r>
              <a:rPr lang="en-US" sz="220" dirty="0"/>
              <a:t>        method: "PUT",</a:t>
            </a:r>
          </a:p>
          <a:p>
            <a:pPr marL="0" indent="0">
              <a:buNone/>
            </a:pPr>
            <a:r>
              <a:rPr lang="en-US" sz="220" dirty="0"/>
              <a:t>        headers: {</a:t>
            </a:r>
          </a:p>
          <a:p>
            <a:pPr marL="0" indent="0">
              <a:buNone/>
            </a:pPr>
            <a:r>
              <a:rPr lang="en-US" sz="220" dirty="0"/>
              <a:t>          Accept: "application/</a:t>
            </a:r>
            <a:r>
              <a:rPr lang="en-US" sz="220" dirty="0" err="1"/>
              <a:t>json</a:t>
            </a:r>
            <a:r>
              <a:rPr lang="en-US" sz="220" dirty="0"/>
              <a:t>",</a:t>
            </a:r>
          </a:p>
          <a:p>
            <a:pPr marL="0" indent="0">
              <a:buNone/>
            </a:pPr>
            <a:r>
              <a:rPr lang="en-US" sz="220" dirty="0"/>
              <a:t>          Authorization: "Bearer " + credentials.t,</a:t>
            </a:r>
          </a:p>
          <a:p>
            <a:pPr marL="0" indent="0">
              <a:buNone/>
            </a:pPr>
            <a:r>
              <a:rPr lang="en-US" sz="220" dirty="0"/>
              <a:t>        },</a:t>
            </a:r>
          </a:p>
          <a:p>
            <a:pPr marL="0" indent="0">
              <a:buNone/>
            </a:pPr>
            <a:r>
              <a:rPr lang="en-US" sz="220" dirty="0"/>
              <a:t>        body: product,</a:t>
            </a:r>
          </a:p>
          <a:p>
            <a:pPr marL="0" indent="0">
              <a:buNone/>
            </a:pPr>
            <a:r>
              <a:rPr lang="en-US" sz="220" dirty="0"/>
              <a:t>      }</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remove = async (params, credentials) =&gt; {</a:t>
            </a:r>
          </a:p>
          <a:p>
            <a:pPr marL="0" indent="0">
              <a:buNone/>
            </a:pPr>
            <a:r>
              <a:rPr lang="en-US" sz="220" dirty="0"/>
              <a:t>  try {</a:t>
            </a:r>
          </a:p>
          <a:p>
            <a:pPr marL="0" indent="0">
              <a:buNone/>
            </a:pPr>
            <a:r>
              <a:rPr lang="en-US" sz="220" dirty="0"/>
              <a:t>    let response = await fetch(</a:t>
            </a:r>
          </a:p>
          <a:p>
            <a:pPr marL="0" indent="0">
              <a:buNone/>
            </a:pPr>
            <a:r>
              <a:rPr lang="en-US" sz="220" dirty="0"/>
              <a:t>      "/</a:t>
            </a:r>
            <a:r>
              <a:rPr lang="en-US" sz="220" dirty="0" err="1"/>
              <a:t>api</a:t>
            </a:r>
            <a:r>
              <a:rPr lang="en-US" sz="220" dirty="0"/>
              <a:t>/product/" + </a:t>
            </a:r>
            <a:r>
              <a:rPr lang="en-US" sz="220" dirty="0" err="1"/>
              <a:t>params.shopId</a:t>
            </a:r>
            <a:r>
              <a:rPr lang="en-US" sz="220" dirty="0"/>
              <a:t> + "/" + </a:t>
            </a:r>
            <a:r>
              <a:rPr lang="en-US" sz="220" dirty="0" err="1"/>
              <a:t>params.productId</a:t>
            </a:r>
            <a:r>
              <a:rPr lang="en-US" sz="220" dirty="0"/>
              <a:t>,</a:t>
            </a:r>
          </a:p>
          <a:p>
            <a:pPr marL="0" indent="0">
              <a:buNone/>
            </a:pPr>
            <a:r>
              <a:rPr lang="en-US" sz="220" dirty="0"/>
              <a:t>      {</a:t>
            </a:r>
          </a:p>
          <a:p>
            <a:pPr marL="0" indent="0">
              <a:buNone/>
            </a:pPr>
            <a:r>
              <a:rPr lang="en-US" sz="220" dirty="0"/>
              <a:t>        method: "DELETE",</a:t>
            </a:r>
          </a:p>
          <a:p>
            <a:pPr marL="0" indent="0">
              <a:buNone/>
            </a:pPr>
            <a:r>
              <a:rPr lang="en-US" sz="220" dirty="0"/>
              <a:t>        headers: {</a:t>
            </a:r>
          </a:p>
          <a:p>
            <a:pPr marL="0" indent="0">
              <a:buNone/>
            </a:pPr>
            <a:r>
              <a:rPr lang="en-US" sz="220" dirty="0"/>
              <a:t>          Accept: "application/</a:t>
            </a:r>
            <a:r>
              <a:rPr lang="en-US" sz="220" dirty="0" err="1"/>
              <a:t>json</a:t>
            </a:r>
            <a:r>
              <a:rPr lang="en-US" sz="220" dirty="0"/>
              <a:t>",</a:t>
            </a:r>
          </a:p>
          <a:p>
            <a:pPr marL="0" indent="0">
              <a:buNone/>
            </a:pPr>
            <a:r>
              <a:rPr lang="en-US" sz="220" dirty="0"/>
              <a:t>          "Content-Type": "application/</a:t>
            </a:r>
            <a:r>
              <a:rPr lang="en-US" sz="220" dirty="0" err="1"/>
              <a:t>json</a:t>
            </a:r>
            <a:r>
              <a:rPr lang="en-US" sz="220" dirty="0"/>
              <a:t>",</a:t>
            </a:r>
          </a:p>
          <a:p>
            <a:pPr marL="0" indent="0">
              <a:buNone/>
            </a:pPr>
            <a:r>
              <a:rPr lang="en-US" sz="220" dirty="0"/>
              <a:t>          Authorization: "Bearer " + credentials.t,</a:t>
            </a:r>
          </a:p>
          <a:p>
            <a:pPr marL="0" indent="0">
              <a:buNone/>
            </a:pPr>
            <a:r>
              <a:rPr lang="en-US" sz="220" dirty="0"/>
              <a:t>        },</a:t>
            </a:r>
          </a:p>
          <a:p>
            <a:pPr marL="0" indent="0">
              <a:buNone/>
            </a:pPr>
            <a:r>
              <a:rPr lang="en-US" sz="220" dirty="0"/>
              <a:t>      }</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a:t>
            </a:r>
            <a:r>
              <a:rPr lang="en-US" sz="220" dirty="0" err="1"/>
              <a:t>listByShop</a:t>
            </a:r>
            <a:r>
              <a:rPr lang="en-US" sz="220" dirty="0"/>
              <a:t> = async (params, signal) =&gt; {</a:t>
            </a:r>
          </a:p>
          <a:p>
            <a:pPr marL="0" indent="0">
              <a:buNone/>
            </a:pPr>
            <a:r>
              <a:rPr lang="en-US" sz="220" dirty="0"/>
              <a:t>  try {</a:t>
            </a:r>
          </a:p>
          <a:p>
            <a:pPr marL="0" indent="0">
              <a:buNone/>
            </a:pPr>
            <a:r>
              <a:rPr lang="en-US" sz="220" dirty="0"/>
              <a:t>    let response = await fetch("/</a:t>
            </a:r>
            <a:r>
              <a:rPr lang="en-US" sz="220" dirty="0" err="1"/>
              <a:t>api</a:t>
            </a:r>
            <a:r>
              <a:rPr lang="en-US" sz="220" dirty="0"/>
              <a:t>/products/by/" + </a:t>
            </a:r>
            <a:r>
              <a:rPr lang="en-US" sz="220" dirty="0" err="1"/>
              <a:t>params.shopId</a:t>
            </a:r>
            <a:r>
              <a:rPr lang="en-US" sz="220" dirty="0"/>
              <a:t>, {</a:t>
            </a:r>
          </a:p>
          <a:p>
            <a:pPr marL="0" indent="0">
              <a:buNone/>
            </a:pPr>
            <a:r>
              <a:rPr lang="en-US" sz="220" dirty="0"/>
              <a:t>      method: "GET",</a:t>
            </a:r>
          </a:p>
          <a:p>
            <a:pPr marL="0" indent="0">
              <a:buNone/>
            </a:pPr>
            <a:r>
              <a:rPr lang="en-US" sz="220" dirty="0"/>
              <a:t>      signal: signal,</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a:t>
            </a:r>
            <a:r>
              <a:rPr lang="en-US" sz="220" dirty="0" err="1"/>
              <a:t>listLatest</a:t>
            </a:r>
            <a:r>
              <a:rPr lang="en-US" sz="220" dirty="0"/>
              <a:t> = async (signal) =&gt; {</a:t>
            </a:r>
          </a:p>
          <a:p>
            <a:pPr marL="0" indent="0">
              <a:buNone/>
            </a:pPr>
            <a:r>
              <a:rPr lang="en-US" sz="220" dirty="0"/>
              <a:t>  try {</a:t>
            </a:r>
          </a:p>
          <a:p>
            <a:pPr marL="0" indent="0">
              <a:buNone/>
            </a:pPr>
            <a:r>
              <a:rPr lang="en-US" sz="220" dirty="0"/>
              <a:t>    let response = await fetch("/</a:t>
            </a:r>
            <a:r>
              <a:rPr lang="en-US" sz="220" dirty="0" err="1"/>
              <a:t>api</a:t>
            </a:r>
            <a:r>
              <a:rPr lang="en-US" sz="220" dirty="0"/>
              <a:t>/products/latest", {</a:t>
            </a:r>
          </a:p>
          <a:p>
            <a:pPr marL="0" indent="0">
              <a:buNone/>
            </a:pPr>
            <a:r>
              <a:rPr lang="en-US" sz="220" dirty="0"/>
              <a:t>      method: "GET",</a:t>
            </a:r>
          </a:p>
          <a:p>
            <a:pPr marL="0" indent="0">
              <a:buNone/>
            </a:pPr>
            <a:r>
              <a:rPr lang="en-US" sz="220" dirty="0"/>
              <a:t>      signal: signal,</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a:t>
            </a:r>
            <a:r>
              <a:rPr lang="en-US" sz="220" dirty="0" err="1"/>
              <a:t>listRelated</a:t>
            </a:r>
            <a:r>
              <a:rPr lang="en-US" sz="220" dirty="0"/>
              <a:t> = async (params, signal) =&gt; {</a:t>
            </a:r>
          </a:p>
          <a:p>
            <a:pPr marL="0" indent="0">
              <a:buNone/>
            </a:pPr>
            <a:r>
              <a:rPr lang="en-US" sz="220" dirty="0"/>
              <a:t>  try {</a:t>
            </a:r>
          </a:p>
          <a:p>
            <a:pPr marL="0" indent="0">
              <a:buNone/>
            </a:pPr>
            <a:r>
              <a:rPr lang="en-US" sz="220" dirty="0"/>
              <a:t>    let response = await fetch("/</a:t>
            </a:r>
            <a:r>
              <a:rPr lang="en-US" sz="220" dirty="0" err="1"/>
              <a:t>api</a:t>
            </a:r>
            <a:r>
              <a:rPr lang="en-US" sz="220" dirty="0"/>
              <a:t>/products/related/" + </a:t>
            </a:r>
            <a:r>
              <a:rPr lang="en-US" sz="220" dirty="0" err="1"/>
              <a:t>params.productId</a:t>
            </a:r>
            <a:r>
              <a:rPr lang="en-US" sz="220" dirty="0"/>
              <a:t>, {</a:t>
            </a:r>
          </a:p>
          <a:p>
            <a:pPr marL="0" indent="0">
              <a:buNone/>
            </a:pPr>
            <a:r>
              <a:rPr lang="en-US" sz="220" dirty="0"/>
              <a:t>      method: "GET",</a:t>
            </a:r>
          </a:p>
          <a:p>
            <a:pPr marL="0" indent="0">
              <a:buNone/>
            </a:pPr>
            <a:r>
              <a:rPr lang="en-US" sz="220" dirty="0"/>
              <a:t>      signal: signal,</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a:t>
            </a:r>
            <a:r>
              <a:rPr lang="en-US" sz="220" dirty="0" err="1"/>
              <a:t>listCategories</a:t>
            </a:r>
            <a:r>
              <a:rPr lang="en-US" sz="220" dirty="0"/>
              <a:t> = async (signal) =&gt; {</a:t>
            </a:r>
          </a:p>
          <a:p>
            <a:pPr marL="0" indent="0">
              <a:buNone/>
            </a:pPr>
            <a:r>
              <a:rPr lang="en-US" sz="220" dirty="0"/>
              <a:t>  try {</a:t>
            </a:r>
          </a:p>
          <a:p>
            <a:pPr marL="0" indent="0">
              <a:buNone/>
            </a:pPr>
            <a:r>
              <a:rPr lang="en-US" sz="220" dirty="0"/>
              <a:t>    let response = await fetch("/</a:t>
            </a:r>
            <a:r>
              <a:rPr lang="en-US" sz="220" dirty="0" err="1"/>
              <a:t>api</a:t>
            </a:r>
            <a:r>
              <a:rPr lang="en-US" sz="220" dirty="0"/>
              <a:t>/products/categories", {</a:t>
            </a:r>
          </a:p>
          <a:p>
            <a:pPr marL="0" indent="0">
              <a:buNone/>
            </a:pPr>
            <a:r>
              <a:rPr lang="en-US" sz="220" dirty="0"/>
              <a:t>      method: "GET",</a:t>
            </a:r>
          </a:p>
          <a:p>
            <a:pPr marL="0" indent="0">
              <a:buNone/>
            </a:pPr>
            <a:r>
              <a:rPr lang="en-US" sz="220" dirty="0"/>
              <a:t>      signal: signal,</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const list = async (params, signal) =&gt; {</a:t>
            </a:r>
          </a:p>
          <a:p>
            <a:pPr marL="0" indent="0">
              <a:buNone/>
            </a:pPr>
            <a:r>
              <a:rPr lang="en-US" sz="220" dirty="0"/>
              <a:t>  const query = </a:t>
            </a:r>
            <a:r>
              <a:rPr lang="en-US" sz="220" dirty="0" err="1"/>
              <a:t>queryString.stringify</a:t>
            </a:r>
            <a:r>
              <a:rPr lang="en-US" sz="220" dirty="0"/>
              <a:t>(params);</a:t>
            </a:r>
          </a:p>
          <a:p>
            <a:pPr marL="0" indent="0">
              <a:buNone/>
            </a:pPr>
            <a:r>
              <a:rPr lang="en-US" sz="220" dirty="0"/>
              <a:t>  try {</a:t>
            </a:r>
          </a:p>
          <a:p>
            <a:pPr marL="0" indent="0">
              <a:buNone/>
            </a:pPr>
            <a:r>
              <a:rPr lang="en-US" sz="220" dirty="0"/>
              <a:t>    let response = await fetch("/</a:t>
            </a:r>
            <a:r>
              <a:rPr lang="en-US" sz="220" dirty="0" err="1"/>
              <a:t>api</a:t>
            </a:r>
            <a:r>
              <a:rPr lang="en-US" sz="220" dirty="0"/>
              <a:t>/products?" + query, {</a:t>
            </a:r>
          </a:p>
          <a:p>
            <a:pPr marL="0" indent="0">
              <a:buNone/>
            </a:pPr>
            <a:r>
              <a:rPr lang="en-US" sz="220" dirty="0"/>
              <a:t>      method: "GET",</a:t>
            </a:r>
          </a:p>
          <a:p>
            <a:pPr marL="0" indent="0">
              <a:buNone/>
            </a:pPr>
            <a:r>
              <a:rPr lang="en-US" sz="220" dirty="0"/>
              <a:t>    });</a:t>
            </a:r>
          </a:p>
          <a:p>
            <a:pPr marL="0" indent="0">
              <a:buNone/>
            </a:pPr>
            <a:r>
              <a:rPr lang="en-US" sz="220" dirty="0"/>
              <a:t>    return </a:t>
            </a:r>
            <a:r>
              <a:rPr lang="en-US" sz="220" dirty="0" err="1"/>
              <a:t>response.json</a:t>
            </a:r>
            <a:r>
              <a:rPr lang="en-US" sz="220" dirty="0"/>
              <a:t>();</a:t>
            </a:r>
          </a:p>
          <a:p>
            <a:pPr marL="0" indent="0">
              <a:buNone/>
            </a:pPr>
            <a:r>
              <a:rPr lang="en-US" sz="220" dirty="0"/>
              <a:t>  } catch (err) {</a:t>
            </a:r>
          </a:p>
          <a:p>
            <a:pPr marL="0" indent="0">
              <a:buNone/>
            </a:pPr>
            <a:r>
              <a:rPr lang="en-US" sz="220" dirty="0"/>
              <a:t>    console.log(err);</a:t>
            </a:r>
          </a:p>
          <a:p>
            <a:pPr marL="0" indent="0">
              <a:buNone/>
            </a:pPr>
            <a:r>
              <a:rPr lang="en-US" sz="220" dirty="0"/>
              <a:t>  }</a:t>
            </a:r>
          </a:p>
          <a:p>
            <a:pPr marL="0" indent="0">
              <a:buNone/>
            </a:pPr>
            <a:r>
              <a:rPr lang="en-US" sz="220" dirty="0"/>
              <a:t>};</a:t>
            </a:r>
          </a:p>
          <a:p>
            <a:pPr marL="0" indent="0">
              <a:buNone/>
            </a:pPr>
            <a:r>
              <a:rPr lang="en-US" sz="220" dirty="0"/>
              <a:t>export {</a:t>
            </a:r>
          </a:p>
          <a:p>
            <a:pPr marL="0" indent="0">
              <a:buNone/>
            </a:pPr>
            <a:r>
              <a:rPr lang="en-US" sz="220" dirty="0"/>
              <a:t>  create,</a:t>
            </a:r>
          </a:p>
          <a:p>
            <a:pPr marL="0" indent="0">
              <a:buNone/>
            </a:pPr>
            <a:r>
              <a:rPr lang="en-US" sz="220" dirty="0"/>
              <a:t>  read,</a:t>
            </a:r>
          </a:p>
          <a:p>
            <a:pPr marL="0" indent="0">
              <a:buNone/>
            </a:pPr>
            <a:r>
              <a:rPr lang="en-US" sz="220" dirty="0"/>
              <a:t>  update,</a:t>
            </a:r>
          </a:p>
          <a:p>
            <a:pPr marL="0" indent="0">
              <a:buNone/>
            </a:pPr>
            <a:r>
              <a:rPr lang="en-US" sz="220" dirty="0"/>
              <a:t>  remove,</a:t>
            </a:r>
          </a:p>
          <a:p>
            <a:pPr marL="0" indent="0">
              <a:buNone/>
            </a:pPr>
            <a:r>
              <a:rPr lang="en-US" sz="220" dirty="0"/>
              <a:t>  </a:t>
            </a:r>
            <a:r>
              <a:rPr lang="en-US" sz="220" dirty="0" err="1"/>
              <a:t>listByShop</a:t>
            </a:r>
            <a:r>
              <a:rPr lang="en-US" sz="220" dirty="0"/>
              <a:t>,</a:t>
            </a:r>
          </a:p>
          <a:p>
            <a:pPr marL="0" indent="0">
              <a:buNone/>
            </a:pPr>
            <a:r>
              <a:rPr lang="en-US" sz="220" dirty="0"/>
              <a:t>  </a:t>
            </a:r>
            <a:r>
              <a:rPr lang="en-US" sz="220" dirty="0" err="1"/>
              <a:t>listLatest</a:t>
            </a:r>
            <a:r>
              <a:rPr lang="en-US" sz="220" dirty="0"/>
              <a:t>,</a:t>
            </a:r>
          </a:p>
          <a:p>
            <a:pPr marL="0" indent="0">
              <a:buNone/>
            </a:pPr>
            <a:r>
              <a:rPr lang="en-US" sz="220" dirty="0"/>
              <a:t>  </a:t>
            </a:r>
            <a:r>
              <a:rPr lang="en-US" sz="220" dirty="0" err="1"/>
              <a:t>listRelated</a:t>
            </a:r>
            <a:r>
              <a:rPr lang="en-US" sz="220" dirty="0"/>
              <a:t>,</a:t>
            </a:r>
          </a:p>
          <a:p>
            <a:pPr marL="0" indent="0">
              <a:buNone/>
            </a:pPr>
            <a:r>
              <a:rPr lang="en-US" sz="220" dirty="0"/>
              <a:t>  </a:t>
            </a:r>
            <a:r>
              <a:rPr lang="en-US" sz="220" dirty="0" err="1"/>
              <a:t>listCategories</a:t>
            </a:r>
            <a:r>
              <a:rPr lang="en-US" sz="220" dirty="0"/>
              <a:t>,</a:t>
            </a:r>
          </a:p>
          <a:p>
            <a:pPr marL="0" indent="0">
              <a:buNone/>
            </a:pPr>
            <a:r>
              <a:rPr lang="en-US" sz="220" dirty="0"/>
              <a:t>  list,</a:t>
            </a:r>
          </a:p>
          <a:p>
            <a:pPr marL="0" indent="0">
              <a:buNone/>
            </a:pPr>
            <a:r>
              <a:rPr lang="en-US" sz="220" dirty="0"/>
              <a:t>};</a:t>
            </a:r>
          </a:p>
          <a:p>
            <a:pPr marL="0" indent="0">
              <a:buNone/>
            </a:pPr>
            <a:endParaRPr lang="en-US" sz="220" dirty="0"/>
          </a:p>
        </p:txBody>
      </p:sp>
      <p:sp>
        <p:nvSpPr>
          <p:cNvPr id="4" name="Date Placeholder 3">
            <a:extLst>
              <a:ext uri="{FF2B5EF4-FFF2-40B4-BE49-F238E27FC236}">
                <a16:creationId xmlns:a16="http://schemas.microsoft.com/office/drawing/2014/main" id="{D0F0FECA-FABC-A983-5FD0-9E0CCB8C15D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2BAD644-C24C-9EC3-103A-822B788EB92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1DD8C77-160A-BB9D-78C6-1EDD6450C1D7}"/>
              </a:ext>
            </a:extLst>
          </p:cNvPr>
          <p:cNvSpPr>
            <a:spLocks noGrp="1"/>
          </p:cNvSpPr>
          <p:nvPr>
            <p:ph type="sldNum" sz="quarter" idx="12"/>
          </p:nvPr>
        </p:nvSpPr>
        <p:spPr/>
        <p:txBody>
          <a:bodyPr/>
          <a:lstStyle/>
          <a:p>
            <a:fld id="{7C5CF243-786F-4254-B068-4C9F0B6EA12F}" type="slidenum">
              <a:rPr lang="en-US" altLang="en-US" smtClean="0"/>
              <a:pPr/>
              <a:t>83</a:t>
            </a:fld>
            <a:endParaRPr lang="en-US" altLang="en-US"/>
          </a:p>
        </p:txBody>
      </p:sp>
    </p:spTree>
    <p:extLst>
      <p:ext uri="{BB962C8B-B14F-4D97-AF65-F5344CB8AC3E}">
        <p14:creationId xmlns:p14="http://schemas.microsoft.com/office/powerpoint/2010/main" val="32876886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1EA1E-65DC-01E9-BCFA-E64E05073110}"/>
              </a:ext>
            </a:extLst>
          </p:cNvPr>
          <p:cNvSpPr>
            <a:spLocks noGrp="1"/>
          </p:cNvSpPr>
          <p:nvPr>
            <p:ph type="title"/>
          </p:nvPr>
        </p:nvSpPr>
        <p:spPr/>
        <p:txBody>
          <a:bodyPr/>
          <a:lstStyle/>
          <a:p>
            <a:r>
              <a:rPr lang="en-US" dirty="0"/>
              <a:t>Client/product/</a:t>
            </a:r>
            <a:r>
              <a:rPr lang="en-US" dirty="0" err="1"/>
              <a:t>NewProduct.jsx</a:t>
            </a:r>
            <a:endParaRPr lang="en-US" dirty="0"/>
          </a:p>
        </p:txBody>
      </p:sp>
      <p:sp>
        <p:nvSpPr>
          <p:cNvPr id="3" name="Content Placeholder 2">
            <a:extLst>
              <a:ext uri="{FF2B5EF4-FFF2-40B4-BE49-F238E27FC236}">
                <a16:creationId xmlns:a16="http://schemas.microsoft.com/office/drawing/2014/main" id="{0948D389-D661-5240-6577-BD35FCDEE95B}"/>
              </a:ext>
            </a:extLst>
          </p:cNvPr>
          <p:cNvSpPr>
            <a:spLocks noGrp="1"/>
          </p:cNvSpPr>
          <p:nvPr>
            <p:ph idx="1"/>
          </p:nvPr>
        </p:nvSpPr>
        <p:spPr/>
        <p:txBody>
          <a:bodyPr/>
          <a:lstStyle/>
          <a:p>
            <a:pPr marL="0" indent="0">
              <a:buNone/>
            </a:pPr>
            <a:r>
              <a:rPr lang="en-US" sz="145" dirty="0"/>
              <a:t>import React, { </a:t>
            </a:r>
            <a:r>
              <a:rPr lang="en-US" sz="145" dirty="0" err="1"/>
              <a:t>useState</a:t>
            </a:r>
            <a:r>
              <a:rPr lang="en-US" sz="145" dirty="0"/>
              <a:t> } from "react";</a:t>
            </a:r>
          </a:p>
          <a:p>
            <a:pPr marL="0" indent="0">
              <a:buNone/>
            </a:pPr>
            <a:r>
              <a:rPr lang="en-US" sz="145" dirty="0"/>
              <a:t>import {</a:t>
            </a:r>
          </a:p>
          <a:p>
            <a:pPr marL="0" indent="0">
              <a:buNone/>
            </a:pPr>
            <a:r>
              <a:rPr lang="en-US" sz="145" dirty="0"/>
              <a:t>  Card,</a:t>
            </a:r>
          </a:p>
          <a:p>
            <a:pPr marL="0" indent="0">
              <a:buNone/>
            </a:pPr>
            <a:r>
              <a:rPr lang="en-US" sz="145" dirty="0"/>
              <a:t>  </a:t>
            </a:r>
            <a:r>
              <a:rPr lang="en-US" sz="145" dirty="0" err="1"/>
              <a:t>CardActions</a:t>
            </a:r>
            <a:r>
              <a:rPr lang="en-US" sz="145" dirty="0"/>
              <a:t>,</a:t>
            </a:r>
          </a:p>
          <a:p>
            <a:pPr marL="0" indent="0">
              <a:buNone/>
            </a:pPr>
            <a:r>
              <a:rPr lang="en-US" sz="145" dirty="0"/>
              <a:t>  </a:t>
            </a:r>
            <a:r>
              <a:rPr lang="en-US" sz="145" dirty="0" err="1"/>
              <a:t>CardContent</a:t>
            </a:r>
            <a:r>
              <a:rPr lang="en-US" sz="145" dirty="0"/>
              <a:t>,</a:t>
            </a:r>
          </a:p>
          <a:p>
            <a:pPr marL="0" indent="0">
              <a:buNone/>
            </a:pPr>
            <a:r>
              <a:rPr lang="en-US" sz="145" dirty="0"/>
              <a:t>  Button,</a:t>
            </a:r>
          </a:p>
          <a:p>
            <a:pPr marL="0" indent="0">
              <a:buNone/>
            </a:pPr>
            <a:r>
              <a:rPr lang="en-US" sz="145" dirty="0"/>
              <a:t>  </a:t>
            </a:r>
            <a:r>
              <a:rPr lang="en-US" sz="145" dirty="0" err="1"/>
              <a:t>TextField</a:t>
            </a:r>
            <a:r>
              <a:rPr lang="en-US" sz="145" dirty="0"/>
              <a:t>,</a:t>
            </a:r>
          </a:p>
          <a:p>
            <a:pPr marL="0" indent="0">
              <a:buNone/>
            </a:pPr>
            <a:r>
              <a:rPr lang="en-US" sz="145" dirty="0"/>
              <a:t>  Typography,</a:t>
            </a:r>
          </a:p>
          <a:p>
            <a:pPr marL="0" indent="0">
              <a:buNone/>
            </a:pPr>
            <a:r>
              <a:rPr lang="en-US" sz="145" dirty="0"/>
              <a:t>  Icon,</a:t>
            </a:r>
          </a:p>
          <a:p>
            <a:pPr marL="0" indent="0">
              <a:buNone/>
            </a:pPr>
            <a:r>
              <a:rPr lang="en-US" sz="145" dirty="0"/>
              <a:t>} from "@</a:t>
            </a:r>
            <a:r>
              <a:rPr lang="en-US" sz="145" dirty="0" err="1"/>
              <a:t>mui</a:t>
            </a:r>
            <a:r>
              <a:rPr lang="en-US" sz="145" dirty="0"/>
              <a:t>/material";</a:t>
            </a:r>
          </a:p>
          <a:p>
            <a:pPr marL="0" indent="0">
              <a:buNone/>
            </a:pPr>
            <a:r>
              <a:rPr lang="en-US" sz="145" dirty="0"/>
              <a:t>import </a:t>
            </a:r>
            <a:r>
              <a:rPr lang="en-US" sz="145" dirty="0" err="1"/>
              <a:t>AddPhotoAlternateIcon</a:t>
            </a:r>
            <a:r>
              <a:rPr lang="en-US" sz="145" dirty="0"/>
              <a:t> from "@</a:t>
            </a:r>
            <a:r>
              <a:rPr lang="en-US" sz="145" dirty="0" err="1"/>
              <a:t>mui</a:t>
            </a:r>
            <a:r>
              <a:rPr lang="en-US" sz="145" dirty="0"/>
              <a:t>/icons-material/</a:t>
            </a:r>
            <a:r>
              <a:rPr lang="en-US" sz="145" dirty="0" err="1"/>
              <a:t>AddPhotoAlternate</a:t>
            </a:r>
            <a:r>
              <a:rPr lang="en-US" sz="145" dirty="0"/>
              <a:t>";</a:t>
            </a:r>
          </a:p>
          <a:p>
            <a:pPr marL="0" indent="0">
              <a:buNone/>
            </a:pPr>
            <a:r>
              <a:rPr lang="en-US" sz="145" dirty="0"/>
              <a:t>import { </a:t>
            </a:r>
            <a:r>
              <a:rPr lang="en-US" sz="145" dirty="0" err="1"/>
              <a:t>useTheme</a:t>
            </a:r>
            <a:r>
              <a:rPr lang="en-US" sz="145" dirty="0"/>
              <a:t> } from "@</a:t>
            </a:r>
            <a:r>
              <a:rPr lang="en-US" sz="145" dirty="0" err="1"/>
              <a:t>mui</a:t>
            </a:r>
            <a:r>
              <a:rPr lang="en-US" sz="145" dirty="0"/>
              <a:t>/material/styles";</a:t>
            </a:r>
          </a:p>
          <a:p>
            <a:pPr marL="0" indent="0">
              <a:buNone/>
            </a:pPr>
            <a:r>
              <a:rPr lang="en-US" sz="145" dirty="0"/>
              <a:t>import auth from "../lib/auth-helper";</a:t>
            </a:r>
          </a:p>
          <a:p>
            <a:pPr marL="0" indent="0">
              <a:buNone/>
            </a:pPr>
            <a:r>
              <a:rPr lang="en-US" sz="145" dirty="0"/>
              <a:t>import { create } from "./api-product.js";</a:t>
            </a:r>
          </a:p>
          <a:p>
            <a:pPr marL="0" indent="0">
              <a:buNone/>
            </a:pPr>
            <a:r>
              <a:rPr lang="en-US" sz="145" dirty="0"/>
              <a:t>import { Link, Navigate, </a:t>
            </a:r>
            <a:r>
              <a:rPr lang="en-US" sz="145" dirty="0" err="1"/>
              <a:t>useParams</a:t>
            </a:r>
            <a:r>
              <a:rPr lang="en-US" sz="145" dirty="0"/>
              <a:t> } from "react-router-</a:t>
            </a:r>
            <a:r>
              <a:rPr lang="en-US" sz="145" dirty="0" err="1"/>
              <a:t>dom</a:t>
            </a:r>
            <a:r>
              <a:rPr lang="en-US" sz="145" dirty="0"/>
              <a:t>";</a:t>
            </a:r>
          </a:p>
          <a:p>
            <a:pPr marL="0" indent="0">
              <a:buNone/>
            </a:pPr>
            <a:br>
              <a:rPr lang="en-US" sz="145" dirty="0"/>
            </a:br>
            <a:endParaRPr lang="en-US" sz="145" dirty="0"/>
          </a:p>
          <a:p>
            <a:pPr marL="0" indent="0">
              <a:buNone/>
            </a:pPr>
            <a:r>
              <a:rPr lang="en-US" sz="145" dirty="0"/>
              <a:t>export default function </a:t>
            </a:r>
            <a:r>
              <a:rPr lang="en-US" sz="145" dirty="0" err="1"/>
              <a:t>NewProduct</a:t>
            </a:r>
            <a:r>
              <a:rPr lang="en-US" sz="145" dirty="0"/>
              <a:t>() {</a:t>
            </a:r>
          </a:p>
          <a:p>
            <a:pPr marL="0" indent="0">
              <a:buNone/>
            </a:pPr>
            <a:r>
              <a:rPr lang="en-US" sz="145" dirty="0"/>
              <a:t>  const theme = </a:t>
            </a:r>
            <a:r>
              <a:rPr lang="en-US" sz="145" dirty="0" err="1"/>
              <a:t>useTheme</a:t>
            </a:r>
            <a:r>
              <a:rPr lang="en-US" sz="145" dirty="0"/>
              <a:t>();</a:t>
            </a:r>
          </a:p>
          <a:p>
            <a:pPr marL="0" indent="0">
              <a:buNone/>
            </a:pPr>
            <a:r>
              <a:rPr lang="en-US" sz="145" dirty="0"/>
              <a:t>  const params = </a:t>
            </a:r>
            <a:r>
              <a:rPr lang="en-US" sz="145" dirty="0" err="1"/>
              <a:t>useParams</a:t>
            </a:r>
            <a:r>
              <a:rPr lang="en-US" sz="145" dirty="0"/>
              <a:t>();</a:t>
            </a:r>
          </a:p>
          <a:p>
            <a:pPr marL="0" indent="0">
              <a:buNone/>
            </a:pPr>
            <a:br>
              <a:rPr lang="en-US" sz="145" dirty="0"/>
            </a:br>
            <a:endParaRPr lang="en-US" sz="145" dirty="0"/>
          </a:p>
          <a:p>
            <a:pPr marL="0" indent="0">
              <a:buNone/>
            </a:pPr>
            <a:r>
              <a:rPr lang="en-US" sz="145" dirty="0"/>
              <a:t>  const [values, </a:t>
            </a:r>
            <a:r>
              <a:rPr lang="en-US" sz="145" dirty="0" err="1"/>
              <a:t>setValues</a:t>
            </a:r>
            <a:r>
              <a:rPr lang="en-US" sz="145" dirty="0"/>
              <a:t>] = </a:t>
            </a:r>
            <a:r>
              <a:rPr lang="en-US" sz="145" dirty="0" err="1"/>
              <a:t>useState</a:t>
            </a:r>
            <a:r>
              <a:rPr lang="en-US" sz="145" dirty="0"/>
              <a:t>({</a:t>
            </a:r>
          </a:p>
          <a:p>
            <a:pPr marL="0" indent="0">
              <a:buNone/>
            </a:pPr>
            <a:r>
              <a:rPr lang="en-US" sz="145" dirty="0"/>
              <a:t>    name: "",</a:t>
            </a:r>
          </a:p>
          <a:p>
            <a:pPr marL="0" indent="0">
              <a:buNone/>
            </a:pPr>
            <a:r>
              <a:rPr lang="en-US" sz="145" dirty="0"/>
              <a:t>    description: "",</a:t>
            </a:r>
          </a:p>
          <a:p>
            <a:pPr marL="0" indent="0">
              <a:buNone/>
            </a:pPr>
            <a:r>
              <a:rPr lang="en-US" sz="145" dirty="0"/>
              <a:t>    image: "",</a:t>
            </a:r>
          </a:p>
          <a:p>
            <a:pPr marL="0" indent="0">
              <a:buNone/>
            </a:pPr>
            <a:r>
              <a:rPr lang="en-US" sz="145" dirty="0"/>
              <a:t>    category: "",</a:t>
            </a:r>
          </a:p>
          <a:p>
            <a:pPr marL="0" indent="0">
              <a:buNone/>
            </a:pPr>
            <a:r>
              <a:rPr lang="en-US" sz="145" dirty="0"/>
              <a:t>    quantity: "",</a:t>
            </a:r>
          </a:p>
          <a:p>
            <a:pPr marL="0" indent="0">
              <a:buNone/>
            </a:pPr>
            <a:r>
              <a:rPr lang="en-US" sz="145" dirty="0"/>
              <a:t>    price: "",</a:t>
            </a:r>
          </a:p>
          <a:p>
            <a:pPr marL="0" indent="0">
              <a:buNone/>
            </a:pPr>
            <a:r>
              <a:rPr lang="en-US" sz="145" dirty="0"/>
              <a:t>    redirect: false,</a:t>
            </a:r>
          </a:p>
          <a:p>
            <a:pPr marL="0" indent="0">
              <a:buNone/>
            </a:pPr>
            <a:r>
              <a:rPr lang="en-US" sz="145" dirty="0"/>
              <a:t>    error: "",</a:t>
            </a:r>
          </a:p>
          <a:p>
            <a:pPr marL="0" indent="0">
              <a:buNone/>
            </a:pPr>
            <a:r>
              <a:rPr lang="en-US" sz="145" dirty="0"/>
              <a:t>  });</a:t>
            </a:r>
          </a:p>
          <a:p>
            <a:pPr marL="0" indent="0">
              <a:buNone/>
            </a:pPr>
            <a:br>
              <a:rPr lang="en-US" sz="145" dirty="0"/>
            </a:br>
            <a:endParaRPr lang="en-US" sz="145" dirty="0"/>
          </a:p>
          <a:p>
            <a:pPr marL="0" indent="0">
              <a:buNone/>
            </a:pPr>
            <a:r>
              <a:rPr lang="en-US" sz="145" dirty="0"/>
              <a:t>  const </a:t>
            </a:r>
            <a:r>
              <a:rPr lang="en-US" sz="145" dirty="0" err="1"/>
              <a:t>jwt</a:t>
            </a:r>
            <a:r>
              <a:rPr lang="en-US" sz="145" dirty="0"/>
              <a:t> = </a:t>
            </a:r>
            <a:r>
              <a:rPr lang="en-US" sz="145" dirty="0" err="1"/>
              <a:t>auth.isAuthenticated</a:t>
            </a:r>
            <a:r>
              <a:rPr lang="en-US" sz="145" dirty="0"/>
              <a:t>();</a:t>
            </a:r>
          </a:p>
          <a:p>
            <a:pPr marL="0" indent="0">
              <a:buNone/>
            </a:pPr>
            <a:br>
              <a:rPr lang="en-US" sz="145" dirty="0"/>
            </a:br>
            <a:endParaRPr lang="en-US" sz="145" dirty="0"/>
          </a:p>
          <a:p>
            <a:pPr marL="0" indent="0">
              <a:buNone/>
            </a:pPr>
            <a:r>
              <a:rPr lang="en-US" sz="145" dirty="0"/>
              <a:t>  const </a:t>
            </a:r>
            <a:r>
              <a:rPr lang="en-US" sz="145" dirty="0" err="1"/>
              <a:t>handleChange</a:t>
            </a:r>
            <a:r>
              <a:rPr lang="en-US" sz="145" dirty="0"/>
              <a:t> = (name) =&gt; (event) =&gt; {</a:t>
            </a:r>
          </a:p>
          <a:p>
            <a:pPr marL="0" indent="0">
              <a:buNone/>
            </a:pPr>
            <a:r>
              <a:rPr lang="en-US" sz="145" dirty="0"/>
              <a:t>    const value = name === "image" ? </a:t>
            </a:r>
            <a:r>
              <a:rPr lang="en-US" sz="145" dirty="0" err="1"/>
              <a:t>event.target.files</a:t>
            </a:r>
            <a:r>
              <a:rPr lang="en-US" sz="145" dirty="0"/>
              <a:t>[0] : </a:t>
            </a:r>
            <a:r>
              <a:rPr lang="en-US" sz="145" dirty="0" err="1"/>
              <a:t>event.target.value</a:t>
            </a:r>
            <a:r>
              <a:rPr lang="en-US" sz="145" dirty="0"/>
              <a:t>;</a:t>
            </a:r>
          </a:p>
          <a:p>
            <a:pPr marL="0" indent="0">
              <a:buNone/>
            </a:pPr>
            <a:r>
              <a:rPr lang="en-US" sz="145" dirty="0"/>
              <a:t>    </a:t>
            </a:r>
            <a:r>
              <a:rPr lang="en-US" sz="145" dirty="0" err="1"/>
              <a:t>setValues</a:t>
            </a:r>
            <a:r>
              <a:rPr lang="en-US" sz="145" dirty="0"/>
              <a:t>({ ...values, [name]: value });</a:t>
            </a:r>
          </a:p>
          <a:p>
            <a:pPr marL="0" indent="0">
              <a:buNone/>
            </a:pPr>
            <a:r>
              <a:rPr lang="en-US" sz="145" dirty="0"/>
              <a:t>  };</a:t>
            </a:r>
          </a:p>
          <a:p>
            <a:pPr marL="0" indent="0">
              <a:buNone/>
            </a:pPr>
            <a:br>
              <a:rPr lang="en-US" sz="145" dirty="0"/>
            </a:br>
            <a:endParaRPr lang="en-US" sz="145" dirty="0"/>
          </a:p>
          <a:p>
            <a:pPr marL="0" indent="0">
              <a:buNone/>
            </a:pPr>
            <a:r>
              <a:rPr lang="en-US" sz="145" dirty="0"/>
              <a:t>  const </a:t>
            </a:r>
            <a:r>
              <a:rPr lang="en-US" sz="145" dirty="0" err="1"/>
              <a:t>clickSubmit</a:t>
            </a:r>
            <a:r>
              <a:rPr lang="en-US" sz="145" dirty="0"/>
              <a:t> = () =&gt; {</a:t>
            </a:r>
          </a:p>
          <a:p>
            <a:pPr marL="0" indent="0">
              <a:buNone/>
            </a:pPr>
            <a:r>
              <a:rPr lang="en-US" sz="145" dirty="0"/>
              <a:t>    let </a:t>
            </a:r>
            <a:r>
              <a:rPr lang="en-US" sz="145" dirty="0" err="1"/>
              <a:t>productData</a:t>
            </a:r>
            <a:r>
              <a:rPr lang="en-US" sz="145" dirty="0"/>
              <a:t> = new </a:t>
            </a:r>
            <a:r>
              <a:rPr lang="en-US" sz="145" dirty="0" err="1"/>
              <a:t>FormData</a:t>
            </a:r>
            <a:r>
              <a:rPr lang="en-US" sz="145" dirty="0"/>
              <a:t>();</a:t>
            </a:r>
          </a:p>
          <a:p>
            <a:pPr marL="0" indent="0">
              <a:buNone/>
            </a:pPr>
            <a:r>
              <a:rPr lang="en-US" sz="145" dirty="0"/>
              <a:t>    values.name &amp;&amp; </a:t>
            </a:r>
            <a:r>
              <a:rPr lang="en-US" sz="145" dirty="0" err="1"/>
              <a:t>productData.append</a:t>
            </a:r>
            <a:r>
              <a:rPr lang="en-US" sz="145" dirty="0"/>
              <a:t>("name", values.name);</a:t>
            </a:r>
          </a:p>
          <a:p>
            <a:pPr marL="0" indent="0">
              <a:buNone/>
            </a:pPr>
            <a:r>
              <a:rPr lang="en-US" sz="145" dirty="0"/>
              <a:t>    </a:t>
            </a:r>
            <a:r>
              <a:rPr lang="en-US" sz="145" dirty="0" err="1"/>
              <a:t>values.description</a:t>
            </a:r>
            <a:r>
              <a:rPr lang="en-US" sz="145" dirty="0"/>
              <a:t> &amp;&amp; </a:t>
            </a:r>
            <a:r>
              <a:rPr lang="en-US" sz="145" dirty="0" err="1"/>
              <a:t>productData.append</a:t>
            </a:r>
            <a:r>
              <a:rPr lang="en-US" sz="145" dirty="0"/>
              <a:t>("description", </a:t>
            </a:r>
            <a:r>
              <a:rPr lang="en-US" sz="145" dirty="0" err="1"/>
              <a:t>values.description</a:t>
            </a:r>
            <a:r>
              <a:rPr lang="en-US" sz="145" dirty="0"/>
              <a:t>);</a:t>
            </a:r>
          </a:p>
          <a:p>
            <a:pPr marL="0" indent="0">
              <a:buNone/>
            </a:pPr>
            <a:r>
              <a:rPr lang="en-US" sz="145" dirty="0"/>
              <a:t>    </a:t>
            </a:r>
            <a:r>
              <a:rPr lang="en-US" sz="145" dirty="0" err="1"/>
              <a:t>values.image</a:t>
            </a:r>
            <a:r>
              <a:rPr lang="en-US" sz="145" dirty="0"/>
              <a:t> &amp;&amp; </a:t>
            </a:r>
            <a:r>
              <a:rPr lang="en-US" sz="145" dirty="0" err="1"/>
              <a:t>productData.append</a:t>
            </a:r>
            <a:r>
              <a:rPr lang="en-US" sz="145" dirty="0"/>
              <a:t>("image", </a:t>
            </a:r>
            <a:r>
              <a:rPr lang="en-US" sz="145" dirty="0" err="1"/>
              <a:t>values.image</a:t>
            </a:r>
            <a:r>
              <a:rPr lang="en-US" sz="145" dirty="0"/>
              <a:t>);</a:t>
            </a:r>
          </a:p>
          <a:p>
            <a:pPr marL="0" indent="0">
              <a:buNone/>
            </a:pPr>
            <a:r>
              <a:rPr lang="en-US" sz="145" dirty="0"/>
              <a:t>    </a:t>
            </a:r>
            <a:r>
              <a:rPr lang="en-US" sz="145" dirty="0" err="1"/>
              <a:t>values.category</a:t>
            </a:r>
            <a:r>
              <a:rPr lang="en-US" sz="145" dirty="0"/>
              <a:t> &amp;&amp; </a:t>
            </a:r>
            <a:r>
              <a:rPr lang="en-US" sz="145" dirty="0" err="1"/>
              <a:t>productData.append</a:t>
            </a:r>
            <a:r>
              <a:rPr lang="en-US" sz="145" dirty="0"/>
              <a:t>("category", </a:t>
            </a:r>
            <a:r>
              <a:rPr lang="en-US" sz="145" dirty="0" err="1"/>
              <a:t>values.category</a:t>
            </a:r>
            <a:r>
              <a:rPr lang="en-US" sz="145" dirty="0"/>
              <a:t>);</a:t>
            </a:r>
          </a:p>
          <a:p>
            <a:pPr marL="0" indent="0">
              <a:buNone/>
            </a:pPr>
            <a:r>
              <a:rPr lang="en-US" sz="145" dirty="0"/>
              <a:t>    </a:t>
            </a:r>
            <a:r>
              <a:rPr lang="en-US" sz="145" dirty="0" err="1"/>
              <a:t>values.quantity</a:t>
            </a:r>
            <a:r>
              <a:rPr lang="en-US" sz="145" dirty="0"/>
              <a:t> &amp;&amp; </a:t>
            </a:r>
            <a:r>
              <a:rPr lang="en-US" sz="145" dirty="0" err="1"/>
              <a:t>productData.append</a:t>
            </a:r>
            <a:r>
              <a:rPr lang="en-US" sz="145" dirty="0"/>
              <a:t>("quantity", </a:t>
            </a:r>
            <a:r>
              <a:rPr lang="en-US" sz="145" dirty="0" err="1"/>
              <a:t>values.quantity</a:t>
            </a:r>
            <a:r>
              <a:rPr lang="en-US" sz="145" dirty="0"/>
              <a:t>);</a:t>
            </a:r>
          </a:p>
          <a:p>
            <a:pPr marL="0" indent="0">
              <a:buNone/>
            </a:pPr>
            <a:r>
              <a:rPr lang="en-US" sz="145" dirty="0"/>
              <a:t>    </a:t>
            </a:r>
            <a:r>
              <a:rPr lang="en-US" sz="145" dirty="0" err="1"/>
              <a:t>values.price</a:t>
            </a:r>
            <a:r>
              <a:rPr lang="en-US" sz="145" dirty="0"/>
              <a:t> &amp;&amp; </a:t>
            </a:r>
            <a:r>
              <a:rPr lang="en-US" sz="145" dirty="0" err="1"/>
              <a:t>productData.append</a:t>
            </a:r>
            <a:r>
              <a:rPr lang="en-US" sz="145" dirty="0"/>
              <a:t>("price", </a:t>
            </a:r>
            <a:r>
              <a:rPr lang="en-US" sz="145" dirty="0" err="1"/>
              <a:t>values.price</a:t>
            </a:r>
            <a:r>
              <a:rPr lang="en-US" sz="145" dirty="0"/>
              <a:t>);</a:t>
            </a:r>
          </a:p>
          <a:p>
            <a:pPr marL="0" indent="0">
              <a:buNone/>
            </a:pPr>
            <a:br>
              <a:rPr lang="en-US" sz="145" dirty="0"/>
            </a:br>
            <a:endParaRPr lang="en-US" sz="145" dirty="0"/>
          </a:p>
          <a:p>
            <a:pPr marL="0" indent="0">
              <a:buNone/>
            </a:pPr>
            <a:r>
              <a:rPr lang="en-US" sz="145" dirty="0"/>
              <a:t>    create({ </a:t>
            </a:r>
            <a:r>
              <a:rPr lang="en-US" sz="145" dirty="0" err="1"/>
              <a:t>shopId</a:t>
            </a:r>
            <a:r>
              <a:rPr lang="en-US" sz="145" dirty="0"/>
              <a:t>: </a:t>
            </a:r>
            <a:r>
              <a:rPr lang="en-US" sz="145" dirty="0" err="1"/>
              <a:t>params.shopId</a:t>
            </a:r>
            <a:r>
              <a:rPr lang="en-US" sz="145" dirty="0"/>
              <a:t> }, { t: </a:t>
            </a:r>
            <a:r>
              <a:rPr lang="en-US" sz="145" dirty="0" err="1"/>
              <a:t>jwt.token</a:t>
            </a:r>
            <a:r>
              <a:rPr lang="en-US" sz="145" dirty="0"/>
              <a:t> }, </a:t>
            </a:r>
            <a:r>
              <a:rPr lang="en-US" sz="145" dirty="0" err="1"/>
              <a:t>productData</a:t>
            </a:r>
            <a:r>
              <a:rPr lang="en-US" sz="145" dirty="0"/>
              <a:t>).then(</a:t>
            </a:r>
          </a:p>
          <a:p>
            <a:pPr marL="0" indent="0">
              <a:buNone/>
            </a:pPr>
            <a:r>
              <a:rPr lang="en-US" sz="145" dirty="0"/>
              <a:t>      (data) =&gt; {</a:t>
            </a:r>
          </a:p>
          <a:p>
            <a:pPr marL="0" indent="0">
              <a:buNone/>
            </a:pPr>
            <a:r>
              <a:rPr lang="en-US" sz="145" dirty="0"/>
              <a:t>        if (</a:t>
            </a:r>
            <a:r>
              <a:rPr lang="en-US" sz="145" dirty="0" err="1"/>
              <a:t>data.error</a:t>
            </a:r>
            <a:r>
              <a:rPr lang="en-US" sz="145" dirty="0"/>
              <a:t>) {</a:t>
            </a:r>
          </a:p>
          <a:p>
            <a:pPr marL="0" indent="0">
              <a:buNone/>
            </a:pPr>
            <a:r>
              <a:rPr lang="en-US" sz="145" dirty="0"/>
              <a:t>          </a:t>
            </a:r>
            <a:r>
              <a:rPr lang="en-US" sz="145" dirty="0" err="1"/>
              <a:t>setValues</a:t>
            </a:r>
            <a:r>
              <a:rPr lang="en-US" sz="145" dirty="0"/>
              <a:t>({ ...values, error: </a:t>
            </a:r>
            <a:r>
              <a:rPr lang="en-US" sz="145" dirty="0" err="1"/>
              <a:t>data.error</a:t>
            </a:r>
            <a:r>
              <a:rPr lang="en-US" sz="145" dirty="0"/>
              <a:t> });</a:t>
            </a:r>
          </a:p>
          <a:p>
            <a:pPr marL="0" indent="0">
              <a:buNone/>
            </a:pPr>
            <a:r>
              <a:rPr lang="en-US" sz="145" dirty="0"/>
              <a:t>        } else {</a:t>
            </a:r>
          </a:p>
          <a:p>
            <a:pPr marL="0" indent="0">
              <a:buNone/>
            </a:pPr>
            <a:r>
              <a:rPr lang="en-US" sz="145" dirty="0"/>
              <a:t>          </a:t>
            </a:r>
            <a:r>
              <a:rPr lang="en-US" sz="145" dirty="0" err="1"/>
              <a:t>setValues</a:t>
            </a:r>
            <a:r>
              <a:rPr lang="en-US" sz="145" dirty="0"/>
              <a:t>({ ...values, error: "", redirect: true });</a:t>
            </a:r>
          </a:p>
          <a:p>
            <a:pPr marL="0" indent="0">
              <a:buNone/>
            </a:pPr>
            <a:r>
              <a:rPr lang="en-US" sz="145" dirty="0"/>
              <a:t>        }</a:t>
            </a:r>
          </a:p>
          <a:p>
            <a:pPr marL="0" indent="0">
              <a:buNone/>
            </a:pPr>
            <a:r>
              <a:rPr lang="en-US" sz="145" dirty="0"/>
              <a:t>      }</a:t>
            </a:r>
          </a:p>
          <a:p>
            <a:pPr marL="0" indent="0">
              <a:buNone/>
            </a:pPr>
            <a:r>
              <a:rPr lang="en-US" sz="145" dirty="0"/>
              <a:t>    );</a:t>
            </a:r>
          </a:p>
          <a:p>
            <a:pPr marL="0" indent="0">
              <a:buNone/>
            </a:pPr>
            <a:r>
              <a:rPr lang="en-US" sz="145" dirty="0"/>
              <a:t>  };</a:t>
            </a:r>
          </a:p>
          <a:p>
            <a:pPr marL="0" indent="0">
              <a:buNone/>
            </a:pPr>
            <a:br>
              <a:rPr lang="en-US" sz="145" dirty="0"/>
            </a:br>
            <a:endParaRPr lang="en-US" sz="145" dirty="0"/>
          </a:p>
          <a:p>
            <a:pPr marL="0" indent="0">
              <a:buNone/>
            </a:pPr>
            <a:r>
              <a:rPr lang="en-US" sz="145" dirty="0"/>
              <a:t>  if (</a:t>
            </a:r>
            <a:r>
              <a:rPr lang="en-US" sz="145" dirty="0" err="1"/>
              <a:t>values.redirect</a:t>
            </a:r>
            <a:r>
              <a:rPr lang="en-US" sz="145" dirty="0"/>
              <a:t>) {</a:t>
            </a:r>
          </a:p>
          <a:p>
            <a:pPr marL="0" indent="0">
              <a:buNone/>
            </a:pPr>
            <a:r>
              <a:rPr lang="en-US" sz="145" dirty="0"/>
              <a:t>    return &lt;Navigate to={`/seller/shop/edit/${</a:t>
            </a:r>
            <a:r>
              <a:rPr lang="en-US" sz="145" dirty="0" err="1"/>
              <a:t>params.shopId</a:t>
            </a:r>
            <a:r>
              <a:rPr lang="en-US" sz="145" dirty="0"/>
              <a:t>}`} /&gt;;</a:t>
            </a:r>
          </a:p>
          <a:p>
            <a:pPr marL="0" indent="0">
              <a:buNone/>
            </a:pPr>
            <a:r>
              <a:rPr lang="en-US" sz="145" dirty="0"/>
              <a:t>  }</a:t>
            </a:r>
          </a:p>
          <a:p>
            <a:pPr marL="0" indent="0">
              <a:buNone/>
            </a:pPr>
            <a:br>
              <a:rPr lang="en-US" sz="145" dirty="0"/>
            </a:br>
            <a:endParaRPr lang="en-US" sz="145" dirty="0"/>
          </a:p>
          <a:p>
            <a:pPr marL="0" indent="0">
              <a:buNone/>
            </a:pPr>
            <a:r>
              <a:rPr lang="en-US" sz="145" dirty="0"/>
              <a:t>  return (</a:t>
            </a:r>
          </a:p>
          <a:p>
            <a:pPr marL="0" indent="0">
              <a:buNone/>
            </a:pPr>
            <a:r>
              <a:rPr lang="en-US" sz="145" dirty="0"/>
              <a:t>    &lt;Card</a:t>
            </a:r>
          </a:p>
          <a:p>
            <a:pPr marL="0" indent="0">
              <a:buNone/>
            </a:pPr>
            <a:r>
              <a:rPr lang="en-US" sz="145" dirty="0"/>
              <a:t>      </a:t>
            </a:r>
            <a:r>
              <a:rPr lang="en-US" sz="145" dirty="0" err="1"/>
              <a:t>sx</a:t>
            </a:r>
            <a:r>
              <a:rPr lang="en-US" sz="145" dirty="0"/>
              <a:t>={{</a:t>
            </a:r>
          </a:p>
          <a:p>
            <a:pPr marL="0" indent="0">
              <a:buNone/>
            </a:pPr>
            <a:r>
              <a:rPr lang="en-US" sz="145" dirty="0"/>
              <a:t>        </a:t>
            </a:r>
            <a:r>
              <a:rPr lang="en-US" sz="145" dirty="0" err="1"/>
              <a:t>maxWidth</a:t>
            </a:r>
            <a:r>
              <a:rPr lang="en-US" sz="145" dirty="0"/>
              <a:t>: 600,</a:t>
            </a:r>
          </a:p>
          <a:p>
            <a:pPr marL="0" indent="0">
              <a:buNone/>
            </a:pPr>
            <a:r>
              <a:rPr lang="en-US" sz="145" dirty="0"/>
              <a:t>        margin: "auto",</a:t>
            </a:r>
          </a:p>
          <a:p>
            <a:pPr marL="0" indent="0">
              <a:buNone/>
            </a:pPr>
            <a:r>
              <a:rPr lang="en-US" sz="145" dirty="0"/>
              <a:t>        </a:t>
            </a:r>
            <a:r>
              <a:rPr lang="en-US" sz="145" dirty="0" err="1"/>
              <a:t>textAlign</a:t>
            </a:r>
            <a:r>
              <a:rPr lang="en-US" sz="145" dirty="0"/>
              <a:t>: "center",</a:t>
            </a:r>
          </a:p>
          <a:p>
            <a:pPr marL="0" indent="0">
              <a:buNone/>
            </a:pPr>
            <a:r>
              <a:rPr lang="en-US" sz="145" dirty="0"/>
              <a:t>        mt: 5,</a:t>
            </a:r>
          </a:p>
          <a:p>
            <a:pPr marL="0" indent="0">
              <a:buNone/>
            </a:pPr>
            <a:r>
              <a:rPr lang="en-US" sz="145" dirty="0"/>
              <a:t>        pb: 2,</a:t>
            </a:r>
          </a:p>
          <a:p>
            <a:pPr marL="0" indent="0">
              <a:buNone/>
            </a:pPr>
            <a:r>
              <a:rPr lang="en-US" sz="145" dirty="0"/>
              <a:t>      }}</a:t>
            </a:r>
          </a:p>
          <a:p>
            <a:pPr marL="0" indent="0">
              <a:buNone/>
            </a:pPr>
            <a:r>
              <a:rPr lang="en-US" sz="145" dirty="0"/>
              <a:t>    &gt;</a:t>
            </a:r>
          </a:p>
          <a:p>
            <a:pPr marL="0" indent="0">
              <a:buNone/>
            </a:pPr>
            <a:r>
              <a:rPr lang="en-US" sz="145" dirty="0"/>
              <a:t>      &lt;</a:t>
            </a:r>
            <a:r>
              <a:rPr lang="en-US" sz="145" dirty="0" err="1"/>
              <a:t>CardContent</a:t>
            </a:r>
            <a:r>
              <a:rPr lang="en-US" sz="145" dirty="0"/>
              <a:t>&gt;</a:t>
            </a:r>
          </a:p>
          <a:p>
            <a:pPr marL="0" indent="0">
              <a:buNone/>
            </a:pPr>
            <a:r>
              <a:rPr lang="en-US" sz="145" dirty="0"/>
              <a:t>        &lt;Typography</a:t>
            </a:r>
          </a:p>
          <a:p>
            <a:pPr marL="0" indent="0">
              <a:buNone/>
            </a:pPr>
            <a:r>
              <a:rPr lang="en-US" sz="145" dirty="0"/>
              <a:t>          variant="h6"</a:t>
            </a:r>
          </a:p>
          <a:p>
            <a:pPr marL="0" indent="0">
              <a:buNone/>
            </a:pPr>
            <a:r>
              <a:rPr lang="en-US" sz="145" dirty="0"/>
              <a:t>          component="h2"</a:t>
            </a:r>
          </a:p>
          <a:p>
            <a:pPr marL="0" indent="0">
              <a:buNone/>
            </a:pPr>
            <a:r>
              <a:rPr lang="en-US" sz="145" dirty="0"/>
              <a:t>          </a:t>
            </a:r>
            <a:r>
              <a:rPr lang="en-US" sz="145" dirty="0" err="1"/>
              <a:t>sx</a:t>
            </a:r>
            <a:r>
              <a:rPr lang="en-US" sz="145" dirty="0"/>
              <a:t>={{ mt: 2, color: </a:t>
            </a:r>
            <a:r>
              <a:rPr lang="en-US" sz="145" dirty="0" err="1"/>
              <a:t>theme.palette.primary.main</a:t>
            </a:r>
            <a:r>
              <a:rPr lang="en-US" sz="145" dirty="0"/>
              <a:t> }}</a:t>
            </a:r>
          </a:p>
          <a:p>
            <a:pPr marL="0" indent="0">
              <a:buNone/>
            </a:pPr>
            <a:r>
              <a:rPr lang="en-US" sz="145" dirty="0"/>
              <a:t>        &gt;</a:t>
            </a:r>
          </a:p>
          <a:p>
            <a:pPr marL="0" indent="0">
              <a:buNone/>
            </a:pPr>
            <a:r>
              <a:rPr lang="en-US" sz="145" dirty="0"/>
              <a:t>          New Product</a:t>
            </a:r>
          </a:p>
          <a:p>
            <a:pPr marL="0" indent="0">
              <a:buNone/>
            </a:pPr>
            <a:r>
              <a:rPr lang="en-US" sz="145" dirty="0"/>
              <a:t>        &lt;/Typography&gt;</a:t>
            </a:r>
          </a:p>
          <a:p>
            <a:pPr marL="0" indent="0">
              <a:buNone/>
            </a:pPr>
            <a:br>
              <a:rPr lang="en-US" sz="145" dirty="0"/>
            </a:br>
            <a:endParaRPr lang="en-US" sz="145" dirty="0"/>
          </a:p>
          <a:p>
            <a:pPr marL="0" indent="0">
              <a:buNone/>
            </a:pPr>
            <a:r>
              <a:rPr lang="en-US" sz="145" dirty="0"/>
              <a:t>        &lt;input</a:t>
            </a:r>
          </a:p>
          <a:p>
            <a:pPr marL="0" indent="0">
              <a:buNone/>
            </a:pPr>
            <a:r>
              <a:rPr lang="en-US" sz="145" dirty="0"/>
              <a:t>          accept="image/*"</a:t>
            </a:r>
          </a:p>
          <a:p>
            <a:pPr marL="0" indent="0">
              <a:buNone/>
            </a:pPr>
            <a:r>
              <a:rPr lang="en-US" sz="145" dirty="0"/>
              <a:t>          </a:t>
            </a:r>
            <a:r>
              <a:rPr lang="en-US" sz="145" dirty="0" err="1"/>
              <a:t>onChange</a:t>
            </a:r>
            <a:r>
              <a:rPr lang="en-US" sz="145" dirty="0"/>
              <a:t>={</a:t>
            </a:r>
            <a:r>
              <a:rPr lang="en-US" sz="145" dirty="0" err="1"/>
              <a:t>handleChange</a:t>
            </a:r>
            <a:r>
              <a:rPr lang="en-US" sz="145" dirty="0"/>
              <a:t>("image")}</a:t>
            </a:r>
          </a:p>
          <a:p>
            <a:pPr marL="0" indent="0">
              <a:buNone/>
            </a:pPr>
            <a:r>
              <a:rPr lang="en-US" sz="145" dirty="0"/>
              <a:t>          id="icon-button-file"</a:t>
            </a:r>
          </a:p>
          <a:p>
            <a:pPr marL="0" indent="0">
              <a:buNone/>
            </a:pPr>
            <a:r>
              <a:rPr lang="en-US" sz="145" dirty="0"/>
              <a:t>          type="file"</a:t>
            </a:r>
          </a:p>
          <a:p>
            <a:pPr marL="0" indent="0">
              <a:buNone/>
            </a:pPr>
            <a:r>
              <a:rPr lang="en-US" sz="145" dirty="0"/>
              <a:t>          style={{ display: "none" }}</a:t>
            </a:r>
          </a:p>
          <a:p>
            <a:pPr marL="0" indent="0">
              <a:buNone/>
            </a:pPr>
            <a:r>
              <a:rPr lang="en-US" sz="145" dirty="0"/>
              <a:t>        /&gt;</a:t>
            </a:r>
          </a:p>
          <a:p>
            <a:pPr marL="0" indent="0">
              <a:buNone/>
            </a:pPr>
            <a:r>
              <a:rPr lang="en-US" sz="145" dirty="0"/>
              <a:t>        &lt;label </a:t>
            </a:r>
            <a:r>
              <a:rPr lang="en-US" sz="145" dirty="0" err="1"/>
              <a:t>htmlFor</a:t>
            </a:r>
            <a:r>
              <a:rPr lang="en-US" sz="145" dirty="0"/>
              <a:t>="icon-button-file"&gt;</a:t>
            </a:r>
          </a:p>
          <a:p>
            <a:pPr marL="0" indent="0">
              <a:buNone/>
            </a:pPr>
            <a:r>
              <a:rPr lang="en-US" sz="145" dirty="0"/>
              <a:t>          &lt;Button</a:t>
            </a:r>
          </a:p>
          <a:p>
            <a:pPr marL="0" indent="0">
              <a:buNone/>
            </a:pPr>
            <a:r>
              <a:rPr lang="en-US" sz="145" dirty="0"/>
              <a:t>            variant="contained"</a:t>
            </a:r>
          </a:p>
          <a:p>
            <a:pPr marL="0" indent="0">
              <a:buNone/>
            </a:pPr>
            <a:r>
              <a:rPr lang="en-US" sz="145" dirty="0"/>
              <a:t>            color="secondary"</a:t>
            </a:r>
          </a:p>
          <a:p>
            <a:pPr marL="0" indent="0">
              <a:buNone/>
            </a:pPr>
            <a:r>
              <a:rPr lang="en-US" sz="145" dirty="0"/>
              <a:t>            component="span"</a:t>
            </a:r>
          </a:p>
          <a:p>
            <a:pPr marL="0" indent="0">
              <a:buNone/>
            </a:pPr>
            <a:r>
              <a:rPr lang="en-US" sz="145" dirty="0"/>
              <a:t>            </a:t>
            </a:r>
            <a:r>
              <a:rPr lang="en-US" sz="145" dirty="0" err="1"/>
              <a:t>startIcon</a:t>
            </a:r>
            <a:r>
              <a:rPr lang="en-US" sz="145" dirty="0"/>
              <a:t>={&lt;</a:t>
            </a:r>
            <a:r>
              <a:rPr lang="en-US" sz="145" dirty="0" err="1"/>
              <a:t>AddPhotoAlternateIcon</a:t>
            </a:r>
            <a:r>
              <a:rPr lang="en-US" sz="145" dirty="0"/>
              <a:t> /&gt;}</a:t>
            </a:r>
          </a:p>
          <a:p>
            <a:pPr marL="0" indent="0">
              <a:buNone/>
            </a:pPr>
            <a:r>
              <a:rPr lang="en-US" sz="145" dirty="0"/>
              <a:t>          &gt;</a:t>
            </a:r>
          </a:p>
          <a:p>
            <a:pPr marL="0" indent="0">
              <a:buNone/>
            </a:pPr>
            <a:r>
              <a:rPr lang="en-US" sz="145" dirty="0"/>
              <a:t>            Upload Photo</a:t>
            </a:r>
          </a:p>
          <a:p>
            <a:pPr marL="0" indent="0">
              <a:buNone/>
            </a:pPr>
            <a:r>
              <a:rPr lang="en-US" sz="145" dirty="0"/>
              <a:t>          &lt;/Button&gt;</a:t>
            </a:r>
          </a:p>
          <a:p>
            <a:pPr marL="0" indent="0">
              <a:buNone/>
            </a:pPr>
            <a:r>
              <a:rPr lang="en-US" sz="145" dirty="0"/>
              <a:t>        &lt;/label&gt;</a:t>
            </a:r>
          </a:p>
          <a:p>
            <a:pPr marL="0" indent="0">
              <a:buNone/>
            </a:pPr>
            <a:r>
              <a:rPr lang="en-US" sz="145" dirty="0"/>
              <a:t>        &lt;span style={{ </a:t>
            </a:r>
            <a:r>
              <a:rPr lang="en-US" sz="145" dirty="0" err="1"/>
              <a:t>marginLeft</a:t>
            </a:r>
            <a:r>
              <a:rPr lang="en-US" sz="145" dirty="0"/>
              <a:t>: "10px" }}&gt;</a:t>
            </a:r>
          </a:p>
          <a:p>
            <a:pPr marL="0" indent="0">
              <a:buNone/>
            </a:pPr>
            <a:r>
              <a:rPr lang="en-US" sz="145" dirty="0"/>
              <a:t>          {</a:t>
            </a:r>
            <a:r>
              <a:rPr lang="en-US" sz="145" dirty="0" err="1"/>
              <a:t>values.image</a:t>
            </a:r>
            <a:r>
              <a:rPr lang="en-US" sz="145" dirty="0"/>
              <a:t> ? values.image.name : ""}</a:t>
            </a:r>
          </a:p>
          <a:p>
            <a:pPr marL="0" indent="0">
              <a:buNone/>
            </a:pPr>
            <a:r>
              <a:rPr lang="en-US" sz="145" dirty="0"/>
              <a:t>        &lt;/span&gt;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id="name"</a:t>
            </a:r>
          </a:p>
          <a:p>
            <a:pPr marL="0" indent="0">
              <a:buNone/>
            </a:pPr>
            <a:r>
              <a:rPr lang="en-US" sz="145" dirty="0"/>
              <a:t>          label="Name"</a:t>
            </a:r>
          </a:p>
          <a:p>
            <a:pPr marL="0" indent="0">
              <a:buNone/>
            </a:pPr>
            <a:r>
              <a:rPr lang="en-US" sz="145" dirty="0"/>
              <a:t>          value={values.name}</a:t>
            </a:r>
          </a:p>
          <a:p>
            <a:pPr marL="0" indent="0">
              <a:buNone/>
            </a:pPr>
            <a:r>
              <a:rPr lang="en-US" sz="145" dirty="0"/>
              <a:t>          </a:t>
            </a:r>
            <a:r>
              <a:rPr lang="en-US" sz="145" dirty="0" err="1"/>
              <a:t>onChange</a:t>
            </a:r>
            <a:r>
              <a:rPr lang="en-US" sz="145" dirty="0"/>
              <a:t>={</a:t>
            </a:r>
            <a:r>
              <a:rPr lang="en-US" sz="145" dirty="0" err="1"/>
              <a:t>handleChange</a:t>
            </a:r>
            <a:r>
              <a:rPr lang="en-US" sz="145" dirty="0"/>
              <a:t>("name")}</a:t>
            </a:r>
          </a:p>
          <a:p>
            <a:pPr marL="0" indent="0">
              <a:buNone/>
            </a:pPr>
            <a:r>
              <a:rPr lang="en-US" sz="145" dirty="0"/>
              <a:t>          margin="normal"</a:t>
            </a:r>
          </a:p>
          <a:p>
            <a:pPr marL="0" indent="0">
              <a:buNone/>
            </a:pPr>
            <a:r>
              <a:rPr lang="en-US" sz="145" dirty="0"/>
              <a:t>          </a:t>
            </a:r>
            <a:r>
              <a:rPr lang="en-US" sz="145" dirty="0" err="1"/>
              <a:t>sx</a:t>
            </a:r>
            <a:r>
              <a:rPr lang="en-US" sz="145" dirty="0"/>
              <a:t>={{ mx: 1, width: 300 }}</a:t>
            </a:r>
          </a:p>
          <a:p>
            <a:pPr marL="0" indent="0">
              <a:buNone/>
            </a:pPr>
            <a:r>
              <a:rPr lang="en-US" sz="145" dirty="0"/>
              <a:t>        /&gt;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id="multiline-flexible"</a:t>
            </a:r>
          </a:p>
          <a:p>
            <a:pPr marL="0" indent="0">
              <a:buNone/>
            </a:pPr>
            <a:r>
              <a:rPr lang="en-US" sz="145" dirty="0"/>
              <a:t>          label="Description"</a:t>
            </a:r>
          </a:p>
          <a:p>
            <a:pPr marL="0" indent="0">
              <a:buNone/>
            </a:pPr>
            <a:r>
              <a:rPr lang="en-US" sz="145" dirty="0"/>
              <a:t>          multiline</a:t>
            </a:r>
          </a:p>
          <a:p>
            <a:pPr marL="0" indent="0">
              <a:buNone/>
            </a:pPr>
            <a:r>
              <a:rPr lang="en-US" sz="145" dirty="0"/>
              <a:t>          rows="2"</a:t>
            </a:r>
          </a:p>
          <a:p>
            <a:pPr marL="0" indent="0">
              <a:buNone/>
            </a:pPr>
            <a:r>
              <a:rPr lang="en-US" sz="145" dirty="0"/>
              <a:t>          value={</a:t>
            </a:r>
            <a:r>
              <a:rPr lang="en-US" sz="145" dirty="0" err="1"/>
              <a:t>values.description</a:t>
            </a:r>
            <a:r>
              <a:rPr lang="en-US" sz="145" dirty="0"/>
              <a:t>}</a:t>
            </a:r>
          </a:p>
          <a:p>
            <a:pPr marL="0" indent="0">
              <a:buNone/>
            </a:pPr>
            <a:r>
              <a:rPr lang="en-US" sz="145" dirty="0"/>
              <a:t>          </a:t>
            </a:r>
            <a:r>
              <a:rPr lang="en-US" sz="145" dirty="0" err="1"/>
              <a:t>onChange</a:t>
            </a:r>
            <a:r>
              <a:rPr lang="en-US" sz="145" dirty="0"/>
              <a:t>={</a:t>
            </a:r>
            <a:r>
              <a:rPr lang="en-US" sz="145" dirty="0" err="1"/>
              <a:t>handleChange</a:t>
            </a:r>
            <a:r>
              <a:rPr lang="en-US" sz="145" dirty="0"/>
              <a:t>("description")}</a:t>
            </a:r>
          </a:p>
          <a:p>
            <a:pPr marL="0" indent="0">
              <a:buNone/>
            </a:pPr>
            <a:r>
              <a:rPr lang="en-US" sz="145" dirty="0"/>
              <a:t>          margin="normal"</a:t>
            </a:r>
          </a:p>
          <a:p>
            <a:pPr marL="0" indent="0">
              <a:buNone/>
            </a:pPr>
            <a:r>
              <a:rPr lang="en-US" sz="145" dirty="0"/>
              <a:t>          </a:t>
            </a:r>
            <a:r>
              <a:rPr lang="en-US" sz="145" dirty="0" err="1"/>
              <a:t>sx</a:t>
            </a:r>
            <a:r>
              <a:rPr lang="en-US" sz="145" dirty="0"/>
              <a:t>={{ mx: 1, width: 300 }}</a:t>
            </a:r>
          </a:p>
          <a:p>
            <a:pPr marL="0" indent="0">
              <a:buNone/>
            </a:pPr>
            <a:r>
              <a:rPr lang="en-US" sz="145" dirty="0"/>
              <a:t>        /&gt;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id="category"</a:t>
            </a:r>
          </a:p>
          <a:p>
            <a:pPr marL="0" indent="0">
              <a:buNone/>
            </a:pPr>
            <a:r>
              <a:rPr lang="en-US" sz="145" dirty="0"/>
              <a:t>          label="Category"</a:t>
            </a:r>
          </a:p>
          <a:p>
            <a:pPr marL="0" indent="0">
              <a:buNone/>
            </a:pPr>
            <a:r>
              <a:rPr lang="en-US" sz="145" dirty="0"/>
              <a:t>          value={</a:t>
            </a:r>
            <a:r>
              <a:rPr lang="en-US" sz="145" dirty="0" err="1"/>
              <a:t>values.category</a:t>
            </a:r>
            <a:r>
              <a:rPr lang="en-US" sz="145" dirty="0"/>
              <a:t>}</a:t>
            </a:r>
          </a:p>
          <a:p>
            <a:pPr marL="0" indent="0">
              <a:buNone/>
            </a:pPr>
            <a:r>
              <a:rPr lang="en-US" sz="145" dirty="0"/>
              <a:t>          </a:t>
            </a:r>
            <a:r>
              <a:rPr lang="en-US" sz="145" dirty="0" err="1"/>
              <a:t>onChange</a:t>
            </a:r>
            <a:r>
              <a:rPr lang="en-US" sz="145" dirty="0"/>
              <a:t>={</a:t>
            </a:r>
            <a:r>
              <a:rPr lang="en-US" sz="145" dirty="0" err="1"/>
              <a:t>handleChange</a:t>
            </a:r>
            <a:r>
              <a:rPr lang="en-US" sz="145" dirty="0"/>
              <a:t>("category")}</a:t>
            </a:r>
          </a:p>
          <a:p>
            <a:pPr marL="0" indent="0">
              <a:buNone/>
            </a:pPr>
            <a:r>
              <a:rPr lang="en-US" sz="145" dirty="0"/>
              <a:t>          margin="normal"</a:t>
            </a:r>
          </a:p>
          <a:p>
            <a:pPr marL="0" indent="0">
              <a:buNone/>
            </a:pPr>
            <a:r>
              <a:rPr lang="en-US" sz="145" dirty="0"/>
              <a:t>          </a:t>
            </a:r>
            <a:r>
              <a:rPr lang="en-US" sz="145" dirty="0" err="1"/>
              <a:t>sx</a:t>
            </a:r>
            <a:r>
              <a:rPr lang="en-US" sz="145" dirty="0"/>
              <a:t>={{ mx: 1, width: 300 }}</a:t>
            </a:r>
          </a:p>
          <a:p>
            <a:pPr marL="0" indent="0">
              <a:buNone/>
            </a:pPr>
            <a:r>
              <a:rPr lang="en-US" sz="145" dirty="0"/>
              <a:t>        /&gt;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id="quantity"</a:t>
            </a:r>
          </a:p>
          <a:p>
            <a:pPr marL="0" indent="0">
              <a:buNone/>
            </a:pPr>
            <a:r>
              <a:rPr lang="en-US" sz="145" dirty="0"/>
              <a:t>          label="Quantity"</a:t>
            </a:r>
          </a:p>
          <a:p>
            <a:pPr marL="0" indent="0">
              <a:buNone/>
            </a:pPr>
            <a:r>
              <a:rPr lang="en-US" sz="145" dirty="0"/>
              <a:t>          type="number"</a:t>
            </a:r>
          </a:p>
          <a:p>
            <a:pPr marL="0" indent="0">
              <a:buNone/>
            </a:pPr>
            <a:r>
              <a:rPr lang="en-US" sz="145" dirty="0"/>
              <a:t>          value={</a:t>
            </a:r>
            <a:r>
              <a:rPr lang="en-US" sz="145" dirty="0" err="1"/>
              <a:t>values.quantity</a:t>
            </a:r>
            <a:r>
              <a:rPr lang="en-US" sz="145" dirty="0"/>
              <a:t>}</a:t>
            </a:r>
          </a:p>
          <a:p>
            <a:pPr marL="0" indent="0">
              <a:buNone/>
            </a:pPr>
            <a:r>
              <a:rPr lang="en-US" sz="145" dirty="0"/>
              <a:t>          </a:t>
            </a:r>
            <a:r>
              <a:rPr lang="en-US" sz="145" dirty="0" err="1"/>
              <a:t>onChange</a:t>
            </a:r>
            <a:r>
              <a:rPr lang="en-US" sz="145" dirty="0"/>
              <a:t>={</a:t>
            </a:r>
            <a:r>
              <a:rPr lang="en-US" sz="145" dirty="0" err="1"/>
              <a:t>handleChange</a:t>
            </a:r>
            <a:r>
              <a:rPr lang="en-US" sz="145" dirty="0"/>
              <a:t>("quantity")}</a:t>
            </a:r>
          </a:p>
          <a:p>
            <a:pPr marL="0" indent="0">
              <a:buNone/>
            </a:pPr>
            <a:r>
              <a:rPr lang="en-US" sz="145" dirty="0"/>
              <a:t>          margin="normal"</a:t>
            </a:r>
          </a:p>
          <a:p>
            <a:pPr marL="0" indent="0">
              <a:buNone/>
            </a:pPr>
            <a:r>
              <a:rPr lang="en-US" sz="145" dirty="0"/>
              <a:t>          </a:t>
            </a:r>
            <a:r>
              <a:rPr lang="en-US" sz="145" dirty="0" err="1"/>
              <a:t>sx</a:t>
            </a:r>
            <a:r>
              <a:rPr lang="en-US" sz="145" dirty="0"/>
              <a:t>={{ mx: 1, width: 300 }}</a:t>
            </a:r>
          </a:p>
          <a:p>
            <a:pPr marL="0" indent="0">
              <a:buNone/>
            </a:pPr>
            <a:r>
              <a:rPr lang="en-US" sz="145" dirty="0"/>
              <a:t>        /&gt;</a:t>
            </a:r>
          </a:p>
          <a:p>
            <a:pPr marL="0" indent="0">
              <a:buNone/>
            </a:pPr>
            <a:br>
              <a:rPr lang="en-US" sz="145" dirty="0"/>
            </a:br>
            <a:endParaRPr lang="en-US" sz="145" dirty="0"/>
          </a:p>
          <a:p>
            <a:pPr marL="0" indent="0">
              <a:buNone/>
            </a:pPr>
            <a:r>
              <a:rPr lang="en-US" sz="145" dirty="0"/>
              <a:t>        &lt;</a:t>
            </a:r>
            <a:r>
              <a:rPr lang="en-US" sz="145" dirty="0" err="1"/>
              <a:t>TextField</a:t>
            </a:r>
            <a:endParaRPr lang="en-US" sz="145" dirty="0"/>
          </a:p>
          <a:p>
            <a:pPr marL="0" indent="0">
              <a:buNone/>
            </a:pPr>
            <a:r>
              <a:rPr lang="en-US" sz="145" dirty="0"/>
              <a:t>          id="price"</a:t>
            </a:r>
          </a:p>
          <a:p>
            <a:pPr marL="0" indent="0">
              <a:buNone/>
            </a:pPr>
            <a:r>
              <a:rPr lang="en-US" sz="145" dirty="0"/>
              <a:t>          label="Price"</a:t>
            </a:r>
          </a:p>
          <a:p>
            <a:pPr marL="0" indent="0">
              <a:buNone/>
            </a:pPr>
            <a:r>
              <a:rPr lang="en-US" sz="145" dirty="0"/>
              <a:t>          type="number"</a:t>
            </a:r>
          </a:p>
          <a:p>
            <a:pPr marL="0" indent="0">
              <a:buNone/>
            </a:pPr>
            <a:r>
              <a:rPr lang="en-US" sz="145" dirty="0"/>
              <a:t>          value={</a:t>
            </a:r>
            <a:r>
              <a:rPr lang="en-US" sz="145" dirty="0" err="1"/>
              <a:t>values.price</a:t>
            </a:r>
            <a:r>
              <a:rPr lang="en-US" sz="145" dirty="0"/>
              <a:t>}</a:t>
            </a:r>
          </a:p>
          <a:p>
            <a:pPr marL="0" indent="0">
              <a:buNone/>
            </a:pPr>
            <a:r>
              <a:rPr lang="en-US" sz="145" dirty="0"/>
              <a:t>          </a:t>
            </a:r>
            <a:r>
              <a:rPr lang="en-US" sz="145" dirty="0" err="1"/>
              <a:t>onChange</a:t>
            </a:r>
            <a:r>
              <a:rPr lang="en-US" sz="145" dirty="0"/>
              <a:t>={</a:t>
            </a:r>
            <a:r>
              <a:rPr lang="en-US" sz="145" dirty="0" err="1"/>
              <a:t>handleChange</a:t>
            </a:r>
            <a:r>
              <a:rPr lang="en-US" sz="145" dirty="0"/>
              <a:t>("price")}</a:t>
            </a:r>
          </a:p>
          <a:p>
            <a:pPr marL="0" indent="0">
              <a:buNone/>
            </a:pPr>
            <a:r>
              <a:rPr lang="en-US" sz="145" dirty="0"/>
              <a:t>          margin="normal"</a:t>
            </a:r>
          </a:p>
          <a:p>
            <a:pPr marL="0" indent="0">
              <a:buNone/>
            </a:pPr>
            <a:r>
              <a:rPr lang="en-US" sz="145" dirty="0"/>
              <a:t>          </a:t>
            </a:r>
            <a:r>
              <a:rPr lang="en-US" sz="145" dirty="0" err="1"/>
              <a:t>sx</a:t>
            </a:r>
            <a:r>
              <a:rPr lang="en-US" sz="145" dirty="0"/>
              <a:t>={{ mx: 1, width: 300 }}</a:t>
            </a:r>
          </a:p>
          <a:p>
            <a:pPr marL="0" indent="0">
              <a:buNone/>
            </a:pPr>
            <a:r>
              <a:rPr lang="en-US" sz="145" dirty="0"/>
              <a:t>        /&gt;</a:t>
            </a:r>
          </a:p>
          <a:p>
            <a:pPr marL="0" indent="0">
              <a:buNone/>
            </a:pPr>
            <a:br>
              <a:rPr lang="en-US" sz="145" dirty="0"/>
            </a:br>
            <a:endParaRPr lang="en-US" sz="145" dirty="0"/>
          </a:p>
          <a:p>
            <a:pPr marL="0" indent="0">
              <a:buNone/>
            </a:pPr>
            <a:r>
              <a:rPr lang="en-US" sz="145" dirty="0"/>
              <a:t>        {</a:t>
            </a:r>
            <a:r>
              <a:rPr lang="en-US" sz="145" dirty="0" err="1"/>
              <a:t>values.error</a:t>
            </a:r>
            <a:r>
              <a:rPr lang="en-US" sz="145" dirty="0"/>
              <a:t> &amp;&amp; (</a:t>
            </a:r>
          </a:p>
          <a:p>
            <a:pPr marL="0" indent="0">
              <a:buNone/>
            </a:pPr>
            <a:r>
              <a:rPr lang="en-US" sz="145" dirty="0"/>
              <a:t>          &lt;Typography component="p" color="error" </a:t>
            </a:r>
            <a:r>
              <a:rPr lang="en-US" sz="145" dirty="0" err="1"/>
              <a:t>sx</a:t>
            </a:r>
            <a:r>
              <a:rPr lang="en-US" sz="145" dirty="0"/>
              <a:t>={{ mt: 2 }}&gt;</a:t>
            </a:r>
          </a:p>
          <a:p>
            <a:pPr marL="0" indent="0">
              <a:buNone/>
            </a:pPr>
            <a:r>
              <a:rPr lang="en-US" sz="145" dirty="0"/>
              <a:t>            &lt;Icon color="error" </a:t>
            </a:r>
            <a:r>
              <a:rPr lang="en-US" sz="145" dirty="0" err="1"/>
              <a:t>sx</a:t>
            </a:r>
            <a:r>
              <a:rPr lang="en-US" sz="145" dirty="0"/>
              <a:t>={{ </a:t>
            </a:r>
            <a:r>
              <a:rPr lang="en-US" sz="145" dirty="0" err="1"/>
              <a:t>verticalAlign</a:t>
            </a:r>
            <a:r>
              <a:rPr lang="en-US" sz="145" dirty="0"/>
              <a:t>: "middle", </a:t>
            </a:r>
            <a:r>
              <a:rPr lang="en-US" sz="145" dirty="0" err="1"/>
              <a:t>mr</a:t>
            </a:r>
            <a:r>
              <a:rPr lang="en-US" sz="145" dirty="0"/>
              <a:t>: 1 }}&gt;</a:t>
            </a:r>
          </a:p>
          <a:p>
            <a:pPr marL="0" indent="0">
              <a:buNone/>
            </a:pPr>
            <a:r>
              <a:rPr lang="en-US" sz="145" dirty="0"/>
              <a:t>              error</a:t>
            </a:r>
          </a:p>
          <a:p>
            <a:pPr marL="0" indent="0">
              <a:buNone/>
            </a:pPr>
            <a:r>
              <a:rPr lang="en-US" sz="145" dirty="0"/>
              <a:t>            &lt;/Icon&gt;</a:t>
            </a:r>
          </a:p>
          <a:p>
            <a:pPr marL="0" indent="0">
              <a:buNone/>
            </a:pPr>
            <a:r>
              <a:rPr lang="en-US" sz="145" dirty="0"/>
              <a:t>            {</a:t>
            </a:r>
            <a:r>
              <a:rPr lang="en-US" sz="145" dirty="0" err="1"/>
              <a:t>values.error</a:t>
            </a:r>
            <a:r>
              <a:rPr lang="en-US" sz="145" dirty="0"/>
              <a:t>}</a:t>
            </a:r>
          </a:p>
          <a:p>
            <a:pPr marL="0" indent="0">
              <a:buNone/>
            </a:pPr>
            <a:r>
              <a:rPr lang="en-US" sz="145" dirty="0"/>
              <a:t>          &lt;/Typography&gt;</a:t>
            </a:r>
          </a:p>
          <a:p>
            <a:pPr marL="0" indent="0">
              <a:buNone/>
            </a:pPr>
            <a:r>
              <a:rPr lang="en-US" sz="145" dirty="0"/>
              <a:t>        )}</a:t>
            </a:r>
          </a:p>
          <a:p>
            <a:pPr marL="0" indent="0">
              <a:buNone/>
            </a:pPr>
            <a:r>
              <a:rPr lang="en-US" sz="145" dirty="0"/>
              <a:t>      &lt;/</a:t>
            </a:r>
            <a:r>
              <a:rPr lang="en-US" sz="145" dirty="0" err="1"/>
              <a:t>CardContent</a:t>
            </a:r>
            <a:r>
              <a:rPr lang="en-US" sz="145" dirty="0"/>
              <a:t>&gt;</a:t>
            </a:r>
          </a:p>
          <a:p>
            <a:pPr marL="0" indent="0">
              <a:buNone/>
            </a:pPr>
            <a:br>
              <a:rPr lang="en-US" sz="145" dirty="0"/>
            </a:br>
            <a:endParaRPr lang="en-US" sz="145" dirty="0"/>
          </a:p>
          <a:p>
            <a:pPr marL="0" indent="0">
              <a:buNone/>
            </a:pPr>
            <a:r>
              <a:rPr lang="en-US" sz="145" dirty="0"/>
              <a:t>      &lt;</a:t>
            </a:r>
            <a:r>
              <a:rPr lang="en-US" sz="145" dirty="0" err="1"/>
              <a:t>CardActions</a:t>
            </a:r>
            <a:r>
              <a:rPr lang="en-US" sz="145" dirty="0"/>
              <a:t> </a:t>
            </a:r>
            <a:r>
              <a:rPr lang="en-US" sz="145" dirty="0" err="1"/>
              <a:t>sx</a:t>
            </a:r>
            <a:r>
              <a:rPr lang="en-US" sz="145" dirty="0"/>
              <a:t>={{ </a:t>
            </a:r>
            <a:r>
              <a:rPr lang="en-US" sz="145" dirty="0" err="1"/>
              <a:t>justifyContent</a:t>
            </a:r>
            <a:r>
              <a:rPr lang="en-US" sz="145" dirty="0"/>
              <a:t>: "center" }}&gt;</a:t>
            </a:r>
          </a:p>
          <a:p>
            <a:pPr marL="0" indent="0">
              <a:buNone/>
            </a:pPr>
            <a:r>
              <a:rPr lang="en-US" sz="145" dirty="0"/>
              <a:t>        &lt;Button</a:t>
            </a:r>
          </a:p>
          <a:p>
            <a:pPr marL="0" indent="0">
              <a:buNone/>
            </a:pPr>
            <a:r>
              <a:rPr lang="en-US" sz="145" dirty="0"/>
              <a:t>          color="primary"</a:t>
            </a:r>
          </a:p>
          <a:p>
            <a:pPr marL="0" indent="0">
              <a:buNone/>
            </a:pPr>
            <a:r>
              <a:rPr lang="en-US" sz="145" dirty="0"/>
              <a:t>          variant="contained"</a:t>
            </a:r>
          </a:p>
          <a:p>
            <a:pPr marL="0" indent="0">
              <a:buNone/>
            </a:pPr>
            <a:r>
              <a:rPr lang="en-US" sz="145" dirty="0"/>
              <a:t>          </a:t>
            </a:r>
            <a:r>
              <a:rPr lang="en-US" sz="145" dirty="0" err="1"/>
              <a:t>onClick</a:t>
            </a:r>
            <a:r>
              <a:rPr lang="en-US" sz="145" dirty="0"/>
              <a:t>={</a:t>
            </a:r>
            <a:r>
              <a:rPr lang="en-US" sz="145" dirty="0" err="1"/>
              <a:t>clickSubmit</a:t>
            </a:r>
            <a:r>
              <a:rPr lang="en-US" sz="145" dirty="0"/>
              <a:t>}</a:t>
            </a:r>
          </a:p>
          <a:p>
            <a:pPr marL="0" indent="0">
              <a:buNone/>
            </a:pPr>
            <a:r>
              <a:rPr lang="en-US" sz="145" dirty="0"/>
              <a:t>          </a:t>
            </a:r>
            <a:r>
              <a:rPr lang="en-US" sz="145" dirty="0" err="1"/>
              <a:t>sx</a:t>
            </a:r>
            <a:r>
              <a:rPr lang="en-US" sz="145" dirty="0"/>
              <a:t>={{ mx: 1, mb: 2 }}</a:t>
            </a:r>
          </a:p>
          <a:p>
            <a:pPr marL="0" indent="0">
              <a:buNone/>
            </a:pPr>
            <a:r>
              <a:rPr lang="en-US" sz="145" dirty="0"/>
              <a:t>        &gt;</a:t>
            </a:r>
          </a:p>
          <a:p>
            <a:pPr marL="0" indent="0">
              <a:buNone/>
            </a:pPr>
            <a:r>
              <a:rPr lang="en-US" sz="145" dirty="0"/>
              <a:t>          Submit</a:t>
            </a:r>
          </a:p>
          <a:p>
            <a:pPr marL="0" indent="0">
              <a:buNone/>
            </a:pPr>
            <a:r>
              <a:rPr lang="en-US" sz="145" dirty="0"/>
              <a:t>        &lt;/Button&gt;</a:t>
            </a:r>
          </a:p>
          <a:p>
            <a:pPr marL="0" indent="0">
              <a:buNone/>
            </a:pPr>
            <a:r>
              <a:rPr lang="en-US" sz="145" dirty="0"/>
              <a:t>        &lt;Link</a:t>
            </a:r>
          </a:p>
          <a:p>
            <a:pPr marL="0" indent="0">
              <a:buNone/>
            </a:pPr>
            <a:r>
              <a:rPr lang="en-US" sz="145" dirty="0"/>
              <a:t>          to={`/seller/shop/edit/${</a:t>
            </a:r>
            <a:r>
              <a:rPr lang="en-US" sz="145" dirty="0" err="1"/>
              <a:t>params.shopId</a:t>
            </a:r>
            <a:r>
              <a:rPr lang="en-US" sz="145" dirty="0"/>
              <a:t>}`}</a:t>
            </a:r>
          </a:p>
          <a:p>
            <a:pPr marL="0" indent="0">
              <a:buNone/>
            </a:pPr>
            <a:r>
              <a:rPr lang="en-US" sz="145" dirty="0"/>
              <a:t>          style={{ </a:t>
            </a:r>
            <a:r>
              <a:rPr lang="en-US" sz="145" dirty="0" err="1"/>
              <a:t>textDecoration</a:t>
            </a:r>
            <a:r>
              <a:rPr lang="en-US" sz="145" dirty="0"/>
              <a:t>: "none" }}</a:t>
            </a:r>
          </a:p>
          <a:p>
            <a:pPr marL="0" indent="0">
              <a:buNone/>
            </a:pPr>
            <a:r>
              <a:rPr lang="en-US" sz="145" dirty="0"/>
              <a:t>        &gt;</a:t>
            </a:r>
          </a:p>
          <a:p>
            <a:pPr marL="0" indent="0">
              <a:buNone/>
            </a:pPr>
            <a:r>
              <a:rPr lang="en-US" sz="145" dirty="0"/>
              <a:t>          &lt;Button variant="contained" </a:t>
            </a:r>
            <a:r>
              <a:rPr lang="en-US" sz="145" dirty="0" err="1"/>
              <a:t>sx</a:t>
            </a:r>
            <a:r>
              <a:rPr lang="en-US" sz="145" dirty="0"/>
              <a:t>={{ mx: 1, mb: 2 }}&gt;</a:t>
            </a:r>
          </a:p>
          <a:p>
            <a:pPr marL="0" indent="0">
              <a:buNone/>
            </a:pPr>
            <a:r>
              <a:rPr lang="en-US" sz="145" dirty="0"/>
              <a:t>            Cancel</a:t>
            </a:r>
          </a:p>
          <a:p>
            <a:pPr marL="0" indent="0">
              <a:buNone/>
            </a:pPr>
            <a:r>
              <a:rPr lang="en-US" sz="145" dirty="0"/>
              <a:t>          &lt;/Button&gt;</a:t>
            </a:r>
          </a:p>
          <a:p>
            <a:pPr marL="0" indent="0">
              <a:buNone/>
            </a:pPr>
            <a:r>
              <a:rPr lang="en-US" sz="145" dirty="0"/>
              <a:t>        &lt;/Link&gt;</a:t>
            </a:r>
          </a:p>
          <a:p>
            <a:pPr marL="0" indent="0">
              <a:buNone/>
            </a:pPr>
            <a:r>
              <a:rPr lang="en-US" sz="145" dirty="0"/>
              <a:t>      &lt;/</a:t>
            </a:r>
            <a:r>
              <a:rPr lang="en-US" sz="145" dirty="0" err="1"/>
              <a:t>CardActions</a:t>
            </a:r>
            <a:r>
              <a:rPr lang="en-US" sz="145" dirty="0"/>
              <a:t>&gt;</a:t>
            </a:r>
          </a:p>
          <a:p>
            <a:pPr marL="0" indent="0">
              <a:buNone/>
            </a:pPr>
            <a:r>
              <a:rPr lang="en-US" sz="145" dirty="0"/>
              <a:t>    &lt;/Card&gt;</a:t>
            </a:r>
          </a:p>
          <a:p>
            <a:pPr marL="0" indent="0">
              <a:buNone/>
            </a:pPr>
            <a:r>
              <a:rPr lang="en-US" sz="145" dirty="0"/>
              <a:t>  );</a:t>
            </a:r>
          </a:p>
          <a:p>
            <a:pPr marL="0" indent="0">
              <a:buNone/>
            </a:pPr>
            <a:r>
              <a:rPr lang="en-US" sz="145" dirty="0"/>
              <a:t>}</a:t>
            </a:r>
          </a:p>
          <a:p>
            <a:pPr marL="0" indent="0">
              <a:buNone/>
            </a:pPr>
            <a:endParaRPr lang="en-US" sz="145" dirty="0"/>
          </a:p>
        </p:txBody>
      </p:sp>
      <p:sp>
        <p:nvSpPr>
          <p:cNvPr id="4" name="Date Placeholder 3">
            <a:extLst>
              <a:ext uri="{FF2B5EF4-FFF2-40B4-BE49-F238E27FC236}">
                <a16:creationId xmlns:a16="http://schemas.microsoft.com/office/drawing/2014/main" id="{8A3A3DEF-B913-DB9A-E4F6-2B65F05BACA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3E175D1-EAB3-D6ED-BF0B-1C9AC87B1EE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1A859563-F726-6A3E-705E-FCED6B3B5F49}"/>
              </a:ext>
            </a:extLst>
          </p:cNvPr>
          <p:cNvSpPr>
            <a:spLocks noGrp="1"/>
          </p:cNvSpPr>
          <p:nvPr>
            <p:ph type="sldNum" sz="quarter" idx="12"/>
          </p:nvPr>
        </p:nvSpPr>
        <p:spPr/>
        <p:txBody>
          <a:bodyPr/>
          <a:lstStyle/>
          <a:p>
            <a:fld id="{7C5CF243-786F-4254-B068-4C9F0B6EA12F}" type="slidenum">
              <a:rPr lang="en-US" altLang="en-US" smtClean="0"/>
              <a:pPr/>
              <a:t>84</a:t>
            </a:fld>
            <a:endParaRPr lang="en-US" altLang="en-US"/>
          </a:p>
        </p:txBody>
      </p:sp>
    </p:spTree>
    <p:extLst>
      <p:ext uri="{BB962C8B-B14F-4D97-AF65-F5344CB8AC3E}">
        <p14:creationId xmlns:p14="http://schemas.microsoft.com/office/powerpoint/2010/main" val="22655083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3400-7EB2-FFB0-A695-8B746CD15F18}"/>
              </a:ext>
            </a:extLst>
          </p:cNvPr>
          <p:cNvSpPr>
            <a:spLocks noGrp="1"/>
          </p:cNvSpPr>
          <p:nvPr>
            <p:ph type="title"/>
          </p:nvPr>
        </p:nvSpPr>
        <p:spPr/>
        <p:txBody>
          <a:bodyPr/>
          <a:lstStyle/>
          <a:p>
            <a:r>
              <a:rPr lang="en-US" dirty="0"/>
              <a:t>Client/product/</a:t>
            </a:r>
            <a:r>
              <a:rPr lang="en-US" dirty="0" err="1"/>
              <a:t>EditProduct.jsx</a:t>
            </a:r>
            <a:endParaRPr lang="en-US" dirty="0"/>
          </a:p>
        </p:txBody>
      </p:sp>
      <p:sp>
        <p:nvSpPr>
          <p:cNvPr id="3" name="Content Placeholder 2">
            <a:extLst>
              <a:ext uri="{FF2B5EF4-FFF2-40B4-BE49-F238E27FC236}">
                <a16:creationId xmlns:a16="http://schemas.microsoft.com/office/drawing/2014/main" id="{ECC72D97-A654-33EE-C996-E1BF1384F07F}"/>
              </a:ext>
            </a:extLst>
          </p:cNvPr>
          <p:cNvSpPr>
            <a:spLocks noGrp="1"/>
          </p:cNvSpPr>
          <p:nvPr>
            <p:ph idx="1"/>
          </p:nvPr>
        </p:nvSpPr>
        <p:spPr/>
        <p:txBody>
          <a:bodyPr/>
          <a:lstStyle/>
          <a:p>
            <a:pPr marL="0" indent="0">
              <a:buNone/>
            </a:pPr>
            <a:r>
              <a:rPr lang="en-US" sz="120" dirty="0"/>
              <a:t>import React, { </a:t>
            </a:r>
            <a:r>
              <a:rPr lang="en-US" sz="120" dirty="0" err="1"/>
              <a:t>useEffect</a:t>
            </a:r>
            <a:r>
              <a:rPr lang="en-US" sz="120" dirty="0"/>
              <a:t>, </a:t>
            </a:r>
            <a:r>
              <a:rPr lang="en-US" sz="120" dirty="0" err="1"/>
              <a:t>useState</a:t>
            </a:r>
            <a:r>
              <a:rPr lang="en-US" sz="120" dirty="0"/>
              <a:t> } from "react";</a:t>
            </a:r>
          </a:p>
          <a:p>
            <a:pPr marL="0" indent="0">
              <a:buNone/>
            </a:pPr>
            <a:r>
              <a:rPr lang="en-US" sz="120" dirty="0"/>
              <a:t>import {</a:t>
            </a:r>
          </a:p>
          <a:p>
            <a:pPr marL="0" indent="0">
              <a:buNone/>
            </a:pPr>
            <a:r>
              <a:rPr lang="en-US" sz="120" dirty="0"/>
              <a:t>  Card,</a:t>
            </a:r>
          </a:p>
          <a:p>
            <a:pPr marL="0" indent="0">
              <a:buNone/>
            </a:pPr>
            <a:r>
              <a:rPr lang="en-US" sz="120" dirty="0"/>
              <a:t>  </a:t>
            </a:r>
            <a:r>
              <a:rPr lang="en-US" sz="120" dirty="0" err="1"/>
              <a:t>CardActions</a:t>
            </a:r>
            <a:r>
              <a:rPr lang="en-US" sz="120" dirty="0"/>
              <a:t>,</a:t>
            </a:r>
          </a:p>
          <a:p>
            <a:pPr marL="0" indent="0">
              <a:buNone/>
            </a:pPr>
            <a:r>
              <a:rPr lang="en-US" sz="120" dirty="0"/>
              <a:t>  </a:t>
            </a:r>
            <a:r>
              <a:rPr lang="en-US" sz="120" dirty="0" err="1"/>
              <a:t>CardContent</a:t>
            </a:r>
            <a:r>
              <a:rPr lang="en-US" sz="120" dirty="0"/>
              <a:t>,</a:t>
            </a:r>
          </a:p>
          <a:p>
            <a:pPr marL="0" indent="0">
              <a:buNone/>
            </a:pPr>
            <a:r>
              <a:rPr lang="en-US" sz="120" dirty="0"/>
              <a:t>  Button,</a:t>
            </a:r>
          </a:p>
          <a:p>
            <a:pPr marL="0" indent="0">
              <a:buNone/>
            </a:pPr>
            <a:r>
              <a:rPr lang="en-US" sz="120" dirty="0"/>
              <a:t>  </a:t>
            </a:r>
            <a:r>
              <a:rPr lang="en-US" sz="120" dirty="0" err="1"/>
              <a:t>TextField</a:t>
            </a:r>
            <a:r>
              <a:rPr lang="en-US" sz="120" dirty="0"/>
              <a:t>,</a:t>
            </a:r>
          </a:p>
          <a:p>
            <a:pPr marL="0" indent="0">
              <a:buNone/>
            </a:pPr>
            <a:r>
              <a:rPr lang="en-US" sz="120" dirty="0"/>
              <a:t>  Typography,</a:t>
            </a:r>
          </a:p>
          <a:p>
            <a:pPr marL="0" indent="0">
              <a:buNone/>
            </a:pPr>
            <a:r>
              <a:rPr lang="en-US" sz="120" dirty="0"/>
              <a:t>  Avatar,</a:t>
            </a:r>
          </a:p>
          <a:p>
            <a:pPr marL="0" indent="0">
              <a:buNone/>
            </a:pPr>
            <a:r>
              <a:rPr lang="en-US" sz="120" dirty="0"/>
              <a:t>  Icon,</a:t>
            </a:r>
          </a:p>
          <a:p>
            <a:pPr marL="0" indent="0">
              <a:buNone/>
            </a:pPr>
            <a:r>
              <a:rPr lang="en-US" sz="120" dirty="0"/>
              <a:t>} from "@</a:t>
            </a:r>
            <a:r>
              <a:rPr lang="en-US" sz="120" dirty="0" err="1"/>
              <a:t>mui</a:t>
            </a:r>
            <a:r>
              <a:rPr lang="en-US" sz="120" dirty="0"/>
              <a:t>/material";</a:t>
            </a:r>
          </a:p>
          <a:p>
            <a:pPr marL="0" indent="0">
              <a:buNone/>
            </a:pPr>
            <a:r>
              <a:rPr lang="en-US" sz="120" dirty="0"/>
              <a:t>import </a:t>
            </a:r>
            <a:r>
              <a:rPr lang="en-US" sz="120" dirty="0" err="1"/>
              <a:t>AddPhotoAlternateIcon</a:t>
            </a:r>
            <a:r>
              <a:rPr lang="en-US" sz="120" dirty="0"/>
              <a:t> from "@</a:t>
            </a:r>
            <a:r>
              <a:rPr lang="en-US" sz="120" dirty="0" err="1"/>
              <a:t>mui</a:t>
            </a:r>
            <a:r>
              <a:rPr lang="en-US" sz="120" dirty="0"/>
              <a:t>/icons-material/</a:t>
            </a:r>
            <a:r>
              <a:rPr lang="en-US" sz="120" dirty="0" err="1"/>
              <a:t>AddPhotoAlternate</a:t>
            </a:r>
            <a:r>
              <a:rPr lang="en-US" sz="120" dirty="0"/>
              <a:t>";</a:t>
            </a:r>
          </a:p>
          <a:p>
            <a:pPr marL="0" indent="0">
              <a:buNone/>
            </a:pPr>
            <a:r>
              <a:rPr lang="en-US" sz="120" dirty="0"/>
              <a:t>import { </a:t>
            </a:r>
            <a:r>
              <a:rPr lang="en-US" sz="120" dirty="0" err="1"/>
              <a:t>useTheme</a:t>
            </a:r>
            <a:r>
              <a:rPr lang="en-US" sz="120" dirty="0"/>
              <a:t> } from "@</a:t>
            </a:r>
            <a:r>
              <a:rPr lang="en-US" sz="120" dirty="0" err="1"/>
              <a:t>mui</a:t>
            </a:r>
            <a:r>
              <a:rPr lang="en-US" sz="120" dirty="0"/>
              <a:t>/material/styles";</a:t>
            </a:r>
          </a:p>
          <a:p>
            <a:pPr marL="0" indent="0">
              <a:buNone/>
            </a:pPr>
            <a:r>
              <a:rPr lang="en-US" sz="120" dirty="0"/>
              <a:t>import auth from "../lib/auth-helper";</a:t>
            </a:r>
          </a:p>
          <a:p>
            <a:pPr marL="0" indent="0">
              <a:buNone/>
            </a:pPr>
            <a:r>
              <a:rPr lang="en-US" sz="120" dirty="0"/>
              <a:t>import { read, update } from "./api-product.js";</a:t>
            </a:r>
          </a:p>
          <a:p>
            <a:pPr marL="0" indent="0">
              <a:buNone/>
            </a:pPr>
            <a:r>
              <a:rPr lang="en-US" sz="120" dirty="0"/>
              <a:t>import { Link, Navigate, </a:t>
            </a:r>
            <a:r>
              <a:rPr lang="en-US" sz="120" dirty="0" err="1"/>
              <a:t>useParams</a:t>
            </a:r>
            <a:r>
              <a:rPr lang="en-US" sz="120" dirty="0"/>
              <a:t> } from "react-router-</a:t>
            </a:r>
            <a:r>
              <a:rPr lang="en-US" sz="120" dirty="0" err="1"/>
              <a:t>dom</a:t>
            </a:r>
            <a:r>
              <a:rPr lang="en-US" sz="120" dirty="0"/>
              <a:t>";</a:t>
            </a:r>
          </a:p>
          <a:p>
            <a:pPr marL="0" indent="0">
              <a:buNone/>
            </a:pPr>
            <a:br>
              <a:rPr lang="en-US" sz="120" dirty="0"/>
            </a:br>
            <a:endParaRPr lang="en-US" sz="120" dirty="0"/>
          </a:p>
          <a:p>
            <a:pPr marL="0" indent="0">
              <a:buNone/>
            </a:pPr>
            <a:r>
              <a:rPr lang="en-US" sz="120" dirty="0"/>
              <a:t>export default function </a:t>
            </a:r>
            <a:r>
              <a:rPr lang="en-US" sz="120" dirty="0" err="1"/>
              <a:t>EditProduct</a:t>
            </a:r>
            <a:r>
              <a:rPr lang="en-US" sz="120" dirty="0"/>
              <a:t>() {</a:t>
            </a:r>
          </a:p>
          <a:p>
            <a:pPr marL="0" indent="0">
              <a:buNone/>
            </a:pPr>
            <a:r>
              <a:rPr lang="en-US" sz="120" dirty="0"/>
              <a:t>  const params = </a:t>
            </a:r>
            <a:r>
              <a:rPr lang="en-US" sz="120" dirty="0" err="1"/>
              <a:t>useParams</a:t>
            </a:r>
            <a:r>
              <a:rPr lang="en-US" sz="120" dirty="0"/>
              <a:t>();</a:t>
            </a:r>
          </a:p>
          <a:p>
            <a:pPr marL="0" indent="0">
              <a:buNone/>
            </a:pPr>
            <a:r>
              <a:rPr lang="en-US" sz="120" dirty="0"/>
              <a:t>  const theme = </a:t>
            </a:r>
            <a:r>
              <a:rPr lang="en-US" sz="120" dirty="0" err="1"/>
              <a:t>useTheme</a:t>
            </a:r>
            <a:r>
              <a:rPr lang="en-US" sz="120" dirty="0"/>
              <a:t>();</a:t>
            </a:r>
          </a:p>
          <a:p>
            <a:pPr marL="0" indent="0">
              <a:buNone/>
            </a:pPr>
            <a:br>
              <a:rPr lang="en-US" sz="120" dirty="0"/>
            </a:br>
            <a:endParaRPr lang="en-US" sz="120" dirty="0"/>
          </a:p>
          <a:p>
            <a:pPr marL="0" indent="0">
              <a:buNone/>
            </a:pPr>
            <a:r>
              <a:rPr lang="en-US" sz="120" dirty="0"/>
              <a:t>  const [values, </a:t>
            </a:r>
            <a:r>
              <a:rPr lang="en-US" sz="120" dirty="0" err="1"/>
              <a:t>setValues</a:t>
            </a:r>
            <a:r>
              <a:rPr lang="en-US" sz="120" dirty="0"/>
              <a:t>] = </a:t>
            </a:r>
            <a:r>
              <a:rPr lang="en-US" sz="120" dirty="0" err="1"/>
              <a:t>useState</a:t>
            </a:r>
            <a:r>
              <a:rPr lang="en-US" sz="120" dirty="0"/>
              <a:t>({</a:t>
            </a:r>
          </a:p>
          <a:p>
            <a:pPr marL="0" indent="0">
              <a:buNone/>
            </a:pPr>
            <a:r>
              <a:rPr lang="en-US" sz="120" dirty="0"/>
              <a:t>    name: "",</a:t>
            </a:r>
          </a:p>
          <a:p>
            <a:pPr marL="0" indent="0">
              <a:buNone/>
            </a:pPr>
            <a:r>
              <a:rPr lang="en-US" sz="120" dirty="0"/>
              <a:t>    description: "",</a:t>
            </a:r>
          </a:p>
          <a:p>
            <a:pPr marL="0" indent="0">
              <a:buNone/>
            </a:pPr>
            <a:r>
              <a:rPr lang="en-US" sz="120" dirty="0"/>
              <a:t>    image: "",</a:t>
            </a:r>
          </a:p>
          <a:p>
            <a:pPr marL="0" indent="0">
              <a:buNone/>
            </a:pPr>
            <a:r>
              <a:rPr lang="en-US" sz="120" dirty="0"/>
              <a:t>    category: "",</a:t>
            </a:r>
          </a:p>
          <a:p>
            <a:pPr marL="0" indent="0">
              <a:buNone/>
            </a:pPr>
            <a:r>
              <a:rPr lang="en-US" sz="120" dirty="0"/>
              <a:t>    quantity: "",</a:t>
            </a:r>
          </a:p>
          <a:p>
            <a:pPr marL="0" indent="0">
              <a:buNone/>
            </a:pPr>
            <a:r>
              <a:rPr lang="en-US" sz="120" dirty="0"/>
              <a:t>    price: "",</a:t>
            </a:r>
          </a:p>
          <a:p>
            <a:pPr marL="0" indent="0">
              <a:buNone/>
            </a:pPr>
            <a:r>
              <a:rPr lang="en-US" sz="120" dirty="0"/>
              <a:t>    redirect: false,</a:t>
            </a:r>
          </a:p>
          <a:p>
            <a:pPr marL="0" indent="0">
              <a:buNone/>
            </a:pPr>
            <a:r>
              <a:rPr lang="en-US" sz="120" dirty="0"/>
              <a:t>    error: "",</a:t>
            </a:r>
          </a:p>
          <a:p>
            <a:pPr marL="0" indent="0">
              <a:buNone/>
            </a:pPr>
            <a:r>
              <a:rPr lang="en-US" sz="120" dirty="0"/>
              <a:t>  });</a:t>
            </a:r>
          </a:p>
          <a:p>
            <a:pPr marL="0" indent="0">
              <a:buNone/>
            </a:pPr>
            <a:br>
              <a:rPr lang="en-US" sz="120" dirty="0"/>
            </a:br>
            <a:endParaRPr lang="en-US" sz="120" dirty="0"/>
          </a:p>
          <a:p>
            <a:pPr marL="0" indent="0">
              <a:buNone/>
            </a:pPr>
            <a:r>
              <a:rPr lang="en-US" sz="120" dirty="0"/>
              <a:t>  const </a:t>
            </a:r>
            <a:r>
              <a:rPr lang="en-US" sz="120" dirty="0" err="1"/>
              <a:t>jwt</a:t>
            </a:r>
            <a:r>
              <a:rPr lang="en-US" sz="120" dirty="0"/>
              <a:t> = </a:t>
            </a:r>
            <a:r>
              <a:rPr lang="en-US" sz="120" dirty="0" err="1"/>
              <a:t>auth.isAuthenticated</a:t>
            </a:r>
            <a:r>
              <a:rPr lang="en-US" sz="120" dirty="0"/>
              <a:t>();</a:t>
            </a:r>
          </a:p>
          <a:p>
            <a:pPr marL="0" indent="0">
              <a:buNone/>
            </a:pPr>
            <a:br>
              <a:rPr lang="en-US" sz="120" dirty="0"/>
            </a:br>
            <a:endParaRPr lang="en-US" sz="120" dirty="0"/>
          </a:p>
          <a:p>
            <a:pPr marL="0" indent="0">
              <a:buNone/>
            </a:pPr>
            <a:r>
              <a:rPr lang="en-US" sz="120" dirty="0"/>
              <a:t>  </a:t>
            </a:r>
            <a:r>
              <a:rPr lang="en-US" sz="120" dirty="0" err="1"/>
              <a:t>useEffect</a:t>
            </a:r>
            <a:r>
              <a:rPr lang="en-US" sz="120" dirty="0"/>
              <a:t>(() =&gt; {</a:t>
            </a:r>
          </a:p>
          <a:p>
            <a:pPr marL="0" indent="0">
              <a:buNone/>
            </a:pPr>
            <a:r>
              <a:rPr lang="en-US" sz="120" dirty="0"/>
              <a:t>    const </a:t>
            </a:r>
            <a:r>
              <a:rPr lang="en-US" sz="120" dirty="0" err="1"/>
              <a:t>abortController</a:t>
            </a:r>
            <a:r>
              <a:rPr lang="en-US" sz="120" dirty="0"/>
              <a:t> = new </a:t>
            </a:r>
            <a:r>
              <a:rPr lang="en-US" sz="120" dirty="0" err="1"/>
              <a:t>AbortController</a:t>
            </a:r>
            <a:r>
              <a:rPr lang="en-US" sz="120" dirty="0"/>
              <a:t>();</a:t>
            </a:r>
          </a:p>
          <a:p>
            <a:pPr marL="0" indent="0">
              <a:buNone/>
            </a:pPr>
            <a:r>
              <a:rPr lang="en-US" sz="120" dirty="0"/>
              <a:t>    const signal = </a:t>
            </a:r>
            <a:r>
              <a:rPr lang="en-US" sz="120" dirty="0" err="1"/>
              <a:t>abortController.signal</a:t>
            </a:r>
            <a:r>
              <a:rPr lang="en-US" sz="120" dirty="0"/>
              <a:t>;</a:t>
            </a:r>
          </a:p>
          <a:p>
            <a:pPr marL="0" indent="0">
              <a:buNone/>
            </a:pPr>
            <a:r>
              <a:rPr lang="en-US" sz="120" dirty="0"/>
              <a:t>    read({ </a:t>
            </a:r>
            <a:r>
              <a:rPr lang="en-US" sz="120" dirty="0" err="1"/>
              <a:t>productId</a:t>
            </a:r>
            <a:r>
              <a:rPr lang="en-US" sz="120" dirty="0"/>
              <a:t>: </a:t>
            </a:r>
            <a:r>
              <a:rPr lang="en-US" sz="120" dirty="0" err="1"/>
              <a:t>params.productId</a:t>
            </a:r>
            <a:r>
              <a:rPr lang="en-US" sz="120" dirty="0"/>
              <a:t> }, signal).then((data) =&gt; {</a:t>
            </a:r>
          </a:p>
          <a:p>
            <a:pPr marL="0" indent="0">
              <a:buNone/>
            </a:pPr>
            <a:r>
              <a:rPr lang="en-US" sz="120" dirty="0"/>
              <a:t>      if (</a:t>
            </a:r>
            <a:r>
              <a:rPr lang="en-US" sz="120" dirty="0" err="1"/>
              <a:t>data.error</a:t>
            </a:r>
            <a:r>
              <a:rPr lang="en-US" sz="120" dirty="0"/>
              <a:t>) {</a:t>
            </a:r>
          </a:p>
          <a:p>
            <a:pPr marL="0" indent="0">
              <a:buNone/>
            </a:pPr>
            <a:r>
              <a:rPr lang="en-US" sz="120" dirty="0"/>
              <a:t>        </a:t>
            </a:r>
            <a:r>
              <a:rPr lang="en-US" sz="120" dirty="0" err="1"/>
              <a:t>setValues</a:t>
            </a:r>
            <a:r>
              <a:rPr lang="en-US" sz="120" dirty="0"/>
              <a:t>({ ...values, error: </a:t>
            </a:r>
            <a:r>
              <a:rPr lang="en-US" sz="120" dirty="0" err="1"/>
              <a:t>data.error</a:t>
            </a:r>
            <a:r>
              <a:rPr lang="en-US" sz="120" dirty="0"/>
              <a:t> });</a:t>
            </a:r>
          </a:p>
          <a:p>
            <a:pPr marL="0" indent="0">
              <a:buNone/>
            </a:pPr>
            <a:r>
              <a:rPr lang="en-US" sz="120" dirty="0"/>
              <a:t>      } else {</a:t>
            </a:r>
          </a:p>
          <a:p>
            <a:pPr marL="0" indent="0">
              <a:buNone/>
            </a:pPr>
            <a:r>
              <a:rPr lang="en-US" sz="120" dirty="0"/>
              <a:t>        </a:t>
            </a:r>
            <a:r>
              <a:rPr lang="en-US" sz="120" dirty="0" err="1"/>
              <a:t>setValues</a:t>
            </a:r>
            <a:r>
              <a:rPr lang="en-US" sz="120" dirty="0"/>
              <a:t>({</a:t>
            </a:r>
          </a:p>
          <a:p>
            <a:pPr marL="0" indent="0">
              <a:buNone/>
            </a:pPr>
            <a:r>
              <a:rPr lang="en-US" sz="120" dirty="0"/>
              <a:t>          ...values,</a:t>
            </a:r>
          </a:p>
          <a:p>
            <a:pPr marL="0" indent="0">
              <a:buNone/>
            </a:pPr>
            <a:r>
              <a:rPr lang="en-US" sz="120" dirty="0"/>
              <a:t>          id: </a:t>
            </a:r>
            <a:r>
              <a:rPr lang="en-US" sz="120" dirty="0" err="1"/>
              <a:t>data._id</a:t>
            </a:r>
            <a:r>
              <a:rPr lang="en-US" sz="120" dirty="0"/>
              <a:t>,</a:t>
            </a:r>
          </a:p>
          <a:p>
            <a:pPr marL="0" indent="0">
              <a:buNone/>
            </a:pPr>
            <a:r>
              <a:rPr lang="en-US" sz="120" dirty="0"/>
              <a:t>          name: data.name,</a:t>
            </a:r>
          </a:p>
          <a:p>
            <a:pPr marL="0" indent="0">
              <a:buNone/>
            </a:pPr>
            <a:r>
              <a:rPr lang="en-US" sz="120" dirty="0"/>
              <a:t>          description: </a:t>
            </a:r>
            <a:r>
              <a:rPr lang="en-US" sz="120" dirty="0" err="1"/>
              <a:t>data.description</a:t>
            </a:r>
            <a:r>
              <a:rPr lang="en-US" sz="120" dirty="0"/>
              <a:t>,</a:t>
            </a:r>
          </a:p>
          <a:p>
            <a:pPr marL="0" indent="0">
              <a:buNone/>
            </a:pPr>
            <a:r>
              <a:rPr lang="en-US" sz="120" dirty="0"/>
              <a:t>          category: </a:t>
            </a:r>
            <a:r>
              <a:rPr lang="en-US" sz="120" dirty="0" err="1"/>
              <a:t>data.category</a:t>
            </a:r>
            <a:r>
              <a:rPr lang="en-US" sz="120" dirty="0"/>
              <a:t>,</a:t>
            </a:r>
          </a:p>
          <a:p>
            <a:pPr marL="0" indent="0">
              <a:buNone/>
            </a:pPr>
            <a:r>
              <a:rPr lang="en-US" sz="120" dirty="0"/>
              <a:t>          quantity: </a:t>
            </a:r>
            <a:r>
              <a:rPr lang="en-US" sz="120" dirty="0" err="1"/>
              <a:t>data.quantity</a:t>
            </a:r>
            <a:r>
              <a:rPr lang="en-US" sz="120" dirty="0"/>
              <a:t>,</a:t>
            </a:r>
          </a:p>
          <a:p>
            <a:pPr marL="0" indent="0">
              <a:buNone/>
            </a:pPr>
            <a:r>
              <a:rPr lang="en-US" sz="120" dirty="0"/>
              <a:t>          price: </a:t>
            </a:r>
            <a:r>
              <a:rPr lang="en-US" sz="120" dirty="0" err="1"/>
              <a:t>data.price</a:t>
            </a:r>
            <a:r>
              <a:rPr lang="en-US" sz="120" dirty="0"/>
              <a:t>,</a:t>
            </a:r>
          </a:p>
          <a:p>
            <a:pPr marL="0" indent="0">
              <a:buNone/>
            </a:pPr>
            <a:r>
              <a:rPr lang="en-US" sz="120" dirty="0"/>
              <a:t>        });</a:t>
            </a:r>
          </a:p>
          <a:p>
            <a:pPr marL="0" indent="0">
              <a:buNone/>
            </a:pPr>
            <a:r>
              <a:rPr lang="en-US" sz="120" dirty="0"/>
              <a:t>      }</a:t>
            </a:r>
          </a:p>
          <a:p>
            <a:pPr marL="0" indent="0">
              <a:buNone/>
            </a:pPr>
            <a:r>
              <a:rPr lang="en-US" sz="120" dirty="0"/>
              <a:t>    });</a:t>
            </a:r>
          </a:p>
          <a:p>
            <a:pPr marL="0" indent="0">
              <a:buNone/>
            </a:pPr>
            <a:r>
              <a:rPr lang="en-US" sz="120" dirty="0"/>
              <a:t>    return () =&gt; {</a:t>
            </a:r>
          </a:p>
          <a:p>
            <a:pPr marL="0" indent="0">
              <a:buNone/>
            </a:pPr>
            <a:r>
              <a:rPr lang="en-US" sz="120" dirty="0"/>
              <a:t>      </a:t>
            </a:r>
            <a:r>
              <a:rPr lang="en-US" sz="120" dirty="0" err="1"/>
              <a:t>abortController.abort</a:t>
            </a:r>
            <a:r>
              <a:rPr lang="en-US" sz="120" dirty="0"/>
              <a:t>();</a:t>
            </a:r>
          </a:p>
          <a:p>
            <a:pPr marL="0" indent="0">
              <a:buNone/>
            </a:pPr>
            <a:r>
              <a:rPr lang="en-US" sz="120" dirty="0"/>
              <a:t>    };</a:t>
            </a:r>
          </a:p>
          <a:p>
            <a:pPr marL="0" indent="0">
              <a:buNone/>
            </a:pPr>
            <a:r>
              <a:rPr lang="en-US" sz="120" dirty="0"/>
              <a:t>  }, []);</a:t>
            </a:r>
          </a:p>
          <a:p>
            <a:pPr marL="0" indent="0">
              <a:buNone/>
            </a:pPr>
            <a:br>
              <a:rPr lang="en-US" sz="120" dirty="0"/>
            </a:br>
            <a:endParaRPr lang="en-US" sz="120" dirty="0"/>
          </a:p>
          <a:p>
            <a:pPr marL="0" indent="0">
              <a:buNone/>
            </a:pPr>
            <a:r>
              <a:rPr lang="en-US" sz="120" dirty="0"/>
              <a:t>  const </a:t>
            </a:r>
            <a:r>
              <a:rPr lang="en-US" sz="120" dirty="0" err="1"/>
              <a:t>clickSubmit</a:t>
            </a:r>
            <a:r>
              <a:rPr lang="en-US" sz="120" dirty="0"/>
              <a:t> = () =&gt; {</a:t>
            </a:r>
          </a:p>
          <a:p>
            <a:pPr marL="0" indent="0">
              <a:buNone/>
            </a:pPr>
            <a:r>
              <a:rPr lang="en-US" sz="120" dirty="0"/>
              <a:t>    let </a:t>
            </a:r>
            <a:r>
              <a:rPr lang="en-US" sz="120" dirty="0" err="1"/>
              <a:t>productData</a:t>
            </a:r>
            <a:r>
              <a:rPr lang="en-US" sz="120" dirty="0"/>
              <a:t> = new </a:t>
            </a:r>
            <a:r>
              <a:rPr lang="en-US" sz="120" dirty="0" err="1"/>
              <a:t>FormData</a:t>
            </a:r>
            <a:r>
              <a:rPr lang="en-US" sz="120" dirty="0"/>
              <a:t>();</a:t>
            </a:r>
          </a:p>
          <a:p>
            <a:pPr marL="0" indent="0">
              <a:buNone/>
            </a:pPr>
            <a:r>
              <a:rPr lang="en-US" sz="120" dirty="0"/>
              <a:t>    values.name &amp;&amp; </a:t>
            </a:r>
            <a:r>
              <a:rPr lang="en-US" sz="120" dirty="0" err="1"/>
              <a:t>productData.append</a:t>
            </a:r>
            <a:r>
              <a:rPr lang="en-US" sz="120" dirty="0"/>
              <a:t>("name", values.name);</a:t>
            </a:r>
          </a:p>
          <a:p>
            <a:pPr marL="0" indent="0">
              <a:buNone/>
            </a:pPr>
            <a:r>
              <a:rPr lang="en-US" sz="120" dirty="0"/>
              <a:t>    </a:t>
            </a:r>
            <a:r>
              <a:rPr lang="en-US" sz="120" dirty="0" err="1"/>
              <a:t>values.description</a:t>
            </a:r>
            <a:r>
              <a:rPr lang="en-US" sz="120" dirty="0"/>
              <a:t> &amp;&amp; </a:t>
            </a:r>
            <a:r>
              <a:rPr lang="en-US" sz="120" dirty="0" err="1"/>
              <a:t>productData.append</a:t>
            </a:r>
            <a:r>
              <a:rPr lang="en-US" sz="120" dirty="0"/>
              <a:t>("description", </a:t>
            </a:r>
            <a:r>
              <a:rPr lang="en-US" sz="120" dirty="0" err="1"/>
              <a:t>values.description</a:t>
            </a:r>
            <a:r>
              <a:rPr lang="en-US" sz="120" dirty="0"/>
              <a:t>);</a:t>
            </a:r>
          </a:p>
          <a:p>
            <a:pPr marL="0" indent="0">
              <a:buNone/>
            </a:pPr>
            <a:r>
              <a:rPr lang="en-US" sz="120" dirty="0"/>
              <a:t>    </a:t>
            </a:r>
            <a:r>
              <a:rPr lang="en-US" sz="120" dirty="0" err="1"/>
              <a:t>values.image</a:t>
            </a:r>
            <a:r>
              <a:rPr lang="en-US" sz="120" dirty="0"/>
              <a:t> &amp;&amp; </a:t>
            </a:r>
            <a:r>
              <a:rPr lang="en-US" sz="120" dirty="0" err="1"/>
              <a:t>productData.append</a:t>
            </a:r>
            <a:r>
              <a:rPr lang="en-US" sz="120" dirty="0"/>
              <a:t>("image", </a:t>
            </a:r>
            <a:r>
              <a:rPr lang="en-US" sz="120" dirty="0" err="1"/>
              <a:t>values.image</a:t>
            </a:r>
            <a:r>
              <a:rPr lang="en-US" sz="120" dirty="0"/>
              <a:t>);</a:t>
            </a:r>
          </a:p>
          <a:p>
            <a:pPr marL="0" indent="0">
              <a:buNone/>
            </a:pPr>
            <a:r>
              <a:rPr lang="en-US" sz="120" dirty="0"/>
              <a:t>    </a:t>
            </a:r>
            <a:r>
              <a:rPr lang="en-US" sz="120" dirty="0" err="1"/>
              <a:t>values.category</a:t>
            </a:r>
            <a:r>
              <a:rPr lang="en-US" sz="120" dirty="0"/>
              <a:t> &amp;&amp; </a:t>
            </a:r>
            <a:r>
              <a:rPr lang="en-US" sz="120" dirty="0" err="1"/>
              <a:t>productData.append</a:t>
            </a:r>
            <a:r>
              <a:rPr lang="en-US" sz="120" dirty="0"/>
              <a:t>("category", </a:t>
            </a:r>
            <a:r>
              <a:rPr lang="en-US" sz="120" dirty="0" err="1"/>
              <a:t>values.category</a:t>
            </a:r>
            <a:r>
              <a:rPr lang="en-US" sz="120" dirty="0"/>
              <a:t>);</a:t>
            </a:r>
          </a:p>
          <a:p>
            <a:pPr marL="0" indent="0">
              <a:buNone/>
            </a:pPr>
            <a:r>
              <a:rPr lang="en-US" sz="120" dirty="0"/>
              <a:t>    </a:t>
            </a:r>
            <a:r>
              <a:rPr lang="en-US" sz="120" dirty="0" err="1"/>
              <a:t>values.quantity</a:t>
            </a:r>
            <a:r>
              <a:rPr lang="en-US" sz="120" dirty="0"/>
              <a:t> &amp;&amp; </a:t>
            </a:r>
            <a:r>
              <a:rPr lang="en-US" sz="120" dirty="0" err="1"/>
              <a:t>productData.append</a:t>
            </a:r>
            <a:r>
              <a:rPr lang="en-US" sz="120" dirty="0"/>
              <a:t>("quantity", </a:t>
            </a:r>
            <a:r>
              <a:rPr lang="en-US" sz="120" dirty="0" err="1"/>
              <a:t>values.quantity</a:t>
            </a:r>
            <a:r>
              <a:rPr lang="en-US" sz="120" dirty="0"/>
              <a:t>);</a:t>
            </a:r>
          </a:p>
          <a:p>
            <a:pPr marL="0" indent="0">
              <a:buNone/>
            </a:pPr>
            <a:r>
              <a:rPr lang="en-US" sz="120" dirty="0"/>
              <a:t>    </a:t>
            </a:r>
            <a:r>
              <a:rPr lang="en-US" sz="120" dirty="0" err="1"/>
              <a:t>values.price</a:t>
            </a:r>
            <a:r>
              <a:rPr lang="en-US" sz="120" dirty="0"/>
              <a:t> &amp;&amp; </a:t>
            </a:r>
            <a:r>
              <a:rPr lang="en-US" sz="120" dirty="0" err="1"/>
              <a:t>productData.append</a:t>
            </a:r>
            <a:r>
              <a:rPr lang="en-US" sz="120" dirty="0"/>
              <a:t>("price", </a:t>
            </a:r>
            <a:r>
              <a:rPr lang="en-US" sz="120" dirty="0" err="1"/>
              <a:t>values.price</a:t>
            </a:r>
            <a:r>
              <a:rPr lang="en-US" sz="120" dirty="0"/>
              <a:t>);</a:t>
            </a:r>
          </a:p>
          <a:p>
            <a:pPr marL="0" indent="0">
              <a:buNone/>
            </a:pPr>
            <a:br>
              <a:rPr lang="en-US" sz="120" dirty="0"/>
            </a:br>
            <a:endParaRPr lang="en-US" sz="120" dirty="0"/>
          </a:p>
          <a:p>
            <a:pPr marL="0" indent="0">
              <a:buNone/>
            </a:pPr>
            <a:r>
              <a:rPr lang="en-US" sz="120" dirty="0"/>
              <a:t>    update(</a:t>
            </a:r>
          </a:p>
          <a:p>
            <a:pPr marL="0" indent="0">
              <a:buNone/>
            </a:pPr>
            <a:r>
              <a:rPr lang="en-US" sz="120" dirty="0"/>
              <a:t>      {</a:t>
            </a:r>
          </a:p>
          <a:p>
            <a:pPr marL="0" indent="0">
              <a:buNone/>
            </a:pPr>
            <a:r>
              <a:rPr lang="en-US" sz="120" dirty="0"/>
              <a:t>        </a:t>
            </a:r>
            <a:r>
              <a:rPr lang="en-US" sz="120" dirty="0" err="1"/>
              <a:t>shopId</a:t>
            </a:r>
            <a:r>
              <a:rPr lang="en-US" sz="120" dirty="0"/>
              <a:t>: </a:t>
            </a:r>
            <a:r>
              <a:rPr lang="en-US" sz="120" dirty="0" err="1"/>
              <a:t>params.shopId</a:t>
            </a:r>
            <a:r>
              <a:rPr lang="en-US" sz="120" dirty="0"/>
              <a:t>,</a:t>
            </a:r>
          </a:p>
          <a:p>
            <a:pPr marL="0" indent="0">
              <a:buNone/>
            </a:pPr>
            <a:r>
              <a:rPr lang="en-US" sz="120" dirty="0"/>
              <a:t>        </a:t>
            </a:r>
            <a:r>
              <a:rPr lang="en-US" sz="120" dirty="0" err="1"/>
              <a:t>productId</a:t>
            </a:r>
            <a:r>
              <a:rPr lang="en-US" sz="120" dirty="0"/>
              <a:t>: </a:t>
            </a:r>
            <a:r>
              <a:rPr lang="en-US" sz="120" dirty="0" err="1"/>
              <a:t>params.productId</a:t>
            </a:r>
            <a:r>
              <a:rPr lang="en-US" sz="120" dirty="0"/>
              <a:t>,</a:t>
            </a:r>
          </a:p>
          <a:p>
            <a:pPr marL="0" indent="0">
              <a:buNone/>
            </a:pPr>
            <a:r>
              <a:rPr lang="en-US" sz="120" dirty="0"/>
              <a:t>      },</a:t>
            </a:r>
          </a:p>
          <a:p>
            <a:pPr marL="0" indent="0">
              <a:buNone/>
            </a:pPr>
            <a:r>
              <a:rPr lang="en-US" sz="120" dirty="0"/>
              <a:t>      { t: </a:t>
            </a:r>
            <a:r>
              <a:rPr lang="en-US" sz="120" dirty="0" err="1"/>
              <a:t>jwt.token</a:t>
            </a:r>
            <a:r>
              <a:rPr lang="en-US" sz="120" dirty="0"/>
              <a:t> },</a:t>
            </a:r>
          </a:p>
          <a:p>
            <a:pPr marL="0" indent="0">
              <a:buNone/>
            </a:pPr>
            <a:r>
              <a:rPr lang="en-US" sz="120" dirty="0"/>
              <a:t>      </a:t>
            </a:r>
            <a:r>
              <a:rPr lang="en-US" sz="120" dirty="0" err="1"/>
              <a:t>productData</a:t>
            </a:r>
            <a:endParaRPr lang="en-US" sz="120" dirty="0"/>
          </a:p>
          <a:p>
            <a:pPr marL="0" indent="0">
              <a:buNone/>
            </a:pPr>
            <a:r>
              <a:rPr lang="en-US" sz="120" dirty="0"/>
              <a:t>    ).then((data) =&gt; {</a:t>
            </a:r>
          </a:p>
          <a:p>
            <a:pPr marL="0" indent="0">
              <a:buNone/>
            </a:pPr>
            <a:r>
              <a:rPr lang="en-US" sz="120" dirty="0"/>
              <a:t>      if (</a:t>
            </a:r>
            <a:r>
              <a:rPr lang="en-US" sz="120" dirty="0" err="1"/>
              <a:t>data.error</a:t>
            </a:r>
            <a:r>
              <a:rPr lang="en-US" sz="120" dirty="0"/>
              <a:t>) {</a:t>
            </a:r>
          </a:p>
          <a:p>
            <a:pPr marL="0" indent="0">
              <a:buNone/>
            </a:pPr>
            <a:r>
              <a:rPr lang="en-US" sz="120" dirty="0"/>
              <a:t>        </a:t>
            </a:r>
            <a:r>
              <a:rPr lang="en-US" sz="120" dirty="0" err="1"/>
              <a:t>setValues</a:t>
            </a:r>
            <a:r>
              <a:rPr lang="en-US" sz="120" dirty="0"/>
              <a:t>({ ...values, error: </a:t>
            </a:r>
            <a:r>
              <a:rPr lang="en-US" sz="120" dirty="0" err="1"/>
              <a:t>data.error</a:t>
            </a:r>
            <a:r>
              <a:rPr lang="en-US" sz="120" dirty="0"/>
              <a:t> });</a:t>
            </a:r>
          </a:p>
          <a:p>
            <a:pPr marL="0" indent="0">
              <a:buNone/>
            </a:pPr>
            <a:r>
              <a:rPr lang="en-US" sz="120" dirty="0"/>
              <a:t>      } else {</a:t>
            </a:r>
          </a:p>
          <a:p>
            <a:pPr marL="0" indent="0">
              <a:buNone/>
            </a:pPr>
            <a:r>
              <a:rPr lang="en-US" sz="120" dirty="0"/>
              <a:t>        </a:t>
            </a:r>
            <a:r>
              <a:rPr lang="en-US" sz="120" dirty="0" err="1"/>
              <a:t>setValues</a:t>
            </a:r>
            <a:r>
              <a:rPr lang="en-US" sz="120" dirty="0"/>
              <a:t>({ ...values, redirect: true });</a:t>
            </a:r>
          </a:p>
          <a:p>
            <a:pPr marL="0" indent="0">
              <a:buNone/>
            </a:pPr>
            <a:r>
              <a:rPr lang="en-US" sz="120" dirty="0"/>
              <a:t>      }</a:t>
            </a:r>
          </a:p>
          <a:p>
            <a:pPr marL="0" indent="0">
              <a:buNone/>
            </a:pPr>
            <a:r>
              <a:rPr lang="en-US" sz="120" dirty="0"/>
              <a:t>    });</a:t>
            </a:r>
          </a:p>
          <a:p>
            <a:pPr marL="0" indent="0">
              <a:buNone/>
            </a:pPr>
            <a:r>
              <a:rPr lang="en-US" sz="120" dirty="0"/>
              <a:t>  };</a:t>
            </a:r>
          </a:p>
          <a:p>
            <a:pPr marL="0" indent="0">
              <a:buNone/>
            </a:pPr>
            <a:br>
              <a:rPr lang="en-US" sz="120" dirty="0"/>
            </a:br>
            <a:endParaRPr lang="en-US" sz="120" dirty="0"/>
          </a:p>
          <a:p>
            <a:pPr marL="0" indent="0">
              <a:buNone/>
            </a:pPr>
            <a:r>
              <a:rPr lang="en-US" sz="120" dirty="0"/>
              <a:t>  const </a:t>
            </a:r>
            <a:r>
              <a:rPr lang="en-US" sz="120" dirty="0" err="1"/>
              <a:t>handleChange</a:t>
            </a:r>
            <a:r>
              <a:rPr lang="en-US" sz="120" dirty="0"/>
              <a:t> = (name) =&gt; (event) =&gt; {</a:t>
            </a:r>
          </a:p>
          <a:p>
            <a:pPr marL="0" indent="0">
              <a:buNone/>
            </a:pPr>
            <a:r>
              <a:rPr lang="en-US" sz="120" dirty="0"/>
              <a:t>    const value = name === "image" ? </a:t>
            </a:r>
            <a:r>
              <a:rPr lang="en-US" sz="120" dirty="0" err="1"/>
              <a:t>event.target.files</a:t>
            </a:r>
            <a:r>
              <a:rPr lang="en-US" sz="120" dirty="0"/>
              <a:t>[0] : </a:t>
            </a:r>
            <a:r>
              <a:rPr lang="en-US" sz="120" dirty="0" err="1"/>
              <a:t>event.target.value</a:t>
            </a:r>
            <a:r>
              <a:rPr lang="en-US" sz="120" dirty="0"/>
              <a:t>;</a:t>
            </a:r>
          </a:p>
          <a:p>
            <a:pPr marL="0" indent="0">
              <a:buNone/>
            </a:pPr>
            <a:r>
              <a:rPr lang="en-US" sz="120" dirty="0"/>
              <a:t>    </a:t>
            </a:r>
            <a:r>
              <a:rPr lang="en-US" sz="120" dirty="0" err="1"/>
              <a:t>setValues</a:t>
            </a:r>
            <a:r>
              <a:rPr lang="en-US" sz="120" dirty="0"/>
              <a:t>({ ...values, [name]: value });</a:t>
            </a:r>
          </a:p>
          <a:p>
            <a:pPr marL="0" indent="0">
              <a:buNone/>
            </a:pPr>
            <a:r>
              <a:rPr lang="en-US" sz="120" dirty="0"/>
              <a:t>  };</a:t>
            </a:r>
          </a:p>
          <a:p>
            <a:pPr marL="0" indent="0">
              <a:buNone/>
            </a:pPr>
            <a:br>
              <a:rPr lang="en-US" sz="120" dirty="0"/>
            </a:br>
            <a:endParaRPr lang="en-US" sz="120" dirty="0"/>
          </a:p>
          <a:p>
            <a:pPr marL="0" indent="0">
              <a:buNone/>
            </a:pPr>
            <a:r>
              <a:rPr lang="en-US" sz="120" dirty="0"/>
              <a:t>  const </a:t>
            </a:r>
            <a:r>
              <a:rPr lang="en-US" sz="120" dirty="0" err="1"/>
              <a:t>imageUrl</a:t>
            </a:r>
            <a:r>
              <a:rPr lang="en-US" sz="120" dirty="0"/>
              <a:t> = values.id</a:t>
            </a:r>
          </a:p>
          <a:p>
            <a:pPr marL="0" indent="0">
              <a:buNone/>
            </a:pPr>
            <a:r>
              <a:rPr lang="en-US" sz="120" dirty="0"/>
              <a:t>    ? `/</a:t>
            </a:r>
            <a:r>
              <a:rPr lang="en-US" sz="120" dirty="0" err="1"/>
              <a:t>api</a:t>
            </a:r>
            <a:r>
              <a:rPr lang="en-US" sz="120" dirty="0"/>
              <a:t>/product/image/${values.id}?${new Date().</a:t>
            </a:r>
            <a:r>
              <a:rPr lang="en-US" sz="120" dirty="0" err="1"/>
              <a:t>getTime</a:t>
            </a:r>
            <a:r>
              <a:rPr lang="en-US" sz="120" dirty="0"/>
              <a:t>()}`</a:t>
            </a:r>
          </a:p>
          <a:p>
            <a:pPr marL="0" indent="0">
              <a:buNone/>
            </a:pPr>
            <a:r>
              <a:rPr lang="en-US" sz="120" dirty="0"/>
              <a:t>    : "/</a:t>
            </a:r>
            <a:r>
              <a:rPr lang="en-US" sz="120" dirty="0" err="1"/>
              <a:t>api</a:t>
            </a:r>
            <a:r>
              <a:rPr lang="en-US" sz="120" dirty="0"/>
              <a:t>/product/</a:t>
            </a:r>
            <a:r>
              <a:rPr lang="en-US" sz="120" dirty="0" err="1"/>
              <a:t>defaultphoto</a:t>
            </a:r>
            <a:r>
              <a:rPr lang="en-US" sz="120" dirty="0"/>
              <a:t>";</a:t>
            </a:r>
          </a:p>
          <a:p>
            <a:pPr marL="0" indent="0">
              <a:buNone/>
            </a:pPr>
            <a:br>
              <a:rPr lang="en-US" sz="120" dirty="0"/>
            </a:br>
            <a:endParaRPr lang="en-US" sz="120" dirty="0"/>
          </a:p>
          <a:p>
            <a:pPr marL="0" indent="0">
              <a:buNone/>
            </a:pPr>
            <a:r>
              <a:rPr lang="en-US" sz="120" dirty="0"/>
              <a:t>  if (</a:t>
            </a:r>
            <a:r>
              <a:rPr lang="en-US" sz="120" dirty="0" err="1"/>
              <a:t>values.redirect</a:t>
            </a:r>
            <a:r>
              <a:rPr lang="en-US" sz="120" dirty="0"/>
              <a:t>) {</a:t>
            </a:r>
          </a:p>
          <a:p>
            <a:pPr marL="0" indent="0">
              <a:buNone/>
            </a:pPr>
            <a:r>
              <a:rPr lang="en-US" sz="120" dirty="0"/>
              <a:t>    return &lt;Navigate to={`/seller/shop/edit/${</a:t>
            </a:r>
            <a:r>
              <a:rPr lang="en-US" sz="120" dirty="0" err="1"/>
              <a:t>params.shopId</a:t>
            </a:r>
            <a:r>
              <a:rPr lang="en-US" sz="120" dirty="0"/>
              <a:t>}`} /&gt;;</a:t>
            </a:r>
          </a:p>
          <a:p>
            <a:pPr marL="0" indent="0">
              <a:buNone/>
            </a:pPr>
            <a:r>
              <a:rPr lang="en-US" sz="120" dirty="0"/>
              <a:t>  }</a:t>
            </a:r>
          </a:p>
          <a:p>
            <a:pPr marL="0" indent="0">
              <a:buNone/>
            </a:pPr>
            <a:br>
              <a:rPr lang="en-US" sz="120" dirty="0"/>
            </a:br>
            <a:endParaRPr lang="en-US" sz="120" dirty="0"/>
          </a:p>
          <a:p>
            <a:pPr marL="0" indent="0">
              <a:buNone/>
            </a:pPr>
            <a:r>
              <a:rPr lang="en-US" sz="120" dirty="0"/>
              <a:t>  return (</a:t>
            </a:r>
          </a:p>
          <a:p>
            <a:pPr marL="0" indent="0">
              <a:buNone/>
            </a:pPr>
            <a:r>
              <a:rPr lang="en-US" sz="120" dirty="0"/>
              <a:t>    &lt;div&gt;</a:t>
            </a:r>
          </a:p>
          <a:p>
            <a:pPr marL="0" indent="0">
              <a:buNone/>
            </a:pPr>
            <a:r>
              <a:rPr lang="en-US" sz="120" dirty="0"/>
              <a:t>      &lt;Card</a:t>
            </a:r>
          </a:p>
          <a:p>
            <a:pPr marL="0" indent="0">
              <a:buNone/>
            </a:pPr>
            <a:r>
              <a:rPr lang="en-US" sz="120" dirty="0"/>
              <a:t>        </a:t>
            </a:r>
            <a:r>
              <a:rPr lang="en-US" sz="120" dirty="0" err="1"/>
              <a:t>sx</a:t>
            </a:r>
            <a:r>
              <a:rPr lang="en-US" sz="120" dirty="0"/>
              <a:t>={{</a:t>
            </a:r>
          </a:p>
          <a:p>
            <a:pPr marL="0" indent="0">
              <a:buNone/>
            </a:pPr>
            <a:r>
              <a:rPr lang="en-US" sz="120" dirty="0"/>
              <a:t>          margin: "auto",</a:t>
            </a:r>
          </a:p>
          <a:p>
            <a:pPr marL="0" indent="0">
              <a:buNone/>
            </a:pPr>
            <a:r>
              <a:rPr lang="en-US" sz="120" dirty="0"/>
              <a:t>          </a:t>
            </a:r>
            <a:r>
              <a:rPr lang="en-US" sz="120" dirty="0" err="1"/>
              <a:t>textAlign</a:t>
            </a:r>
            <a:r>
              <a:rPr lang="en-US" sz="120" dirty="0"/>
              <a:t>: "center",</a:t>
            </a:r>
          </a:p>
          <a:p>
            <a:pPr marL="0" indent="0">
              <a:buNone/>
            </a:pPr>
            <a:r>
              <a:rPr lang="en-US" sz="120" dirty="0"/>
              <a:t>          mt: 3,</a:t>
            </a:r>
          </a:p>
          <a:p>
            <a:pPr marL="0" indent="0">
              <a:buNone/>
            </a:pPr>
            <a:r>
              <a:rPr lang="en-US" sz="120" dirty="0"/>
              <a:t>          mb: 2,</a:t>
            </a:r>
          </a:p>
          <a:p>
            <a:pPr marL="0" indent="0">
              <a:buNone/>
            </a:pPr>
            <a:r>
              <a:rPr lang="en-US" sz="120" dirty="0"/>
              <a:t>          </a:t>
            </a:r>
            <a:r>
              <a:rPr lang="en-US" sz="120" dirty="0" err="1"/>
              <a:t>maxWidth</a:t>
            </a:r>
            <a:r>
              <a:rPr lang="en-US" sz="120" dirty="0"/>
              <a:t>: 500,</a:t>
            </a:r>
          </a:p>
          <a:p>
            <a:pPr marL="0" indent="0">
              <a:buNone/>
            </a:pPr>
            <a:r>
              <a:rPr lang="en-US" sz="120" dirty="0"/>
              <a:t>          pb: 2,</a:t>
            </a:r>
          </a:p>
          <a:p>
            <a:pPr marL="0" indent="0">
              <a:buNone/>
            </a:pPr>
            <a:r>
              <a:rPr lang="en-US" sz="120" dirty="0"/>
              <a:t>        }}</a:t>
            </a:r>
          </a:p>
          <a:p>
            <a:pPr marL="0" indent="0">
              <a:buNone/>
            </a:pPr>
            <a:r>
              <a:rPr lang="en-US" sz="120" dirty="0"/>
              <a:t>      &gt;</a:t>
            </a:r>
          </a:p>
          <a:p>
            <a:pPr marL="0" indent="0">
              <a:buNone/>
            </a:pPr>
            <a:r>
              <a:rPr lang="en-US" sz="120" dirty="0"/>
              <a:t>        &lt;</a:t>
            </a:r>
            <a:r>
              <a:rPr lang="en-US" sz="120" dirty="0" err="1"/>
              <a:t>CardContent</a:t>
            </a:r>
            <a:r>
              <a:rPr lang="en-US" sz="120" dirty="0"/>
              <a:t>&gt;</a:t>
            </a:r>
          </a:p>
          <a:p>
            <a:pPr marL="0" indent="0">
              <a:buNone/>
            </a:pPr>
            <a:r>
              <a:rPr lang="en-US" sz="120" dirty="0"/>
              <a:t>          &lt;Typography</a:t>
            </a:r>
          </a:p>
          <a:p>
            <a:pPr marL="0" indent="0">
              <a:buNone/>
            </a:pPr>
            <a:r>
              <a:rPr lang="en-US" sz="120" dirty="0"/>
              <a:t>            variant="h6"</a:t>
            </a:r>
          </a:p>
          <a:p>
            <a:pPr marL="0" indent="0">
              <a:buNone/>
            </a:pPr>
            <a:r>
              <a:rPr lang="en-US" sz="120" dirty="0"/>
              <a:t>            </a:t>
            </a:r>
            <a:r>
              <a:rPr lang="en-US" sz="120" dirty="0" err="1"/>
              <a:t>sx</a:t>
            </a:r>
            <a:r>
              <a:rPr lang="en-US" sz="120" dirty="0"/>
              <a:t>={{ mt: 2, color: </a:t>
            </a:r>
            <a:r>
              <a:rPr lang="en-US" sz="120" dirty="0" err="1"/>
              <a:t>theme.palette.primary.main</a:t>
            </a:r>
            <a:r>
              <a:rPr lang="en-US" sz="120" dirty="0"/>
              <a:t> }}</a:t>
            </a:r>
          </a:p>
          <a:p>
            <a:pPr marL="0" indent="0">
              <a:buNone/>
            </a:pPr>
            <a:r>
              <a:rPr lang="en-US" sz="120" dirty="0"/>
              <a:t>          &gt;</a:t>
            </a:r>
          </a:p>
          <a:p>
            <a:pPr marL="0" indent="0">
              <a:buNone/>
            </a:pPr>
            <a:r>
              <a:rPr lang="en-US" sz="120" dirty="0"/>
              <a:t>            Edit Product</a:t>
            </a:r>
          </a:p>
          <a:p>
            <a:pPr marL="0" indent="0">
              <a:buNone/>
            </a:pPr>
            <a:r>
              <a:rPr lang="en-US" sz="120" dirty="0"/>
              <a:t>          &lt;/Typography&gt;</a:t>
            </a:r>
          </a:p>
          <a:p>
            <a:pPr marL="0" indent="0">
              <a:buNone/>
            </a:pPr>
            <a:br>
              <a:rPr lang="en-US" sz="120" dirty="0"/>
            </a:br>
            <a:endParaRPr lang="en-US" sz="120" dirty="0"/>
          </a:p>
          <a:p>
            <a:pPr marL="0" indent="0">
              <a:buNone/>
            </a:pPr>
            <a:r>
              <a:rPr lang="en-US" sz="120" dirty="0"/>
              <a:t>          &lt;Avatar</a:t>
            </a:r>
          </a:p>
          <a:p>
            <a:pPr marL="0" indent="0">
              <a:buNone/>
            </a:pPr>
            <a:r>
              <a:rPr lang="en-US" sz="120" dirty="0"/>
              <a:t>            </a:t>
            </a:r>
            <a:r>
              <a:rPr lang="en-US" sz="120" dirty="0" err="1"/>
              <a:t>src</a:t>
            </a:r>
            <a:r>
              <a:rPr lang="en-US" sz="120" dirty="0"/>
              <a:t>={</a:t>
            </a:r>
            <a:r>
              <a:rPr lang="en-US" sz="120" dirty="0" err="1"/>
              <a:t>imageUrl</a:t>
            </a:r>
            <a:r>
              <a:rPr lang="en-US" sz="120" dirty="0"/>
              <a:t>}</a:t>
            </a:r>
          </a:p>
          <a:p>
            <a:pPr marL="0" indent="0">
              <a:buNone/>
            </a:pPr>
            <a:r>
              <a:rPr lang="en-US" sz="120" dirty="0"/>
              <a:t>            </a:t>
            </a:r>
            <a:r>
              <a:rPr lang="en-US" sz="120" dirty="0" err="1"/>
              <a:t>sx</a:t>
            </a:r>
            <a:r>
              <a:rPr lang="en-US" sz="120" dirty="0"/>
              <a:t>={{ width: 60, height: 60, margin: "auto", mt: 2, mb: 2 }}</a:t>
            </a:r>
          </a:p>
          <a:p>
            <a:pPr marL="0" indent="0">
              <a:buNone/>
            </a:pPr>
            <a:r>
              <a:rPr lang="en-US" sz="120" dirty="0"/>
              <a:t>          /&gt;</a:t>
            </a:r>
          </a:p>
          <a:p>
            <a:pPr marL="0" indent="0">
              <a:buNone/>
            </a:pPr>
            <a:br>
              <a:rPr lang="en-US" sz="120" dirty="0"/>
            </a:br>
            <a:endParaRPr lang="en-US" sz="120" dirty="0"/>
          </a:p>
          <a:p>
            <a:pPr marL="0" indent="0">
              <a:buNone/>
            </a:pPr>
            <a:r>
              <a:rPr lang="en-US" sz="120" dirty="0"/>
              <a:t>          &lt;input</a:t>
            </a:r>
          </a:p>
          <a:p>
            <a:pPr marL="0" indent="0">
              <a:buNone/>
            </a:pPr>
            <a:r>
              <a:rPr lang="en-US" sz="120" dirty="0"/>
              <a:t>            accept="image/*"</a:t>
            </a:r>
          </a:p>
          <a:p>
            <a:pPr marL="0" indent="0">
              <a:buNone/>
            </a:pPr>
            <a:r>
              <a:rPr lang="en-US" sz="120" dirty="0"/>
              <a:t>            </a:t>
            </a:r>
            <a:r>
              <a:rPr lang="en-US" sz="120" dirty="0" err="1"/>
              <a:t>onChange</a:t>
            </a:r>
            <a:r>
              <a:rPr lang="en-US" sz="120" dirty="0"/>
              <a:t>={</a:t>
            </a:r>
            <a:r>
              <a:rPr lang="en-US" sz="120" dirty="0" err="1"/>
              <a:t>handleChange</a:t>
            </a:r>
            <a:r>
              <a:rPr lang="en-US" sz="120" dirty="0"/>
              <a:t>("image")}</a:t>
            </a:r>
          </a:p>
          <a:p>
            <a:pPr marL="0" indent="0">
              <a:buNone/>
            </a:pPr>
            <a:r>
              <a:rPr lang="en-US" sz="120" dirty="0"/>
              <a:t>            id="icon-button-file"</a:t>
            </a:r>
          </a:p>
          <a:p>
            <a:pPr marL="0" indent="0">
              <a:buNone/>
            </a:pPr>
            <a:r>
              <a:rPr lang="en-US" sz="120" dirty="0"/>
              <a:t>            type="file"</a:t>
            </a:r>
          </a:p>
          <a:p>
            <a:pPr marL="0" indent="0">
              <a:buNone/>
            </a:pPr>
            <a:r>
              <a:rPr lang="en-US" sz="120" dirty="0"/>
              <a:t>            style={{ display: "none" }}</a:t>
            </a:r>
          </a:p>
          <a:p>
            <a:pPr marL="0" indent="0">
              <a:buNone/>
            </a:pPr>
            <a:r>
              <a:rPr lang="en-US" sz="120" dirty="0"/>
              <a:t>          /&gt;</a:t>
            </a:r>
          </a:p>
          <a:p>
            <a:pPr marL="0" indent="0">
              <a:buNone/>
            </a:pPr>
            <a:r>
              <a:rPr lang="en-US" sz="120" dirty="0"/>
              <a:t>          &lt;label </a:t>
            </a:r>
            <a:r>
              <a:rPr lang="en-US" sz="120" dirty="0" err="1"/>
              <a:t>htmlFor</a:t>
            </a:r>
            <a:r>
              <a:rPr lang="en-US" sz="120" dirty="0"/>
              <a:t>="icon-button-file"&gt;</a:t>
            </a:r>
          </a:p>
          <a:p>
            <a:pPr marL="0" indent="0">
              <a:buNone/>
            </a:pPr>
            <a:r>
              <a:rPr lang="en-US" sz="120" dirty="0"/>
              <a:t>            &lt;Button</a:t>
            </a:r>
          </a:p>
          <a:p>
            <a:pPr marL="0" indent="0">
              <a:buNone/>
            </a:pPr>
            <a:r>
              <a:rPr lang="en-US" sz="120" dirty="0"/>
              <a:t>              variant="contained"</a:t>
            </a:r>
          </a:p>
          <a:p>
            <a:pPr marL="0" indent="0">
              <a:buNone/>
            </a:pPr>
            <a:r>
              <a:rPr lang="en-US" sz="120" dirty="0"/>
              <a:t>              color="secondary"</a:t>
            </a:r>
          </a:p>
          <a:p>
            <a:pPr marL="0" indent="0">
              <a:buNone/>
            </a:pPr>
            <a:r>
              <a:rPr lang="en-US" sz="120" dirty="0"/>
              <a:t>              component="span"</a:t>
            </a:r>
          </a:p>
          <a:p>
            <a:pPr marL="0" indent="0">
              <a:buNone/>
            </a:pPr>
            <a:r>
              <a:rPr lang="en-US" sz="120" dirty="0"/>
              <a:t>              </a:t>
            </a:r>
            <a:r>
              <a:rPr lang="en-US" sz="120" dirty="0" err="1"/>
              <a:t>startIcon</a:t>
            </a:r>
            <a:r>
              <a:rPr lang="en-US" sz="120" dirty="0"/>
              <a:t>={&lt;</a:t>
            </a:r>
            <a:r>
              <a:rPr lang="en-US" sz="120" dirty="0" err="1"/>
              <a:t>AddPhotoAlternateIcon</a:t>
            </a:r>
            <a:r>
              <a:rPr lang="en-US" sz="120" dirty="0"/>
              <a:t> /&gt;}</a:t>
            </a:r>
          </a:p>
          <a:p>
            <a:pPr marL="0" indent="0">
              <a:buNone/>
            </a:pPr>
            <a:r>
              <a:rPr lang="en-US" sz="120" dirty="0"/>
              <a:t>            &gt;</a:t>
            </a:r>
          </a:p>
          <a:p>
            <a:pPr marL="0" indent="0">
              <a:buNone/>
            </a:pPr>
            <a:r>
              <a:rPr lang="en-US" sz="120" dirty="0"/>
              <a:t>              Change Image</a:t>
            </a:r>
          </a:p>
          <a:p>
            <a:pPr marL="0" indent="0">
              <a:buNone/>
            </a:pPr>
            <a:r>
              <a:rPr lang="en-US" sz="120" dirty="0"/>
              <a:t>            &lt;/Button&gt;</a:t>
            </a:r>
          </a:p>
          <a:p>
            <a:pPr marL="0" indent="0">
              <a:buNone/>
            </a:pPr>
            <a:r>
              <a:rPr lang="en-US" sz="120" dirty="0"/>
              <a:t>          &lt;/label&gt;</a:t>
            </a:r>
          </a:p>
          <a:p>
            <a:pPr marL="0" indent="0">
              <a:buNone/>
            </a:pPr>
            <a:r>
              <a:rPr lang="en-US" sz="120" dirty="0"/>
              <a:t>          &lt;span style={{ </a:t>
            </a:r>
            <a:r>
              <a:rPr lang="en-US" sz="120" dirty="0" err="1"/>
              <a:t>marginLeft</a:t>
            </a:r>
            <a:r>
              <a:rPr lang="en-US" sz="120" dirty="0"/>
              <a:t>: "10px" }}&gt;</a:t>
            </a:r>
          </a:p>
          <a:p>
            <a:pPr marL="0" indent="0">
              <a:buNone/>
            </a:pPr>
            <a:r>
              <a:rPr lang="en-US" sz="120" dirty="0"/>
              <a:t>            {</a:t>
            </a:r>
            <a:r>
              <a:rPr lang="en-US" sz="120" dirty="0" err="1"/>
              <a:t>values.image</a:t>
            </a:r>
            <a:r>
              <a:rPr lang="en-US" sz="120" dirty="0"/>
              <a:t> ? values.image.name : ""}</a:t>
            </a:r>
          </a:p>
          <a:p>
            <a:pPr marL="0" indent="0">
              <a:buNone/>
            </a:pPr>
            <a:r>
              <a:rPr lang="en-US" sz="120" dirty="0"/>
              <a:t>          &lt;/span&gt;</a:t>
            </a:r>
          </a:p>
          <a:p>
            <a:pPr marL="0" indent="0">
              <a:buNone/>
            </a:pPr>
            <a:br>
              <a:rPr lang="en-US" sz="120" dirty="0"/>
            </a:br>
            <a:endParaRPr lang="en-US" sz="120" dirty="0"/>
          </a:p>
          <a:p>
            <a:pPr marL="0" indent="0">
              <a:buNone/>
            </a:pPr>
            <a:r>
              <a:rPr lang="en-US" sz="120" dirty="0"/>
              <a:t>          &lt;</a:t>
            </a:r>
            <a:r>
              <a:rPr lang="en-US" sz="120" dirty="0" err="1"/>
              <a:t>TextField</a:t>
            </a:r>
            <a:endParaRPr lang="en-US" sz="120" dirty="0"/>
          </a:p>
          <a:p>
            <a:pPr marL="0" indent="0">
              <a:buNone/>
            </a:pPr>
            <a:r>
              <a:rPr lang="en-US" sz="120" dirty="0"/>
              <a:t>            id="name"</a:t>
            </a:r>
          </a:p>
          <a:p>
            <a:pPr marL="0" indent="0">
              <a:buNone/>
            </a:pPr>
            <a:r>
              <a:rPr lang="en-US" sz="120" dirty="0"/>
              <a:t>            label="Name"</a:t>
            </a:r>
          </a:p>
          <a:p>
            <a:pPr marL="0" indent="0">
              <a:buNone/>
            </a:pPr>
            <a:r>
              <a:rPr lang="en-US" sz="120" dirty="0"/>
              <a:t>            value={values.name}</a:t>
            </a:r>
          </a:p>
          <a:p>
            <a:pPr marL="0" indent="0">
              <a:buNone/>
            </a:pPr>
            <a:r>
              <a:rPr lang="en-US" sz="120" dirty="0"/>
              <a:t>            </a:t>
            </a:r>
            <a:r>
              <a:rPr lang="en-US" sz="120" dirty="0" err="1"/>
              <a:t>onChange</a:t>
            </a:r>
            <a:r>
              <a:rPr lang="en-US" sz="120" dirty="0"/>
              <a:t>={</a:t>
            </a:r>
            <a:r>
              <a:rPr lang="en-US" sz="120" dirty="0" err="1"/>
              <a:t>handleChange</a:t>
            </a:r>
            <a:r>
              <a:rPr lang="en-US" sz="120" dirty="0"/>
              <a:t>("name")}</a:t>
            </a:r>
          </a:p>
          <a:p>
            <a:pPr marL="0" indent="0">
              <a:buNone/>
            </a:pPr>
            <a:r>
              <a:rPr lang="en-US" sz="120" dirty="0"/>
              <a:t>            margin="normal"</a:t>
            </a:r>
          </a:p>
          <a:p>
            <a:pPr marL="0" indent="0">
              <a:buNone/>
            </a:pPr>
            <a:r>
              <a:rPr lang="en-US" sz="120" dirty="0"/>
              <a:t>            </a:t>
            </a:r>
            <a:r>
              <a:rPr lang="en-US" sz="120" dirty="0" err="1"/>
              <a:t>sx</a:t>
            </a:r>
            <a:r>
              <a:rPr lang="en-US" sz="120" dirty="0"/>
              <a:t>={{ mx: 1, width: 400 }}</a:t>
            </a:r>
          </a:p>
          <a:p>
            <a:pPr marL="0" indent="0">
              <a:buNone/>
            </a:pPr>
            <a:r>
              <a:rPr lang="en-US" sz="120" dirty="0"/>
              <a:t>          /&gt;</a:t>
            </a:r>
          </a:p>
          <a:p>
            <a:pPr marL="0" indent="0">
              <a:buNone/>
            </a:pPr>
            <a:br>
              <a:rPr lang="en-US" sz="120" dirty="0"/>
            </a:br>
            <a:endParaRPr lang="en-US" sz="120" dirty="0"/>
          </a:p>
          <a:p>
            <a:pPr marL="0" indent="0">
              <a:buNone/>
            </a:pPr>
            <a:r>
              <a:rPr lang="en-US" sz="120" dirty="0"/>
              <a:t>          &lt;</a:t>
            </a:r>
            <a:r>
              <a:rPr lang="en-US" sz="120" dirty="0" err="1"/>
              <a:t>TextField</a:t>
            </a:r>
            <a:endParaRPr lang="en-US" sz="120" dirty="0"/>
          </a:p>
          <a:p>
            <a:pPr marL="0" indent="0">
              <a:buNone/>
            </a:pPr>
            <a:r>
              <a:rPr lang="en-US" sz="120" dirty="0"/>
              <a:t>            id="description"</a:t>
            </a:r>
          </a:p>
          <a:p>
            <a:pPr marL="0" indent="0">
              <a:buNone/>
            </a:pPr>
            <a:r>
              <a:rPr lang="en-US" sz="120" dirty="0"/>
              <a:t>            label="Description"</a:t>
            </a:r>
          </a:p>
          <a:p>
            <a:pPr marL="0" indent="0">
              <a:buNone/>
            </a:pPr>
            <a:r>
              <a:rPr lang="en-US" sz="120" dirty="0"/>
              <a:t>            multiline</a:t>
            </a:r>
          </a:p>
          <a:p>
            <a:pPr marL="0" indent="0">
              <a:buNone/>
            </a:pPr>
            <a:r>
              <a:rPr lang="en-US" sz="120" dirty="0"/>
              <a:t>            rows={3}</a:t>
            </a:r>
          </a:p>
          <a:p>
            <a:pPr marL="0" indent="0">
              <a:buNone/>
            </a:pPr>
            <a:r>
              <a:rPr lang="en-US" sz="120" dirty="0"/>
              <a:t>            value={</a:t>
            </a:r>
            <a:r>
              <a:rPr lang="en-US" sz="120" dirty="0" err="1"/>
              <a:t>values.description</a:t>
            </a:r>
            <a:r>
              <a:rPr lang="en-US" sz="120" dirty="0"/>
              <a:t>}</a:t>
            </a:r>
          </a:p>
          <a:p>
            <a:pPr marL="0" indent="0">
              <a:buNone/>
            </a:pPr>
            <a:r>
              <a:rPr lang="en-US" sz="120" dirty="0"/>
              <a:t>            </a:t>
            </a:r>
            <a:r>
              <a:rPr lang="en-US" sz="120" dirty="0" err="1"/>
              <a:t>onChange</a:t>
            </a:r>
            <a:r>
              <a:rPr lang="en-US" sz="120" dirty="0"/>
              <a:t>={</a:t>
            </a:r>
            <a:r>
              <a:rPr lang="en-US" sz="120" dirty="0" err="1"/>
              <a:t>handleChange</a:t>
            </a:r>
            <a:r>
              <a:rPr lang="en-US" sz="120" dirty="0"/>
              <a:t>("description")}</a:t>
            </a:r>
          </a:p>
          <a:p>
            <a:pPr marL="0" indent="0">
              <a:buNone/>
            </a:pPr>
            <a:r>
              <a:rPr lang="en-US" sz="120" dirty="0"/>
              <a:t>            margin="normal"</a:t>
            </a:r>
          </a:p>
          <a:p>
            <a:pPr marL="0" indent="0">
              <a:buNone/>
            </a:pPr>
            <a:r>
              <a:rPr lang="en-US" sz="120" dirty="0"/>
              <a:t>            </a:t>
            </a:r>
            <a:r>
              <a:rPr lang="en-US" sz="120" dirty="0" err="1"/>
              <a:t>sx</a:t>
            </a:r>
            <a:r>
              <a:rPr lang="en-US" sz="120" dirty="0"/>
              <a:t>={{ mx: 1, width: 400 }}</a:t>
            </a:r>
          </a:p>
          <a:p>
            <a:pPr marL="0" indent="0">
              <a:buNone/>
            </a:pPr>
            <a:r>
              <a:rPr lang="en-US" sz="120" dirty="0"/>
              <a:t>          /&gt;</a:t>
            </a:r>
          </a:p>
          <a:p>
            <a:pPr marL="0" indent="0">
              <a:buNone/>
            </a:pPr>
            <a:br>
              <a:rPr lang="en-US" sz="120" dirty="0"/>
            </a:br>
            <a:endParaRPr lang="en-US" sz="120" dirty="0"/>
          </a:p>
          <a:p>
            <a:pPr marL="0" indent="0">
              <a:buNone/>
            </a:pPr>
            <a:r>
              <a:rPr lang="en-US" sz="120" dirty="0"/>
              <a:t>          &lt;</a:t>
            </a:r>
            <a:r>
              <a:rPr lang="en-US" sz="120" dirty="0" err="1"/>
              <a:t>TextField</a:t>
            </a:r>
            <a:endParaRPr lang="en-US" sz="120" dirty="0"/>
          </a:p>
          <a:p>
            <a:pPr marL="0" indent="0">
              <a:buNone/>
            </a:pPr>
            <a:r>
              <a:rPr lang="en-US" sz="120" dirty="0"/>
              <a:t>            id="category"</a:t>
            </a:r>
          </a:p>
          <a:p>
            <a:pPr marL="0" indent="0">
              <a:buNone/>
            </a:pPr>
            <a:r>
              <a:rPr lang="en-US" sz="120" dirty="0"/>
              <a:t>            label="Category"</a:t>
            </a:r>
          </a:p>
          <a:p>
            <a:pPr marL="0" indent="0">
              <a:buNone/>
            </a:pPr>
            <a:r>
              <a:rPr lang="en-US" sz="120" dirty="0"/>
              <a:t>            value={</a:t>
            </a:r>
            <a:r>
              <a:rPr lang="en-US" sz="120" dirty="0" err="1"/>
              <a:t>values.category</a:t>
            </a:r>
            <a:r>
              <a:rPr lang="en-US" sz="120" dirty="0"/>
              <a:t>}</a:t>
            </a:r>
          </a:p>
          <a:p>
            <a:pPr marL="0" indent="0">
              <a:buNone/>
            </a:pPr>
            <a:r>
              <a:rPr lang="en-US" sz="120" dirty="0"/>
              <a:t>            </a:t>
            </a:r>
            <a:r>
              <a:rPr lang="en-US" sz="120" dirty="0" err="1"/>
              <a:t>onChange</a:t>
            </a:r>
            <a:r>
              <a:rPr lang="en-US" sz="120" dirty="0"/>
              <a:t>={</a:t>
            </a:r>
            <a:r>
              <a:rPr lang="en-US" sz="120" dirty="0" err="1"/>
              <a:t>handleChange</a:t>
            </a:r>
            <a:r>
              <a:rPr lang="en-US" sz="120" dirty="0"/>
              <a:t>("category")}</a:t>
            </a:r>
          </a:p>
          <a:p>
            <a:pPr marL="0" indent="0">
              <a:buNone/>
            </a:pPr>
            <a:r>
              <a:rPr lang="en-US" sz="120" dirty="0"/>
              <a:t>            margin="normal"</a:t>
            </a:r>
          </a:p>
          <a:p>
            <a:pPr marL="0" indent="0">
              <a:buNone/>
            </a:pPr>
            <a:r>
              <a:rPr lang="en-US" sz="120" dirty="0"/>
              <a:t>            </a:t>
            </a:r>
            <a:r>
              <a:rPr lang="en-US" sz="120" dirty="0" err="1"/>
              <a:t>sx</a:t>
            </a:r>
            <a:r>
              <a:rPr lang="en-US" sz="120" dirty="0"/>
              <a:t>={{ mx: 1, width: 400 }}</a:t>
            </a:r>
          </a:p>
          <a:p>
            <a:pPr marL="0" indent="0">
              <a:buNone/>
            </a:pPr>
            <a:r>
              <a:rPr lang="en-US" sz="120" dirty="0"/>
              <a:t>          /&gt;</a:t>
            </a:r>
          </a:p>
          <a:p>
            <a:pPr marL="0" indent="0">
              <a:buNone/>
            </a:pPr>
            <a:br>
              <a:rPr lang="en-US" sz="120" dirty="0"/>
            </a:br>
            <a:endParaRPr lang="en-US" sz="120" dirty="0"/>
          </a:p>
          <a:p>
            <a:pPr marL="0" indent="0">
              <a:buNone/>
            </a:pPr>
            <a:r>
              <a:rPr lang="en-US" sz="120" dirty="0"/>
              <a:t>          &lt;</a:t>
            </a:r>
            <a:r>
              <a:rPr lang="en-US" sz="120" dirty="0" err="1"/>
              <a:t>TextField</a:t>
            </a:r>
            <a:endParaRPr lang="en-US" sz="120" dirty="0"/>
          </a:p>
          <a:p>
            <a:pPr marL="0" indent="0">
              <a:buNone/>
            </a:pPr>
            <a:r>
              <a:rPr lang="en-US" sz="120" dirty="0"/>
              <a:t>            id="quantity"</a:t>
            </a:r>
          </a:p>
          <a:p>
            <a:pPr marL="0" indent="0">
              <a:buNone/>
            </a:pPr>
            <a:r>
              <a:rPr lang="en-US" sz="120" dirty="0"/>
              <a:t>            label="Quantity"</a:t>
            </a:r>
          </a:p>
          <a:p>
            <a:pPr marL="0" indent="0">
              <a:buNone/>
            </a:pPr>
            <a:r>
              <a:rPr lang="en-US" sz="120" dirty="0"/>
              <a:t>            type="number"</a:t>
            </a:r>
          </a:p>
          <a:p>
            <a:pPr marL="0" indent="0">
              <a:buNone/>
            </a:pPr>
            <a:r>
              <a:rPr lang="en-US" sz="120" dirty="0"/>
              <a:t>            value={</a:t>
            </a:r>
            <a:r>
              <a:rPr lang="en-US" sz="120" dirty="0" err="1"/>
              <a:t>values.quantity</a:t>
            </a:r>
            <a:r>
              <a:rPr lang="en-US" sz="120" dirty="0"/>
              <a:t>}</a:t>
            </a:r>
          </a:p>
          <a:p>
            <a:pPr marL="0" indent="0">
              <a:buNone/>
            </a:pPr>
            <a:r>
              <a:rPr lang="en-US" sz="120" dirty="0"/>
              <a:t>            </a:t>
            </a:r>
            <a:r>
              <a:rPr lang="en-US" sz="120" dirty="0" err="1"/>
              <a:t>onChange</a:t>
            </a:r>
            <a:r>
              <a:rPr lang="en-US" sz="120" dirty="0"/>
              <a:t>={</a:t>
            </a:r>
            <a:r>
              <a:rPr lang="en-US" sz="120" dirty="0" err="1"/>
              <a:t>handleChange</a:t>
            </a:r>
            <a:r>
              <a:rPr lang="en-US" sz="120" dirty="0"/>
              <a:t>("quantity")}</a:t>
            </a:r>
          </a:p>
          <a:p>
            <a:pPr marL="0" indent="0">
              <a:buNone/>
            </a:pPr>
            <a:r>
              <a:rPr lang="en-US" sz="120" dirty="0"/>
              <a:t>            margin="normal"</a:t>
            </a:r>
          </a:p>
          <a:p>
            <a:pPr marL="0" indent="0">
              <a:buNone/>
            </a:pPr>
            <a:r>
              <a:rPr lang="en-US" sz="120" dirty="0"/>
              <a:t>            </a:t>
            </a:r>
            <a:r>
              <a:rPr lang="en-US" sz="120" dirty="0" err="1"/>
              <a:t>sx</a:t>
            </a:r>
            <a:r>
              <a:rPr lang="en-US" sz="120" dirty="0"/>
              <a:t>={{ mx: 1, width: 400 }}</a:t>
            </a:r>
          </a:p>
          <a:p>
            <a:pPr marL="0" indent="0">
              <a:buNone/>
            </a:pPr>
            <a:r>
              <a:rPr lang="en-US" sz="120" dirty="0"/>
              <a:t>          /&gt;</a:t>
            </a:r>
          </a:p>
          <a:p>
            <a:pPr marL="0" indent="0">
              <a:buNone/>
            </a:pPr>
            <a:br>
              <a:rPr lang="en-US" sz="120" dirty="0"/>
            </a:br>
            <a:endParaRPr lang="en-US" sz="120" dirty="0"/>
          </a:p>
          <a:p>
            <a:pPr marL="0" indent="0">
              <a:buNone/>
            </a:pPr>
            <a:r>
              <a:rPr lang="en-US" sz="120" dirty="0"/>
              <a:t>          &lt;</a:t>
            </a:r>
            <a:r>
              <a:rPr lang="en-US" sz="120" dirty="0" err="1"/>
              <a:t>TextField</a:t>
            </a:r>
            <a:endParaRPr lang="en-US" sz="120" dirty="0"/>
          </a:p>
          <a:p>
            <a:pPr marL="0" indent="0">
              <a:buNone/>
            </a:pPr>
            <a:r>
              <a:rPr lang="en-US" sz="120" dirty="0"/>
              <a:t>            id="price"</a:t>
            </a:r>
          </a:p>
          <a:p>
            <a:pPr marL="0" indent="0">
              <a:buNone/>
            </a:pPr>
            <a:r>
              <a:rPr lang="en-US" sz="120" dirty="0"/>
              <a:t>            label="Price"</a:t>
            </a:r>
          </a:p>
          <a:p>
            <a:pPr marL="0" indent="0">
              <a:buNone/>
            </a:pPr>
            <a:r>
              <a:rPr lang="en-US" sz="120" dirty="0"/>
              <a:t>            type="number"</a:t>
            </a:r>
          </a:p>
          <a:p>
            <a:pPr marL="0" indent="0">
              <a:buNone/>
            </a:pPr>
            <a:r>
              <a:rPr lang="en-US" sz="120" dirty="0"/>
              <a:t>            value={</a:t>
            </a:r>
            <a:r>
              <a:rPr lang="en-US" sz="120" dirty="0" err="1"/>
              <a:t>values.price</a:t>
            </a:r>
            <a:r>
              <a:rPr lang="en-US" sz="120" dirty="0"/>
              <a:t>}</a:t>
            </a:r>
          </a:p>
          <a:p>
            <a:pPr marL="0" indent="0">
              <a:buNone/>
            </a:pPr>
            <a:r>
              <a:rPr lang="en-US" sz="120" dirty="0"/>
              <a:t>            </a:t>
            </a:r>
            <a:r>
              <a:rPr lang="en-US" sz="120" dirty="0" err="1"/>
              <a:t>onChange</a:t>
            </a:r>
            <a:r>
              <a:rPr lang="en-US" sz="120" dirty="0"/>
              <a:t>={</a:t>
            </a:r>
            <a:r>
              <a:rPr lang="en-US" sz="120" dirty="0" err="1"/>
              <a:t>handleChange</a:t>
            </a:r>
            <a:r>
              <a:rPr lang="en-US" sz="120" dirty="0"/>
              <a:t>("price")}</a:t>
            </a:r>
          </a:p>
          <a:p>
            <a:pPr marL="0" indent="0">
              <a:buNone/>
            </a:pPr>
            <a:r>
              <a:rPr lang="en-US" sz="120" dirty="0"/>
              <a:t>            margin="normal"</a:t>
            </a:r>
          </a:p>
          <a:p>
            <a:pPr marL="0" indent="0">
              <a:buNone/>
            </a:pPr>
            <a:r>
              <a:rPr lang="en-US" sz="120" dirty="0"/>
              <a:t>            </a:t>
            </a:r>
            <a:r>
              <a:rPr lang="en-US" sz="120" dirty="0" err="1"/>
              <a:t>sx</a:t>
            </a:r>
            <a:r>
              <a:rPr lang="en-US" sz="120" dirty="0"/>
              <a:t>={{ mx: 1, width: 400 }}</a:t>
            </a:r>
          </a:p>
          <a:p>
            <a:pPr marL="0" indent="0">
              <a:buNone/>
            </a:pPr>
            <a:r>
              <a:rPr lang="en-US" sz="120" dirty="0"/>
              <a:t>          /&gt;</a:t>
            </a:r>
          </a:p>
          <a:p>
            <a:pPr marL="0" indent="0">
              <a:buNone/>
            </a:pPr>
            <a:br>
              <a:rPr lang="en-US" sz="120" dirty="0"/>
            </a:br>
            <a:endParaRPr lang="en-US" sz="120" dirty="0"/>
          </a:p>
          <a:p>
            <a:pPr marL="0" indent="0">
              <a:buNone/>
            </a:pPr>
            <a:r>
              <a:rPr lang="en-US" sz="120" dirty="0"/>
              <a:t>          {</a:t>
            </a:r>
            <a:r>
              <a:rPr lang="en-US" sz="120" dirty="0" err="1"/>
              <a:t>values.error</a:t>
            </a:r>
            <a:r>
              <a:rPr lang="en-US" sz="120" dirty="0"/>
              <a:t> &amp;&amp; (</a:t>
            </a:r>
          </a:p>
          <a:p>
            <a:pPr marL="0" indent="0">
              <a:buNone/>
            </a:pPr>
            <a:r>
              <a:rPr lang="en-US" sz="120" dirty="0"/>
              <a:t>            &lt;Typography component="p" color="error" </a:t>
            </a:r>
            <a:r>
              <a:rPr lang="en-US" sz="120" dirty="0" err="1"/>
              <a:t>sx</a:t>
            </a:r>
            <a:r>
              <a:rPr lang="en-US" sz="120" dirty="0"/>
              <a:t>={{ mt: 2 }}&gt;</a:t>
            </a:r>
          </a:p>
          <a:p>
            <a:pPr marL="0" indent="0">
              <a:buNone/>
            </a:pPr>
            <a:r>
              <a:rPr lang="en-US" sz="120" dirty="0"/>
              <a:t>              &lt;Icon color="error" </a:t>
            </a:r>
            <a:r>
              <a:rPr lang="en-US" sz="120" dirty="0" err="1"/>
              <a:t>sx</a:t>
            </a:r>
            <a:r>
              <a:rPr lang="en-US" sz="120" dirty="0"/>
              <a:t>={{ </a:t>
            </a:r>
            <a:r>
              <a:rPr lang="en-US" sz="120" dirty="0" err="1"/>
              <a:t>verticalAlign</a:t>
            </a:r>
            <a:r>
              <a:rPr lang="en-US" sz="120" dirty="0"/>
              <a:t>: "middle", </a:t>
            </a:r>
            <a:r>
              <a:rPr lang="en-US" sz="120" dirty="0" err="1"/>
              <a:t>mr</a:t>
            </a:r>
            <a:r>
              <a:rPr lang="en-US" sz="120" dirty="0"/>
              <a:t>: 1 }}&gt;</a:t>
            </a:r>
          </a:p>
          <a:p>
            <a:pPr marL="0" indent="0">
              <a:buNone/>
            </a:pPr>
            <a:r>
              <a:rPr lang="en-US" sz="120" dirty="0"/>
              <a:t>                error</a:t>
            </a:r>
          </a:p>
          <a:p>
            <a:pPr marL="0" indent="0">
              <a:buNone/>
            </a:pPr>
            <a:r>
              <a:rPr lang="en-US" sz="120" dirty="0"/>
              <a:t>              &lt;/Icon&gt;</a:t>
            </a:r>
          </a:p>
          <a:p>
            <a:pPr marL="0" indent="0">
              <a:buNone/>
            </a:pPr>
            <a:r>
              <a:rPr lang="en-US" sz="120" dirty="0"/>
              <a:t>              {</a:t>
            </a:r>
            <a:r>
              <a:rPr lang="en-US" sz="120" dirty="0" err="1"/>
              <a:t>values.error</a:t>
            </a:r>
            <a:r>
              <a:rPr lang="en-US" sz="120" dirty="0"/>
              <a:t>}</a:t>
            </a:r>
          </a:p>
          <a:p>
            <a:pPr marL="0" indent="0">
              <a:buNone/>
            </a:pPr>
            <a:r>
              <a:rPr lang="en-US" sz="120" dirty="0"/>
              <a:t>            &lt;/Typography&gt;</a:t>
            </a:r>
          </a:p>
          <a:p>
            <a:pPr marL="0" indent="0">
              <a:buNone/>
            </a:pPr>
            <a:r>
              <a:rPr lang="en-US" sz="120" dirty="0"/>
              <a:t>          )}</a:t>
            </a:r>
          </a:p>
          <a:p>
            <a:pPr marL="0" indent="0">
              <a:buNone/>
            </a:pPr>
            <a:r>
              <a:rPr lang="en-US" sz="120" dirty="0"/>
              <a:t>        &lt;/</a:t>
            </a:r>
            <a:r>
              <a:rPr lang="en-US" sz="120" dirty="0" err="1"/>
              <a:t>CardContent</a:t>
            </a:r>
            <a:r>
              <a:rPr lang="en-US" sz="120" dirty="0"/>
              <a:t>&gt;</a:t>
            </a:r>
          </a:p>
          <a:p>
            <a:pPr marL="0" indent="0">
              <a:buNone/>
            </a:pPr>
            <a:br>
              <a:rPr lang="en-US" sz="120" dirty="0"/>
            </a:br>
            <a:endParaRPr lang="en-US" sz="120" dirty="0"/>
          </a:p>
          <a:p>
            <a:pPr marL="0" indent="0">
              <a:buNone/>
            </a:pPr>
            <a:r>
              <a:rPr lang="en-US" sz="120" dirty="0"/>
              <a:t>        &lt;</a:t>
            </a:r>
            <a:r>
              <a:rPr lang="en-US" sz="120" dirty="0" err="1"/>
              <a:t>CardActions</a:t>
            </a:r>
            <a:r>
              <a:rPr lang="en-US" sz="120" dirty="0"/>
              <a:t> </a:t>
            </a:r>
            <a:r>
              <a:rPr lang="en-US" sz="120" dirty="0" err="1"/>
              <a:t>sx</a:t>
            </a:r>
            <a:r>
              <a:rPr lang="en-US" sz="120" dirty="0"/>
              <a:t>={{ </a:t>
            </a:r>
            <a:r>
              <a:rPr lang="en-US" sz="120" dirty="0" err="1"/>
              <a:t>justifyContent</a:t>
            </a:r>
            <a:r>
              <a:rPr lang="en-US" sz="120" dirty="0"/>
              <a:t>: "center" }}&gt;</a:t>
            </a:r>
          </a:p>
          <a:p>
            <a:pPr marL="0" indent="0">
              <a:buNone/>
            </a:pPr>
            <a:r>
              <a:rPr lang="en-US" sz="120" dirty="0"/>
              <a:t>          &lt;Button</a:t>
            </a:r>
          </a:p>
          <a:p>
            <a:pPr marL="0" indent="0">
              <a:buNone/>
            </a:pPr>
            <a:r>
              <a:rPr lang="en-US" sz="120" dirty="0"/>
              <a:t>            color="primary"</a:t>
            </a:r>
          </a:p>
          <a:p>
            <a:pPr marL="0" indent="0">
              <a:buNone/>
            </a:pPr>
            <a:r>
              <a:rPr lang="en-US" sz="120" dirty="0"/>
              <a:t>            variant="contained"</a:t>
            </a:r>
          </a:p>
          <a:p>
            <a:pPr marL="0" indent="0">
              <a:buNone/>
            </a:pPr>
            <a:r>
              <a:rPr lang="en-US" sz="120" dirty="0"/>
              <a:t>            </a:t>
            </a:r>
            <a:r>
              <a:rPr lang="en-US" sz="120" dirty="0" err="1"/>
              <a:t>onClick</a:t>
            </a:r>
            <a:r>
              <a:rPr lang="en-US" sz="120" dirty="0"/>
              <a:t>={</a:t>
            </a:r>
            <a:r>
              <a:rPr lang="en-US" sz="120" dirty="0" err="1"/>
              <a:t>clickSubmit</a:t>
            </a:r>
            <a:r>
              <a:rPr lang="en-US" sz="120" dirty="0"/>
              <a:t>}</a:t>
            </a:r>
          </a:p>
          <a:p>
            <a:pPr marL="0" indent="0">
              <a:buNone/>
            </a:pPr>
            <a:r>
              <a:rPr lang="en-US" sz="120" dirty="0"/>
              <a:t>            </a:t>
            </a:r>
            <a:r>
              <a:rPr lang="en-US" sz="120" dirty="0" err="1"/>
              <a:t>sx</a:t>
            </a:r>
            <a:r>
              <a:rPr lang="en-US" sz="120" dirty="0"/>
              <a:t>={{ mx: 1, mb: 2 }}</a:t>
            </a:r>
          </a:p>
          <a:p>
            <a:pPr marL="0" indent="0">
              <a:buNone/>
            </a:pPr>
            <a:r>
              <a:rPr lang="en-US" sz="120" dirty="0"/>
              <a:t>          &gt;</a:t>
            </a:r>
          </a:p>
          <a:p>
            <a:pPr marL="0" indent="0">
              <a:buNone/>
            </a:pPr>
            <a:r>
              <a:rPr lang="en-US" sz="120" dirty="0"/>
              <a:t>            Update</a:t>
            </a:r>
          </a:p>
          <a:p>
            <a:pPr marL="0" indent="0">
              <a:buNone/>
            </a:pPr>
            <a:r>
              <a:rPr lang="en-US" sz="120" dirty="0"/>
              <a:t>          &lt;/Button&gt;</a:t>
            </a:r>
          </a:p>
          <a:p>
            <a:pPr marL="0" indent="0">
              <a:buNone/>
            </a:pPr>
            <a:r>
              <a:rPr lang="en-US" sz="120" dirty="0"/>
              <a:t>          &lt;Link</a:t>
            </a:r>
          </a:p>
          <a:p>
            <a:pPr marL="0" indent="0">
              <a:buNone/>
            </a:pPr>
            <a:r>
              <a:rPr lang="en-US" sz="120" dirty="0"/>
              <a:t>            to={`/seller/shops/edit/${</a:t>
            </a:r>
            <a:r>
              <a:rPr lang="en-US" sz="120" dirty="0" err="1"/>
              <a:t>params.shopId</a:t>
            </a:r>
            <a:r>
              <a:rPr lang="en-US" sz="120" dirty="0"/>
              <a:t>}`}</a:t>
            </a:r>
          </a:p>
          <a:p>
            <a:pPr marL="0" indent="0">
              <a:buNone/>
            </a:pPr>
            <a:r>
              <a:rPr lang="en-US" sz="120" dirty="0"/>
              <a:t>            style={{ </a:t>
            </a:r>
            <a:r>
              <a:rPr lang="en-US" sz="120" dirty="0" err="1"/>
              <a:t>textDecoration</a:t>
            </a:r>
            <a:r>
              <a:rPr lang="en-US" sz="120" dirty="0"/>
              <a:t>: "none" }}</a:t>
            </a:r>
          </a:p>
          <a:p>
            <a:pPr marL="0" indent="0">
              <a:buNone/>
            </a:pPr>
            <a:r>
              <a:rPr lang="en-US" sz="120" dirty="0"/>
              <a:t>          &gt;</a:t>
            </a:r>
          </a:p>
          <a:p>
            <a:pPr marL="0" indent="0">
              <a:buNone/>
            </a:pPr>
            <a:r>
              <a:rPr lang="en-US" sz="120" dirty="0"/>
              <a:t>            &lt;Button variant="contained" </a:t>
            </a:r>
            <a:r>
              <a:rPr lang="en-US" sz="120" dirty="0" err="1"/>
              <a:t>sx</a:t>
            </a:r>
            <a:r>
              <a:rPr lang="en-US" sz="120" dirty="0"/>
              <a:t>={{ mx: 1, mb: 2 }}&gt;</a:t>
            </a:r>
          </a:p>
          <a:p>
            <a:pPr marL="0" indent="0">
              <a:buNone/>
            </a:pPr>
            <a:r>
              <a:rPr lang="en-US" sz="120" dirty="0"/>
              <a:t>              Cancel</a:t>
            </a:r>
          </a:p>
          <a:p>
            <a:pPr marL="0" indent="0">
              <a:buNone/>
            </a:pPr>
            <a:r>
              <a:rPr lang="en-US" sz="120" dirty="0"/>
              <a:t>            &lt;/Button&gt;</a:t>
            </a:r>
          </a:p>
          <a:p>
            <a:pPr marL="0" indent="0">
              <a:buNone/>
            </a:pPr>
            <a:r>
              <a:rPr lang="en-US" sz="120" dirty="0"/>
              <a:t>          &lt;/Link&gt;</a:t>
            </a:r>
          </a:p>
          <a:p>
            <a:pPr marL="0" indent="0">
              <a:buNone/>
            </a:pPr>
            <a:r>
              <a:rPr lang="en-US" sz="120" dirty="0"/>
              <a:t>        &lt;/</a:t>
            </a:r>
            <a:r>
              <a:rPr lang="en-US" sz="120" dirty="0" err="1"/>
              <a:t>CardActions</a:t>
            </a:r>
            <a:r>
              <a:rPr lang="en-US" sz="120" dirty="0"/>
              <a:t>&gt;</a:t>
            </a:r>
          </a:p>
          <a:p>
            <a:pPr marL="0" indent="0">
              <a:buNone/>
            </a:pPr>
            <a:r>
              <a:rPr lang="en-US" sz="120" dirty="0"/>
              <a:t>      &lt;/Card&gt;</a:t>
            </a:r>
          </a:p>
          <a:p>
            <a:pPr marL="0" indent="0">
              <a:buNone/>
            </a:pPr>
            <a:r>
              <a:rPr lang="en-US" sz="120" dirty="0"/>
              <a:t>    &lt;/div&gt;</a:t>
            </a:r>
          </a:p>
          <a:p>
            <a:pPr marL="0" indent="0">
              <a:buNone/>
            </a:pPr>
            <a:r>
              <a:rPr lang="en-US" sz="120" dirty="0"/>
              <a:t>  );</a:t>
            </a:r>
          </a:p>
          <a:p>
            <a:pPr marL="0" indent="0">
              <a:buNone/>
            </a:pPr>
            <a:r>
              <a:rPr lang="en-US" sz="120" dirty="0"/>
              <a:t>}</a:t>
            </a:r>
          </a:p>
          <a:p>
            <a:pPr marL="0" indent="0">
              <a:buNone/>
            </a:pPr>
            <a:endParaRPr lang="en-US" sz="120" dirty="0"/>
          </a:p>
        </p:txBody>
      </p:sp>
      <p:sp>
        <p:nvSpPr>
          <p:cNvPr id="4" name="Date Placeholder 3">
            <a:extLst>
              <a:ext uri="{FF2B5EF4-FFF2-40B4-BE49-F238E27FC236}">
                <a16:creationId xmlns:a16="http://schemas.microsoft.com/office/drawing/2014/main" id="{72B7D147-C960-FC4D-9CE0-CEEA331FC8F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8E5828D-79F0-1082-0B26-CE6D9E8F48B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BD314E6-4BF2-1242-79CE-98EFF504D3DD}"/>
              </a:ext>
            </a:extLst>
          </p:cNvPr>
          <p:cNvSpPr>
            <a:spLocks noGrp="1"/>
          </p:cNvSpPr>
          <p:nvPr>
            <p:ph type="sldNum" sz="quarter" idx="12"/>
          </p:nvPr>
        </p:nvSpPr>
        <p:spPr/>
        <p:txBody>
          <a:bodyPr/>
          <a:lstStyle/>
          <a:p>
            <a:fld id="{7C5CF243-786F-4254-B068-4C9F0B6EA12F}" type="slidenum">
              <a:rPr lang="en-US" altLang="en-US" smtClean="0"/>
              <a:pPr/>
              <a:t>85</a:t>
            </a:fld>
            <a:endParaRPr lang="en-US" altLang="en-US"/>
          </a:p>
        </p:txBody>
      </p:sp>
    </p:spTree>
    <p:extLst>
      <p:ext uri="{BB962C8B-B14F-4D97-AF65-F5344CB8AC3E}">
        <p14:creationId xmlns:p14="http://schemas.microsoft.com/office/powerpoint/2010/main" val="21972504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4273-1E9D-4EC8-F487-E379E6B27DC5}"/>
              </a:ext>
            </a:extLst>
          </p:cNvPr>
          <p:cNvSpPr>
            <a:spLocks noGrp="1"/>
          </p:cNvSpPr>
          <p:nvPr>
            <p:ph type="title"/>
          </p:nvPr>
        </p:nvSpPr>
        <p:spPr/>
        <p:txBody>
          <a:bodyPr/>
          <a:lstStyle/>
          <a:p>
            <a:r>
              <a:rPr lang="en-US" dirty="0"/>
              <a:t>Client/product/</a:t>
            </a:r>
            <a:r>
              <a:rPr lang="en-US" dirty="0" err="1"/>
              <a:t>DeleteProduct.jsx</a:t>
            </a:r>
            <a:endParaRPr lang="en-US" dirty="0"/>
          </a:p>
        </p:txBody>
      </p:sp>
      <p:sp>
        <p:nvSpPr>
          <p:cNvPr id="3" name="Content Placeholder 2">
            <a:extLst>
              <a:ext uri="{FF2B5EF4-FFF2-40B4-BE49-F238E27FC236}">
                <a16:creationId xmlns:a16="http://schemas.microsoft.com/office/drawing/2014/main" id="{480BAC62-2AFF-4EF3-04B0-0CD958389C75}"/>
              </a:ext>
            </a:extLst>
          </p:cNvPr>
          <p:cNvSpPr>
            <a:spLocks noGrp="1"/>
          </p:cNvSpPr>
          <p:nvPr>
            <p:ph idx="1"/>
          </p:nvPr>
        </p:nvSpPr>
        <p:spPr/>
        <p:txBody>
          <a:bodyPr/>
          <a:lstStyle/>
          <a:p>
            <a:pPr marL="0" indent="0">
              <a:buNone/>
            </a:pPr>
            <a:r>
              <a:rPr lang="en-US" sz="360" dirty="0"/>
              <a:t>import React, { </a:t>
            </a:r>
            <a:r>
              <a:rPr lang="en-US" sz="360" dirty="0" err="1"/>
              <a:t>useState</a:t>
            </a:r>
            <a:r>
              <a:rPr lang="en-US" sz="360" dirty="0"/>
              <a:t> } from "react";</a:t>
            </a:r>
          </a:p>
          <a:p>
            <a:pPr marL="0" indent="0">
              <a:buNone/>
            </a:pPr>
            <a:r>
              <a:rPr lang="en-US" sz="360" dirty="0"/>
              <a:t>import </a:t>
            </a:r>
            <a:r>
              <a:rPr lang="en-US" sz="360" dirty="0" err="1"/>
              <a:t>PropTypes</a:t>
            </a:r>
            <a:r>
              <a:rPr lang="en-US" sz="360" dirty="0"/>
              <a:t> from "prop-types";</a:t>
            </a:r>
          </a:p>
          <a:p>
            <a:pPr marL="0" indent="0">
              <a:buNone/>
            </a:pPr>
            <a:r>
              <a:rPr lang="en-US" sz="360" dirty="0"/>
              <a:t>import </a:t>
            </a:r>
            <a:r>
              <a:rPr lang="en-US" sz="360" dirty="0" err="1"/>
              <a:t>IconButton</a:t>
            </a:r>
            <a:r>
              <a:rPr lang="en-US" sz="360" dirty="0"/>
              <a:t> from "@</a:t>
            </a:r>
            <a:r>
              <a:rPr lang="en-US" sz="360" dirty="0" err="1"/>
              <a:t>mui</a:t>
            </a:r>
            <a:r>
              <a:rPr lang="en-US" sz="360" dirty="0"/>
              <a:t>/material/</a:t>
            </a:r>
            <a:r>
              <a:rPr lang="en-US" sz="360" dirty="0" err="1"/>
              <a:t>IconButton</a:t>
            </a:r>
            <a:r>
              <a:rPr lang="en-US" sz="360" dirty="0"/>
              <a:t>";</a:t>
            </a:r>
          </a:p>
          <a:p>
            <a:pPr marL="0" indent="0">
              <a:buNone/>
            </a:pPr>
            <a:r>
              <a:rPr lang="en-US" sz="360" dirty="0"/>
              <a:t>import Button from "@</a:t>
            </a:r>
            <a:r>
              <a:rPr lang="en-US" sz="360" dirty="0" err="1"/>
              <a:t>mui</a:t>
            </a:r>
            <a:r>
              <a:rPr lang="en-US" sz="360" dirty="0"/>
              <a:t>/material/Button";</a:t>
            </a:r>
          </a:p>
          <a:p>
            <a:pPr marL="0" indent="0">
              <a:buNone/>
            </a:pPr>
            <a:r>
              <a:rPr lang="en-US" sz="360" dirty="0"/>
              <a:t>import </a:t>
            </a:r>
            <a:r>
              <a:rPr lang="en-US" sz="360" dirty="0" err="1"/>
              <a:t>DeleteIcon</a:t>
            </a:r>
            <a:r>
              <a:rPr lang="en-US" sz="360" dirty="0"/>
              <a:t> from "@</a:t>
            </a:r>
            <a:r>
              <a:rPr lang="en-US" sz="360" dirty="0" err="1"/>
              <a:t>mui</a:t>
            </a:r>
            <a:r>
              <a:rPr lang="en-US" sz="360" dirty="0"/>
              <a:t>/icons-material/Delete";</a:t>
            </a:r>
          </a:p>
          <a:p>
            <a:pPr marL="0" indent="0">
              <a:buNone/>
            </a:pPr>
            <a:r>
              <a:rPr lang="en-US" sz="360" dirty="0"/>
              <a:t>import Dialog from "@</a:t>
            </a:r>
            <a:r>
              <a:rPr lang="en-US" sz="360" dirty="0" err="1"/>
              <a:t>mui</a:t>
            </a:r>
            <a:r>
              <a:rPr lang="en-US" sz="360" dirty="0"/>
              <a:t>/material/Dialog";</a:t>
            </a:r>
          </a:p>
          <a:p>
            <a:pPr marL="0" indent="0">
              <a:buNone/>
            </a:pPr>
            <a:r>
              <a:rPr lang="en-US" sz="360" dirty="0"/>
              <a:t>import </a:t>
            </a:r>
            <a:r>
              <a:rPr lang="en-US" sz="360" dirty="0" err="1"/>
              <a:t>DialogActions</a:t>
            </a:r>
            <a:r>
              <a:rPr lang="en-US" sz="360" dirty="0"/>
              <a:t> from "@</a:t>
            </a:r>
            <a:r>
              <a:rPr lang="en-US" sz="360" dirty="0" err="1"/>
              <a:t>mui</a:t>
            </a:r>
            <a:r>
              <a:rPr lang="en-US" sz="360" dirty="0"/>
              <a:t>/material/</a:t>
            </a:r>
            <a:r>
              <a:rPr lang="en-US" sz="360" dirty="0" err="1"/>
              <a:t>DialogActions</a:t>
            </a:r>
            <a:r>
              <a:rPr lang="en-US" sz="360" dirty="0"/>
              <a:t>";</a:t>
            </a:r>
          </a:p>
          <a:p>
            <a:pPr marL="0" indent="0">
              <a:buNone/>
            </a:pPr>
            <a:r>
              <a:rPr lang="en-US" sz="360" dirty="0"/>
              <a:t>import </a:t>
            </a:r>
            <a:r>
              <a:rPr lang="en-US" sz="360" dirty="0" err="1"/>
              <a:t>DialogContent</a:t>
            </a:r>
            <a:r>
              <a:rPr lang="en-US" sz="360" dirty="0"/>
              <a:t> from "@</a:t>
            </a:r>
            <a:r>
              <a:rPr lang="en-US" sz="360" dirty="0" err="1"/>
              <a:t>mui</a:t>
            </a:r>
            <a:r>
              <a:rPr lang="en-US" sz="360" dirty="0"/>
              <a:t>/material/</a:t>
            </a:r>
            <a:r>
              <a:rPr lang="en-US" sz="360" dirty="0" err="1"/>
              <a:t>DialogContent</a:t>
            </a:r>
            <a:r>
              <a:rPr lang="en-US" sz="360" dirty="0"/>
              <a:t>";</a:t>
            </a:r>
          </a:p>
          <a:p>
            <a:pPr marL="0" indent="0">
              <a:buNone/>
            </a:pPr>
            <a:r>
              <a:rPr lang="en-US" sz="360" dirty="0"/>
              <a:t>import </a:t>
            </a:r>
            <a:r>
              <a:rPr lang="en-US" sz="360" dirty="0" err="1"/>
              <a:t>DialogContentText</a:t>
            </a:r>
            <a:r>
              <a:rPr lang="en-US" sz="360" dirty="0"/>
              <a:t> from "@</a:t>
            </a:r>
            <a:r>
              <a:rPr lang="en-US" sz="360" dirty="0" err="1"/>
              <a:t>mui</a:t>
            </a:r>
            <a:r>
              <a:rPr lang="en-US" sz="360" dirty="0"/>
              <a:t>/material/</a:t>
            </a:r>
            <a:r>
              <a:rPr lang="en-US" sz="360" dirty="0" err="1"/>
              <a:t>DialogContentText</a:t>
            </a:r>
            <a:r>
              <a:rPr lang="en-US" sz="360" dirty="0"/>
              <a:t>";</a:t>
            </a:r>
          </a:p>
          <a:p>
            <a:pPr marL="0" indent="0">
              <a:buNone/>
            </a:pPr>
            <a:r>
              <a:rPr lang="en-US" sz="360" dirty="0"/>
              <a:t>import </a:t>
            </a:r>
            <a:r>
              <a:rPr lang="en-US" sz="360" dirty="0" err="1"/>
              <a:t>DialogTitle</a:t>
            </a:r>
            <a:r>
              <a:rPr lang="en-US" sz="360" dirty="0"/>
              <a:t> from "@</a:t>
            </a:r>
            <a:r>
              <a:rPr lang="en-US" sz="360" dirty="0" err="1"/>
              <a:t>mui</a:t>
            </a:r>
            <a:r>
              <a:rPr lang="en-US" sz="360" dirty="0"/>
              <a:t>/material/</a:t>
            </a:r>
            <a:r>
              <a:rPr lang="en-US" sz="360" dirty="0" err="1"/>
              <a:t>DialogTitle</a:t>
            </a:r>
            <a:r>
              <a:rPr lang="en-US" sz="360" dirty="0"/>
              <a:t>";</a:t>
            </a:r>
          </a:p>
          <a:p>
            <a:pPr marL="0" indent="0">
              <a:buNone/>
            </a:pPr>
            <a:r>
              <a:rPr lang="en-US" sz="360" dirty="0"/>
              <a:t>import auth from "../lib/auth-helper";</a:t>
            </a:r>
          </a:p>
          <a:p>
            <a:pPr marL="0" indent="0">
              <a:buNone/>
            </a:pPr>
            <a:r>
              <a:rPr lang="en-US" sz="360" dirty="0"/>
              <a:t>import { remove } from "./api-product.js";</a:t>
            </a:r>
          </a:p>
          <a:p>
            <a:pPr marL="0" indent="0">
              <a:buNone/>
            </a:pPr>
            <a:br>
              <a:rPr lang="en-US" sz="360" dirty="0"/>
            </a:br>
            <a:endParaRPr lang="en-US" sz="360" dirty="0"/>
          </a:p>
          <a:p>
            <a:pPr marL="0" indent="0">
              <a:buNone/>
            </a:pPr>
            <a:r>
              <a:rPr lang="en-US" sz="360" dirty="0"/>
              <a:t>export default function </a:t>
            </a:r>
            <a:r>
              <a:rPr lang="en-US" sz="360" dirty="0" err="1"/>
              <a:t>DeleteProduct</a:t>
            </a:r>
            <a:r>
              <a:rPr lang="en-US" sz="360" dirty="0"/>
              <a:t>(props) {</a:t>
            </a:r>
          </a:p>
          <a:p>
            <a:pPr marL="0" indent="0">
              <a:buNone/>
            </a:pPr>
            <a:r>
              <a:rPr lang="en-US" sz="360" dirty="0"/>
              <a:t>  const [open, </a:t>
            </a:r>
            <a:r>
              <a:rPr lang="en-US" sz="360" dirty="0" err="1"/>
              <a:t>setOpen</a:t>
            </a:r>
            <a:r>
              <a:rPr lang="en-US" sz="360" dirty="0"/>
              <a:t>] = </a:t>
            </a:r>
            <a:r>
              <a:rPr lang="en-US" sz="360" dirty="0" err="1"/>
              <a:t>useState</a:t>
            </a:r>
            <a:r>
              <a:rPr lang="en-US" sz="360" dirty="0"/>
              <a:t>(false);</a:t>
            </a:r>
          </a:p>
          <a:p>
            <a:pPr marL="0" indent="0">
              <a:buNone/>
            </a:pPr>
            <a:r>
              <a:rPr lang="en-US" sz="360" dirty="0"/>
              <a:t>  const </a:t>
            </a:r>
            <a:r>
              <a:rPr lang="en-US" sz="360" dirty="0" err="1"/>
              <a:t>jwt</a:t>
            </a:r>
            <a:r>
              <a:rPr lang="en-US" sz="360" dirty="0"/>
              <a:t> = </a:t>
            </a:r>
            <a:r>
              <a:rPr lang="en-US" sz="360" dirty="0" err="1"/>
              <a:t>auth.isAuthenticated</a:t>
            </a:r>
            <a:r>
              <a:rPr lang="en-US" sz="360" dirty="0"/>
              <a:t>();</a:t>
            </a:r>
          </a:p>
          <a:p>
            <a:pPr marL="0" indent="0">
              <a:buNone/>
            </a:pPr>
            <a:br>
              <a:rPr lang="en-US" sz="360" dirty="0"/>
            </a:br>
            <a:endParaRPr lang="en-US" sz="360" dirty="0"/>
          </a:p>
          <a:p>
            <a:pPr marL="0" indent="0">
              <a:buNone/>
            </a:pPr>
            <a:r>
              <a:rPr lang="en-US" sz="360" dirty="0"/>
              <a:t>  const </a:t>
            </a:r>
            <a:r>
              <a:rPr lang="en-US" sz="360" dirty="0" err="1"/>
              <a:t>clickButton</a:t>
            </a:r>
            <a:r>
              <a:rPr lang="en-US" sz="360" dirty="0"/>
              <a:t> = () =&gt; {</a:t>
            </a:r>
          </a:p>
          <a:p>
            <a:pPr marL="0" indent="0">
              <a:buNone/>
            </a:pPr>
            <a:r>
              <a:rPr lang="en-US" sz="360" dirty="0"/>
              <a:t>    </a:t>
            </a:r>
            <a:r>
              <a:rPr lang="en-US" sz="360" dirty="0" err="1"/>
              <a:t>setOpen</a:t>
            </a:r>
            <a:r>
              <a:rPr lang="en-US" sz="360" dirty="0"/>
              <a:t>(true);</a:t>
            </a:r>
          </a:p>
          <a:p>
            <a:pPr marL="0" indent="0">
              <a:buNone/>
            </a:pPr>
            <a:r>
              <a:rPr lang="en-US" sz="360" dirty="0"/>
              <a:t>  };</a:t>
            </a:r>
          </a:p>
          <a:p>
            <a:pPr marL="0" indent="0">
              <a:buNone/>
            </a:pPr>
            <a:br>
              <a:rPr lang="en-US" sz="360" dirty="0"/>
            </a:br>
            <a:endParaRPr lang="en-US" sz="360" dirty="0"/>
          </a:p>
          <a:p>
            <a:pPr marL="0" indent="0">
              <a:buNone/>
            </a:pPr>
            <a:r>
              <a:rPr lang="en-US" sz="360" dirty="0"/>
              <a:t>  const </a:t>
            </a:r>
            <a:r>
              <a:rPr lang="en-US" sz="360" dirty="0" err="1"/>
              <a:t>deleteProduct</a:t>
            </a:r>
            <a:r>
              <a:rPr lang="en-US" sz="360" dirty="0"/>
              <a:t> = () =&gt; {</a:t>
            </a:r>
          </a:p>
          <a:p>
            <a:pPr marL="0" indent="0">
              <a:buNone/>
            </a:pPr>
            <a:r>
              <a:rPr lang="en-US" sz="360" dirty="0"/>
              <a:t>    remove(</a:t>
            </a:r>
          </a:p>
          <a:p>
            <a:pPr marL="0" indent="0">
              <a:buNone/>
            </a:pPr>
            <a:r>
              <a:rPr lang="en-US" sz="360" dirty="0"/>
              <a:t>      {</a:t>
            </a:r>
          </a:p>
          <a:p>
            <a:pPr marL="0" indent="0">
              <a:buNone/>
            </a:pPr>
            <a:r>
              <a:rPr lang="en-US" sz="360" dirty="0"/>
              <a:t>        </a:t>
            </a:r>
            <a:r>
              <a:rPr lang="en-US" sz="360" dirty="0" err="1"/>
              <a:t>shopId</a:t>
            </a:r>
            <a:r>
              <a:rPr lang="en-US" sz="360" dirty="0"/>
              <a:t>: </a:t>
            </a:r>
            <a:r>
              <a:rPr lang="en-US" sz="360" dirty="0" err="1"/>
              <a:t>props.shopId</a:t>
            </a:r>
            <a:r>
              <a:rPr lang="en-US" sz="360" dirty="0"/>
              <a:t>,</a:t>
            </a:r>
          </a:p>
          <a:p>
            <a:pPr marL="0" indent="0">
              <a:buNone/>
            </a:pPr>
            <a:r>
              <a:rPr lang="en-US" sz="360" dirty="0"/>
              <a:t>        </a:t>
            </a:r>
            <a:r>
              <a:rPr lang="en-US" sz="360" dirty="0" err="1"/>
              <a:t>productId</a:t>
            </a:r>
            <a:r>
              <a:rPr lang="en-US" sz="360" dirty="0"/>
              <a:t>: </a:t>
            </a:r>
            <a:r>
              <a:rPr lang="en-US" sz="360" dirty="0" err="1"/>
              <a:t>props.product._id</a:t>
            </a:r>
            <a:r>
              <a:rPr lang="en-US" sz="360" dirty="0"/>
              <a:t>,</a:t>
            </a:r>
          </a:p>
          <a:p>
            <a:pPr marL="0" indent="0">
              <a:buNone/>
            </a:pPr>
            <a:r>
              <a:rPr lang="en-US" sz="360" dirty="0"/>
              <a:t>      },</a:t>
            </a:r>
          </a:p>
          <a:p>
            <a:pPr marL="0" indent="0">
              <a:buNone/>
            </a:pPr>
            <a:r>
              <a:rPr lang="en-US" sz="360" dirty="0"/>
              <a:t>      { t: </a:t>
            </a:r>
            <a:r>
              <a:rPr lang="en-US" sz="360" dirty="0" err="1"/>
              <a:t>jwt.token</a:t>
            </a:r>
            <a:r>
              <a:rPr lang="en-US" sz="360" dirty="0"/>
              <a:t> }</a:t>
            </a:r>
          </a:p>
          <a:p>
            <a:pPr marL="0" indent="0">
              <a:buNone/>
            </a:pPr>
            <a:r>
              <a:rPr lang="en-US" sz="360" dirty="0"/>
              <a:t>    ).then((data) =&gt; {</a:t>
            </a:r>
          </a:p>
          <a:p>
            <a:pPr marL="0" indent="0">
              <a:buNone/>
            </a:pPr>
            <a:r>
              <a:rPr lang="en-US" sz="360" dirty="0"/>
              <a:t>      if (</a:t>
            </a:r>
            <a:r>
              <a:rPr lang="en-US" sz="360" dirty="0" err="1"/>
              <a:t>data.error</a:t>
            </a:r>
            <a:r>
              <a:rPr lang="en-US" sz="360" dirty="0"/>
              <a:t>) {</a:t>
            </a:r>
          </a:p>
          <a:p>
            <a:pPr marL="0" indent="0">
              <a:buNone/>
            </a:pPr>
            <a:r>
              <a:rPr lang="en-US" sz="360" dirty="0"/>
              <a:t>        console.log(</a:t>
            </a:r>
            <a:r>
              <a:rPr lang="en-US" sz="360" dirty="0" err="1"/>
              <a:t>data.error</a:t>
            </a:r>
            <a:r>
              <a:rPr lang="en-US" sz="360" dirty="0"/>
              <a:t>);</a:t>
            </a:r>
          </a:p>
          <a:p>
            <a:pPr marL="0" indent="0">
              <a:buNone/>
            </a:pPr>
            <a:r>
              <a:rPr lang="en-US" sz="360" dirty="0"/>
              <a:t>      } else {</a:t>
            </a:r>
          </a:p>
          <a:p>
            <a:pPr marL="0" indent="0">
              <a:buNone/>
            </a:pPr>
            <a:r>
              <a:rPr lang="en-US" sz="360" dirty="0"/>
              <a:t>        </a:t>
            </a:r>
            <a:r>
              <a:rPr lang="en-US" sz="360" dirty="0" err="1"/>
              <a:t>setOpen</a:t>
            </a:r>
            <a:r>
              <a:rPr lang="en-US" sz="360" dirty="0"/>
              <a:t>(false);</a:t>
            </a:r>
          </a:p>
          <a:p>
            <a:pPr marL="0" indent="0">
              <a:buNone/>
            </a:pPr>
            <a:r>
              <a:rPr lang="en-US" sz="360" dirty="0"/>
              <a:t>        </a:t>
            </a:r>
            <a:r>
              <a:rPr lang="en-US" sz="360" dirty="0" err="1"/>
              <a:t>props.onRemove</a:t>
            </a:r>
            <a:r>
              <a:rPr lang="en-US" sz="360" dirty="0"/>
              <a:t>(</a:t>
            </a:r>
            <a:r>
              <a:rPr lang="en-US" sz="360" dirty="0" err="1"/>
              <a:t>props.product</a:t>
            </a:r>
            <a:r>
              <a:rPr lang="en-US" sz="360" dirty="0"/>
              <a:t>);</a:t>
            </a:r>
          </a:p>
          <a:p>
            <a:pPr marL="0" indent="0">
              <a:buNone/>
            </a:pPr>
            <a:r>
              <a:rPr lang="en-US" sz="360" dirty="0"/>
              <a:t>      }</a:t>
            </a:r>
          </a:p>
          <a:p>
            <a:pPr marL="0" indent="0">
              <a:buNone/>
            </a:pPr>
            <a:r>
              <a:rPr lang="en-US" sz="360" dirty="0"/>
              <a:t>    });</a:t>
            </a:r>
          </a:p>
          <a:p>
            <a:pPr marL="0" indent="0">
              <a:buNone/>
            </a:pPr>
            <a:r>
              <a:rPr lang="en-US" sz="360" dirty="0"/>
              <a:t>  };</a:t>
            </a:r>
          </a:p>
          <a:p>
            <a:pPr marL="0" indent="0">
              <a:buNone/>
            </a:pPr>
            <a:br>
              <a:rPr lang="en-US" sz="360" dirty="0"/>
            </a:br>
            <a:endParaRPr lang="en-US" sz="360" dirty="0"/>
          </a:p>
          <a:p>
            <a:pPr marL="0" indent="0">
              <a:buNone/>
            </a:pPr>
            <a:r>
              <a:rPr lang="en-US" sz="360" dirty="0"/>
              <a:t>  const </a:t>
            </a:r>
            <a:r>
              <a:rPr lang="en-US" sz="360" dirty="0" err="1"/>
              <a:t>handleRequestClose</a:t>
            </a:r>
            <a:r>
              <a:rPr lang="en-US" sz="360" dirty="0"/>
              <a:t> = () =&gt; {</a:t>
            </a:r>
          </a:p>
          <a:p>
            <a:pPr marL="0" indent="0">
              <a:buNone/>
            </a:pPr>
            <a:r>
              <a:rPr lang="en-US" sz="360" dirty="0"/>
              <a:t>    </a:t>
            </a:r>
            <a:r>
              <a:rPr lang="en-US" sz="360" dirty="0" err="1"/>
              <a:t>setOpen</a:t>
            </a:r>
            <a:r>
              <a:rPr lang="en-US" sz="360" dirty="0"/>
              <a:t>(false);</a:t>
            </a:r>
          </a:p>
          <a:p>
            <a:pPr marL="0" indent="0">
              <a:buNone/>
            </a:pPr>
            <a:r>
              <a:rPr lang="en-US" sz="360" dirty="0"/>
              <a:t>  };</a:t>
            </a:r>
          </a:p>
          <a:p>
            <a:pPr marL="0" indent="0">
              <a:buNone/>
            </a:pPr>
            <a:br>
              <a:rPr lang="en-US" sz="360" dirty="0"/>
            </a:br>
            <a:endParaRPr lang="en-US" sz="360" dirty="0"/>
          </a:p>
          <a:p>
            <a:pPr marL="0" indent="0">
              <a:buNone/>
            </a:pPr>
            <a:r>
              <a:rPr lang="en-US" sz="360" dirty="0"/>
              <a:t>  return (</a:t>
            </a:r>
          </a:p>
          <a:p>
            <a:pPr marL="0" indent="0">
              <a:buNone/>
            </a:pPr>
            <a:r>
              <a:rPr lang="en-US" sz="360" dirty="0"/>
              <a:t>    &lt;span&gt;</a:t>
            </a:r>
          </a:p>
          <a:p>
            <a:pPr marL="0" indent="0">
              <a:buNone/>
            </a:pPr>
            <a:r>
              <a:rPr lang="en-US" sz="360" dirty="0"/>
              <a:t>      &lt;</a:t>
            </a:r>
            <a:r>
              <a:rPr lang="en-US" sz="360" dirty="0" err="1"/>
              <a:t>IconButton</a:t>
            </a:r>
            <a:r>
              <a:rPr lang="en-US" sz="360" dirty="0"/>
              <a:t> aria-label="Delete" </a:t>
            </a:r>
            <a:r>
              <a:rPr lang="en-US" sz="360" dirty="0" err="1"/>
              <a:t>onClick</a:t>
            </a:r>
            <a:r>
              <a:rPr lang="en-US" sz="360" dirty="0"/>
              <a:t>={</a:t>
            </a:r>
            <a:r>
              <a:rPr lang="en-US" sz="360" dirty="0" err="1"/>
              <a:t>clickButton</a:t>
            </a:r>
            <a:r>
              <a:rPr lang="en-US" sz="360" dirty="0"/>
              <a:t>} color="secondary"&gt;</a:t>
            </a:r>
          </a:p>
          <a:p>
            <a:pPr marL="0" indent="0">
              <a:buNone/>
            </a:pPr>
            <a:r>
              <a:rPr lang="en-US" sz="360" dirty="0"/>
              <a:t>        &lt;</a:t>
            </a:r>
            <a:r>
              <a:rPr lang="en-US" sz="360" dirty="0" err="1"/>
              <a:t>DeleteIcon</a:t>
            </a:r>
            <a:r>
              <a:rPr lang="en-US" sz="360" dirty="0"/>
              <a:t> /&gt;</a:t>
            </a:r>
          </a:p>
          <a:p>
            <a:pPr marL="0" indent="0">
              <a:buNone/>
            </a:pPr>
            <a:r>
              <a:rPr lang="en-US" sz="360" dirty="0"/>
              <a:t>      &lt;/</a:t>
            </a:r>
            <a:r>
              <a:rPr lang="en-US" sz="360" dirty="0" err="1"/>
              <a:t>IconButton</a:t>
            </a:r>
            <a:r>
              <a:rPr lang="en-US" sz="360" dirty="0"/>
              <a:t>&gt;</a:t>
            </a:r>
          </a:p>
          <a:p>
            <a:pPr marL="0" indent="0">
              <a:buNone/>
            </a:pPr>
            <a:br>
              <a:rPr lang="en-US" sz="360" dirty="0"/>
            </a:br>
            <a:endParaRPr lang="en-US" sz="360" dirty="0"/>
          </a:p>
          <a:p>
            <a:pPr marL="0" indent="0">
              <a:buNone/>
            </a:pPr>
            <a:r>
              <a:rPr lang="en-US" sz="360" dirty="0"/>
              <a:t>      &lt;Dialog open={open} </a:t>
            </a:r>
            <a:r>
              <a:rPr lang="en-US" sz="360" dirty="0" err="1"/>
              <a:t>onClose</a:t>
            </a:r>
            <a:r>
              <a:rPr lang="en-US" sz="360" dirty="0"/>
              <a:t>={</a:t>
            </a:r>
            <a:r>
              <a:rPr lang="en-US" sz="360" dirty="0" err="1"/>
              <a:t>handleRequestClose</a:t>
            </a:r>
            <a:r>
              <a:rPr lang="en-US" sz="360" dirty="0"/>
              <a:t>}&gt;</a:t>
            </a:r>
          </a:p>
          <a:p>
            <a:pPr marL="0" indent="0">
              <a:buNone/>
            </a:pPr>
            <a:r>
              <a:rPr lang="en-US" sz="360" dirty="0"/>
              <a:t>        &lt;</a:t>
            </a:r>
            <a:r>
              <a:rPr lang="en-US" sz="360" dirty="0" err="1"/>
              <a:t>DialogTitle</a:t>
            </a:r>
            <a:r>
              <a:rPr lang="en-US" sz="360" dirty="0"/>
              <a:t>&gt;{`Delete ${props.product.name}`}&lt;/</a:t>
            </a:r>
            <a:r>
              <a:rPr lang="en-US" sz="360" dirty="0" err="1"/>
              <a:t>DialogTitle</a:t>
            </a:r>
            <a:r>
              <a:rPr lang="en-US" sz="360" dirty="0"/>
              <a:t>&gt;</a:t>
            </a:r>
          </a:p>
          <a:p>
            <a:pPr marL="0" indent="0">
              <a:buNone/>
            </a:pPr>
            <a:r>
              <a:rPr lang="en-US" sz="360" dirty="0"/>
              <a:t>        &lt;</a:t>
            </a:r>
            <a:r>
              <a:rPr lang="en-US" sz="360" dirty="0" err="1"/>
              <a:t>DialogContent</a:t>
            </a:r>
            <a:r>
              <a:rPr lang="en-US" sz="360" dirty="0"/>
              <a:t>&gt;</a:t>
            </a:r>
          </a:p>
          <a:p>
            <a:pPr marL="0" indent="0">
              <a:buNone/>
            </a:pPr>
            <a:r>
              <a:rPr lang="en-US" sz="360" dirty="0"/>
              <a:t>          &lt;</a:t>
            </a:r>
            <a:r>
              <a:rPr lang="en-US" sz="360" dirty="0" err="1"/>
              <a:t>DialogContentText</a:t>
            </a:r>
            <a:r>
              <a:rPr lang="en-US" sz="360" dirty="0"/>
              <a:t>&gt;</a:t>
            </a:r>
          </a:p>
          <a:p>
            <a:pPr marL="0" indent="0">
              <a:buNone/>
            </a:pPr>
            <a:r>
              <a:rPr lang="en-US" sz="360" dirty="0"/>
              <a:t>            Confirm to delete your product {props.product.name}.</a:t>
            </a:r>
          </a:p>
          <a:p>
            <a:pPr marL="0" indent="0">
              <a:buNone/>
            </a:pPr>
            <a:r>
              <a:rPr lang="en-US" sz="360" dirty="0"/>
              <a:t>          &lt;/</a:t>
            </a:r>
            <a:r>
              <a:rPr lang="en-US" sz="360" dirty="0" err="1"/>
              <a:t>DialogContentText</a:t>
            </a:r>
            <a:r>
              <a:rPr lang="en-US" sz="360" dirty="0"/>
              <a:t>&gt;</a:t>
            </a:r>
          </a:p>
          <a:p>
            <a:pPr marL="0" indent="0">
              <a:buNone/>
            </a:pPr>
            <a:r>
              <a:rPr lang="en-US" sz="360" dirty="0"/>
              <a:t>        &lt;/</a:t>
            </a:r>
            <a:r>
              <a:rPr lang="en-US" sz="360" dirty="0" err="1"/>
              <a:t>DialogContent</a:t>
            </a:r>
            <a:r>
              <a:rPr lang="en-US" sz="360" dirty="0"/>
              <a:t>&gt;</a:t>
            </a:r>
          </a:p>
          <a:p>
            <a:pPr marL="0" indent="0">
              <a:buNone/>
            </a:pPr>
            <a:r>
              <a:rPr lang="en-US" sz="360" dirty="0"/>
              <a:t>        &lt;</a:t>
            </a:r>
            <a:r>
              <a:rPr lang="en-US" sz="360" dirty="0" err="1"/>
              <a:t>DialogActions</a:t>
            </a:r>
            <a:r>
              <a:rPr lang="en-US" sz="360" dirty="0"/>
              <a:t>&gt;</a:t>
            </a:r>
          </a:p>
          <a:p>
            <a:pPr marL="0" indent="0">
              <a:buNone/>
            </a:pPr>
            <a:r>
              <a:rPr lang="en-US" sz="360" dirty="0"/>
              <a:t>          &lt;Button </a:t>
            </a:r>
            <a:r>
              <a:rPr lang="en-US" sz="360" dirty="0" err="1"/>
              <a:t>onClick</a:t>
            </a:r>
            <a:r>
              <a:rPr lang="en-US" sz="360" dirty="0"/>
              <a:t>={</a:t>
            </a:r>
            <a:r>
              <a:rPr lang="en-US" sz="360" dirty="0" err="1"/>
              <a:t>handleRequestClose</a:t>
            </a:r>
            <a:r>
              <a:rPr lang="en-US" sz="360" dirty="0"/>
              <a:t>} color="primary"&gt;</a:t>
            </a:r>
          </a:p>
          <a:p>
            <a:pPr marL="0" indent="0">
              <a:buNone/>
            </a:pPr>
            <a:r>
              <a:rPr lang="en-US" sz="360" dirty="0"/>
              <a:t>            Cancel</a:t>
            </a:r>
          </a:p>
          <a:p>
            <a:pPr marL="0" indent="0">
              <a:buNone/>
            </a:pPr>
            <a:r>
              <a:rPr lang="en-US" sz="360" dirty="0"/>
              <a:t>          &lt;/Button&gt;</a:t>
            </a:r>
          </a:p>
          <a:p>
            <a:pPr marL="0" indent="0">
              <a:buNone/>
            </a:pPr>
            <a:r>
              <a:rPr lang="en-US" sz="360" dirty="0"/>
              <a:t>          &lt;Button </a:t>
            </a:r>
            <a:r>
              <a:rPr lang="en-US" sz="360" dirty="0" err="1"/>
              <a:t>onClick</a:t>
            </a:r>
            <a:r>
              <a:rPr lang="en-US" sz="360" dirty="0"/>
              <a:t>={</a:t>
            </a:r>
            <a:r>
              <a:rPr lang="en-US" sz="360" dirty="0" err="1"/>
              <a:t>deleteProduct</a:t>
            </a:r>
            <a:r>
              <a:rPr lang="en-US" sz="360" dirty="0"/>
              <a:t>} color="secondary" </a:t>
            </a:r>
            <a:r>
              <a:rPr lang="en-US" sz="360" dirty="0" err="1"/>
              <a:t>autoFocus</a:t>
            </a:r>
            <a:r>
              <a:rPr lang="en-US" sz="360" dirty="0"/>
              <a:t>&gt;</a:t>
            </a:r>
          </a:p>
          <a:p>
            <a:pPr marL="0" indent="0">
              <a:buNone/>
            </a:pPr>
            <a:r>
              <a:rPr lang="en-US" sz="360" dirty="0"/>
              <a:t>            Confirm</a:t>
            </a:r>
          </a:p>
          <a:p>
            <a:pPr marL="0" indent="0">
              <a:buNone/>
            </a:pPr>
            <a:r>
              <a:rPr lang="en-US" sz="360" dirty="0"/>
              <a:t>          &lt;/Button&gt;</a:t>
            </a:r>
          </a:p>
          <a:p>
            <a:pPr marL="0" indent="0">
              <a:buNone/>
            </a:pPr>
            <a:r>
              <a:rPr lang="en-US" sz="360" dirty="0"/>
              <a:t>        &lt;/</a:t>
            </a:r>
            <a:r>
              <a:rPr lang="en-US" sz="360" dirty="0" err="1"/>
              <a:t>DialogActions</a:t>
            </a:r>
            <a:r>
              <a:rPr lang="en-US" sz="360" dirty="0"/>
              <a:t>&gt;</a:t>
            </a:r>
          </a:p>
          <a:p>
            <a:pPr marL="0" indent="0">
              <a:buNone/>
            </a:pPr>
            <a:r>
              <a:rPr lang="en-US" sz="360" dirty="0"/>
              <a:t>      &lt;/Dialog&gt;</a:t>
            </a:r>
          </a:p>
          <a:p>
            <a:pPr marL="0" indent="0">
              <a:buNone/>
            </a:pPr>
            <a:r>
              <a:rPr lang="en-US" sz="360" dirty="0"/>
              <a:t>    &lt;/span&gt;</a:t>
            </a:r>
          </a:p>
          <a:p>
            <a:pPr marL="0" indent="0">
              <a:buNone/>
            </a:pPr>
            <a:r>
              <a:rPr lang="en-US" sz="360" dirty="0"/>
              <a:t>  );</a:t>
            </a:r>
          </a:p>
          <a:p>
            <a:pPr marL="0" indent="0">
              <a:buNone/>
            </a:pPr>
            <a:r>
              <a:rPr lang="en-US" sz="360" dirty="0"/>
              <a:t>}</a:t>
            </a:r>
          </a:p>
          <a:p>
            <a:pPr marL="0" indent="0">
              <a:buNone/>
            </a:pPr>
            <a:br>
              <a:rPr lang="en-US" sz="360" dirty="0"/>
            </a:br>
            <a:endParaRPr lang="en-US" sz="360" dirty="0"/>
          </a:p>
          <a:p>
            <a:pPr marL="0" indent="0">
              <a:buNone/>
            </a:pPr>
            <a:r>
              <a:rPr lang="en-US" sz="360" dirty="0" err="1"/>
              <a:t>DeleteProduct.propTypes</a:t>
            </a:r>
            <a:r>
              <a:rPr lang="en-US" sz="360" dirty="0"/>
              <a:t> = {</a:t>
            </a:r>
          </a:p>
          <a:p>
            <a:pPr marL="0" indent="0">
              <a:buNone/>
            </a:pPr>
            <a:r>
              <a:rPr lang="en-US" sz="360" dirty="0"/>
              <a:t>  </a:t>
            </a:r>
            <a:r>
              <a:rPr lang="en-US" sz="360" dirty="0" err="1"/>
              <a:t>shopId</a:t>
            </a:r>
            <a:r>
              <a:rPr lang="en-US" sz="360" dirty="0"/>
              <a:t>: </a:t>
            </a:r>
            <a:r>
              <a:rPr lang="en-US" sz="360" dirty="0" err="1"/>
              <a:t>PropTypes.string.isRequired</a:t>
            </a:r>
            <a:r>
              <a:rPr lang="en-US" sz="360" dirty="0"/>
              <a:t>,</a:t>
            </a:r>
          </a:p>
          <a:p>
            <a:pPr marL="0" indent="0">
              <a:buNone/>
            </a:pPr>
            <a:r>
              <a:rPr lang="en-US" sz="360" dirty="0"/>
              <a:t>  product: </a:t>
            </a:r>
            <a:r>
              <a:rPr lang="en-US" sz="360" dirty="0" err="1"/>
              <a:t>PropTypes.object.isRequired</a:t>
            </a:r>
            <a:r>
              <a:rPr lang="en-US" sz="360" dirty="0"/>
              <a:t>,</a:t>
            </a:r>
          </a:p>
          <a:p>
            <a:pPr marL="0" indent="0">
              <a:buNone/>
            </a:pPr>
            <a:r>
              <a:rPr lang="en-US" sz="360" dirty="0"/>
              <a:t>  </a:t>
            </a:r>
            <a:r>
              <a:rPr lang="en-US" sz="360" dirty="0" err="1"/>
              <a:t>onRemove</a:t>
            </a:r>
            <a:r>
              <a:rPr lang="en-US" sz="360" dirty="0"/>
              <a:t>: </a:t>
            </a:r>
            <a:r>
              <a:rPr lang="en-US" sz="360" dirty="0" err="1"/>
              <a:t>PropTypes.func.isRequired</a:t>
            </a:r>
            <a:r>
              <a:rPr lang="en-US" sz="360" dirty="0"/>
              <a:t>,</a:t>
            </a:r>
          </a:p>
          <a:p>
            <a:pPr marL="0" indent="0">
              <a:buNone/>
            </a:pPr>
            <a:r>
              <a:rPr lang="en-US" sz="360" dirty="0"/>
              <a:t>};</a:t>
            </a:r>
          </a:p>
          <a:p>
            <a:pPr marL="0" indent="0">
              <a:buNone/>
            </a:pPr>
            <a:endParaRPr lang="en-US" sz="360" dirty="0"/>
          </a:p>
        </p:txBody>
      </p:sp>
      <p:sp>
        <p:nvSpPr>
          <p:cNvPr id="4" name="Date Placeholder 3">
            <a:extLst>
              <a:ext uri="{FF2B5EF4-FFF2-40B4-BE49-F238E27FC236}">
                <a16:creationId xmlns:a16="http://schemas.microsoft.com/office/drawing/2014/main" id="{A2454472-A5B8-7443-79BC-925DCD7A53CF}"/>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BC43B85-C1A4-7D33-4843-1777C55437D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8973BA5-14CC-2FC2-FE26-27CD0A784E47}"/>
              </a:ext>
            </a:extLst>
          </p:cNvPr>
          <p:cNvSpPr>
            <a:spLocks noGrp="1"/>
          </p:cNvSpPr>
          <p:nvPr>
            <p:ph type="sldNum" sz="quarter" idx="12"/>
          </p:nvPr>
        </p:nvSpPr>
        <p:spPr/>
        <p:txBody>
          <a:bodyPr/>
          <a:lstStyle/>
          <a:p>
            <a:fld id="{7C5CF243-786F-4254-B068-4C9F0B6EA12F}" type="slidenum">
              <a:rPr lang="en-US" altLang="en-US" smtClean="0"/>
              <a:pPr/>
              <a:t>86</a:t>
            </a:fld>
            <a:endParaRPr lang="en-US" altLang="en-US"/>
          </a:p>
        </p:txBody>
      </p:sp>
    </p:spTree>
    <p:extLst>
      <p:ext uri="{BB962C8B-B14F-4D97-AF65-F5344CB8AC3E}">
        <p14:creationId xmlns:p14="http://schemas.microsoft.com/office/powerpoint/2010/main" val="11314397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D0B1D-AB65-A72F-F637-DAA41988DD49}"/>
              </a:ext>
            </a:extLst>
          </p:cNvPr>
          <p:cNvSpPr>
            <a:spLocks noGrp="1"/>
          </p:cNvSpPr>
          <p:nvPr>
            <p:ph type="title"/>
          </p:nvPr>
        </p:nvSpPr>
        <p:spPr/>
        <p:txBody>
          <a:bodyPr/>
          <a:lstStyle/>
          <a:p>
            <a:r>
              <a:rPr lang="en-US" dirty="0"/>
              <a:t>Client/product/</a:t>
            </a:r>
            <a:r>
              <a:rPr lang="en-US" dirty="0" err="1"/>
              <a:t>MyProducts.jsx</a:t>
            </a:r>
            <a:endParaRPr lang="en-US" dirty="0"/>
          </a:p>
        </p:txBody>
      </p:sp>
      <p:sp>
        <p:nvSpPr>
          <p:cNvPr id="3" name="Content Placeholder 2">
            <a:extLst>
              <a:ext uri="{FF2B5EF4-FFF2-40B4-BE49-F238E27FC236}">
                <a16:creationId xmlns:a16="http://schemas.microsoft.com/office/drawing/2014/main" id="{9F99E19D-EAEC-7804-27AC-4F62606D3C41}"/>
              </a:ext>
            </a:extLst>
          </p:cNvPr>
          <p:cNvSpPr>
            <a:spLocks noGrp="1"/>
          </p:cNvSpPr>
          <p:nvPr>
            <p:ph idx="1"/>
          </p:nvPr>
        </p:nvSpPr>
        <p:spPr/>
        <p:txBody>
          <a:bodyPr/>
          <a:lstStyle/>
          <a:p>
            <a:pPr marL="0" indent="0">
              <a:buNone/>
            </a:pPr>
            <a:r>
              <a:rPr lang="en-US" sz="200" dirty="0"/>
              <a:t>import React, { </a:t>
            </a:r>
            <a:r>
              <a:rPr lang="en-US" sz="200" dirty="0" err="1"/>
              <a:t>useState</a:t>
            </a:r>
            <a:r>
              <a:rPr lang="en-US" sz="200" dirty="0"/>
              <a:t>, </a:t>
            </a:r>
            <a:r>
              <a:rPr lang="en-US" sz="200" dirty="0" err="1"/>
              <a:t>useEffect</a:t>
            </a:r>
            <a:r>
              <a:rPr lang="en-US" sz="200" dirty="0"/>
              <a:t> } from "react";</a:t>
            </a:r>
          </a:p>
          <a:p>
            <a:pPr marL="0" indent="0">
              <a:buNone/>
            </a:pPr>
            <a:r>
              <a:rPr lang="en-US" sz="200" dirty="0"/>
              <a:t>import </a:t>
            </a:r>
            <a:r>
              <a:rPr lang="en-US" sz="200" dirty="0" err="1"/>
              <a:t>PropTypes</a:t>
            </a:r>
            <a:r>
              <a:rPr lang="en-US" sz="200" dirty="0"/>
              <a:t> from "prop-types";</a:t>
            </a:r>
          </a:p>
          <a:p>
            <a:pPr marL="0" indent="0">
              <a:buNone/>
            </a:pPr>
            <a:r>
              <a:rPr lang="en-US" sz="200" dirty="0"/>
              <a:t>import {</a:t>
            </a:r>
          </a:p>
          <a:p>
            <a:pPr marL="0" indent="0">
              <a:buNone/>
            </a:pPr>
            <a:r>
              <a:rPr lang="en-US" sz="200" dirty="0"/>
              <a:t>  Button,</a:t>
            </a:r>
          </a:p>
          <a:p>
            <a:pPr marL="0" indent="0">
              <a:buNone/>
            </a:pPr>
            <a:r>
              <a:rPr lang="en-US" sz="200" dirty="0"/>
              <a:t>  Card,</a:t>
            </a:r>
          </a:p>
          <a:p>
            <a:pPr marL="0" indent="0">
              <a:buNone/>
            </a:pPr>
            <a:r>
              <a:rPr lang="en-US" sz="200" dirty="0"/>
              <a:t>  </a:t>
            </a:r>
            <a:r>
              <a:rPr lang="en-US" sz="200" dirty="0" err="1"/>
              <a:t>CardMedia</a:t>
            </a:r>
            <a:r>
              <a:rPr lang="en-US" sz="200" dirty="0"/>
              <a:t>,</a:t>
            </a:r>
          </a:p>
          <a:p>
            <a:pPr marL="0" indent="0">
              <a:buNone/>
            </a:pPr>
            <a:r>
              <a:rPr lang="en-US" sz="200" dirty="0"/>
              <a:t>  </a:t>
            </a:r>
            <a:r>
              <a:rPr lang="en-US" sz="200" dirty="0" err="1"/>
              <a:t>IconButton</a:t>
            </a:r>
            <a:r>
              <a:rPr lang="en-US" sz="200" dirty="0"/>
              <a:t>,</a:t>
            </a:r>
          </a:p>
          <a:p>
            <a:pPr marL="0" indent="0">
              <a:buNone/>
            </a:pPr>
            <a:r>
              <a:rPr lang="en-US" sz="200" dirty="0"/>
              <a:t>  Typography,</a:t>
            </a:r>
          </a:p>
          <a:p>
            <a:pPr marL="0" indent="0">
              <a:buNone/>
            </a:pPr>
            <a:r>
              <a:rPr lang="en-US" sz="200" dirty="0"/>
              <a:t>  List,</a:t>
            </a:r>
          </a:p>
          <a:p>
            <a:pPr marL="0" indent="0">
              <a:buNone/>
            </a:pPr>
            <a:r>
              <a:rPr lang="en-US" sz="200" dirty="0"/>
              <a:t>  </a:t>
            </a:r>
            <a:r>
              <a:rPr lang="en-US" sz="200" dirty="0" err="1"/>
              <a:t>ListItem</a:t>
            </a:r>
            <a:r>
              <a:rPr lang="en-US" sz="200" dirty="0"/>
              <a:t>,</a:t>
            </a:r>
          </a:p>
          <a:p>
            <a:pPr marL="0" indent="0">
              <a:buNone/>
            </a:pPr>
            <a:r>
              <a:rPr lang="en-US" sz="200" dirty="0"/>
              <a:t>  ListItemSecondaryAction,</a:t>
            </a:r>
          </a:p>
          <a:p>
            <a:pPr marL="0" indent="0">
              <a:buNone/>
            </a:pPr>
            <a:r>
              <a:rPr lang="en-US" sz="200" dirty="0"/>
              <a:t>  Divider,</a:t>
            </a:r>
          </a:p>
          <a:p>
            <a:pPr marL="0" indent="0">
              <a:buNone/>
            </a:pPr>
            <a:r>
              <a:rPr lang="en-US" sz="200" dirty="0"/>
              <a:t>  Icon,</a:t>
            </a:r>
          </a:p>
          <a:p>
            <a:pPr marL="0" indent="0">
              <a:buNone/>
            </a:pPr>
            <a:r>
              <a:rPr lang="en-US" sz="200" dirty="0"/>
              <a:t>} from "@</a:t>
            </a:r>
            <a:r>
              <a:rPr lang="en-US" sz="200" dirty="0" err="1"/>
              <a:t>mui</a:t>
            </a:r>
            <a:r>
              <a:rPr lang="en-US" sz="200" dirty="0"/>
              <a:t>/material";</a:t>
            </a:r>
          </a:p>
          <a:p>
            <a:pPr marL="0" indent="0">
              <a:buNone/>
            </a:pPr>
            <a:r>
              <a:rPr lang="en-US" sz="200" dirty="0"/>
              <a:t>import </a:t>
            </a:r>
            <a:r>
              <a:rPr lang="en-US" sz="200" dirty="0" err="1"/>
              <a:t>EditIcon</a:t>
            </a:r>
            <a:r>
              <a:rPr lang="en-US" sz="200" dirty="0"/>
              <a:t> from "@</a:t>
            </a:r>
            <a:r>
              <a:rPr lang="en-US" sz="200" dirty="0" err="1"/>
              <a:t>mui</a:t>
            </a:r>
            <a:r>
              <a:rPr lang="en-US" sz="200" dirty="0"/>
              <a:t>/icons-material/Edit";</a:t>
            </a:r>
          </a:p>
          <a:p>
            <a:pPr marL="0" indent="0">
              <a:buNone/>
            </a:pPr>
            <a:r>
              <a:rPr lang="en-US" sz="200" dirty="0"/>
              <a:t>import </a:t>
            </a:r>
            <a:r>
              <a:rPr lang="en-US" sz="200" dirty="0" err="1"/>
              <a:t>AddBoxIcon</a:t>
            </a:r>
            <a:r>
              <a:rPr lang="en-US" sz="200" dirty="0"/>
              <a:t> from "@</a:t>
            </a:r>
            <a:r>
              <a:rPr lang="en-US" sz="200" dirty="0" err="1"/>
              <a:t>mui</a:t>
            </a:r>
            <a:r>
              <a:rPr lang="en-US" sz="200" dirty="0"/>
              <a:t>/icons-material/</a:t>
            </a:r>
            <a:r>
              <a:rPr lang="en-US" sz="200" dirty="0" err="1"/>
              <a:t>AddBox</a:t>
            </a:r>
            <a:r>
              <a:rPr lang="en-US" sz="200" dirty="0"/>
              <a:t>";</a:t>
            </a:r>
          </a:p>
          <a:p>
            <a:pPr marL="0" indent="0">
              <a:buNone/>
            </a:pPr>
            <a:r>
              <a:rPr lang="en-US" sz="200" dirty="0"/>
              <a:t>import { Link } from "react-router-</a:t>
            </a:r>
            <a:r>
              <a:rPr lang="en-US" sz="200" dirty="0" err="1"/>
              <a:t>dom</a:t>
            </a:r>
            <a:r>
              <a:rPr lang="en-US" sz="200" dirty="0"/>
              <a:t>";</a:t>
            </a:r>
          </a:p>
          <a:p>
            <a:pPr marL="0" indent="0">
              <a:buNone/>
            </a:pPr>
            <a:r>
              <a:rPr lang="en-US" sz="200" dirty="0"/>
              <a:t>import { </a:t>
            </a:r>
            <a:r>
              <a:rPr lang="en-US" sz="200" dirty="0" err="1"/>
              <a:t>listByShop</a:t>
            </a:r>
            <a:r>
              <a:rPr lang="en-US" sz="200" dirty="0"/>
              <a:t> } from "./api-product.js";</a:t>
            </a:r>
          </a:p>
          <a:p>
            <a:pPr marL="0" indent="0">
              <a:buNone/>
            </a:pPr>
            <a:r>
              <a:rPr lang="en-US" sz="200" dirty="0"/>
              <a:t>import </a:t>
            </a:r>
            <a:r>
              <a:rPr lang="en-US" sz="200" dirty="0" err="1"/>
              <a:t>DeleteProduct</a:t>
            </a:r>
            <a:r>
              <a:rPr lang="en-US" sz="200" dirty="0"/>
              <a:t> from "./</a:t>
            </a:r>
            <a:r>
              <a:rPr lang="en-US" sz="200" dirty="0" err="1"/>
              <a:t>DeleteProduct.jsx</a:t>
            </a:r>
            <a:r>
              <a:rPr lang="en-US" sz="200" dirty="0"/>
              <a:t>";</a:t>
            </a:r>
          </a:p>
          <a:p>
            <a:pPr marL="0" indent="0">
              <a:buNone/>
            </a:pPr>
            <a:br>
              <a:rPr lang="en-US" sz="200" dirty="0"/>
            </a:br>
            <a:endParaRPr lang="en-US" sz="200" dirty="0"/>
          </a:p>
          <a:p>
            <a:pPr marL="0" indent="0">
              <a:buNone/>
            </a:pPr>
            <a:r>
              <a:rPr lang="en-US" sz="200" dirty="0"/>
              <a:t>export default function </a:t>
            </a:r>
            <a:r>
              <a:rPr lang="en-US" sz="200" dirty="0" err="1"/>
              <a:t>MyProducts</a:t>
            </a:r>
            <a:r>
              <a:rPr lang="en-US" sz="200" dirty="0"/>
              <a:t>(props) {</a:t>
            </a:r>
          </a:p>
          <a:p>
            <a:pPr marL="0" indent="0">
              <a:buNone/>
            </a:pPr>
            <a:r>
              <a:rPr lang="en-US" sz="200" dirty="0"/>
              <a:t>  const [products, </a:t>
            </a:r>
            <a:r>
              <a:rPr lang="en-US" sz="200" dirty="0" err="1"/>
              <a:t>setProducts</a:t>
            </a:r>
            <a:r>
              <a:rPr lang="en-US" sz="200" dirty="0"/>
              <a:t>] = </a:t>
            </a:r>
            <a:r>
              <a:rPr lang="en-US" sz="200" dirty="0" err="1"/>
              <a:t>useState</a:t>
            </a:r>
            <a:r>
              <a:rPr lang="en-US" sz="200" dirty="0"/>
              <a:t>([]);</a:t>
            </a:r>
          </a:p>
          <a:p>
            <a:pPr marL="0" indent="0">
              <a:buNone/>
            </a:pPr>
            <a:br>
              <a:rPr lang="en-US" sz="200" dirty="0"/>
            </a:br>
            <a:endParaRPr lang="en-US" sz="200" dirty="0"/>
          </a:p>
          <a:p>
            <a:pPr marL="0" indent="0">
              <a:buNone/>
            </a:pPr>
            <a:r>
              <a:rPr lang="en-US" sz="200" dirty="0"/>
              <a:t>  </a:t>
            </a:r>
            <a:r>
              <a:rPr lang="en-US" sz="200" dirty="0" err="1"/>
              <a:t>useEffect</a:t>
            </a:r>
            <a:r>
              <a:rPr lang="en-US" sz="200" dirty="0"/>
              <a:t>(() =&gt; {</a:t>
            </a:r>
          </a:p>
          <a:p>
            <a:pPr marL="0" indent="0">
              <a:buNone/>
            </a:pPr>
            <a:r>
              <a:rPr lang="en-US" sz="200" dirty="0"/>
              <a:t>    const </a:t>
            </a:r>
            <a:r>
              <a:rPr lang="en-US" sz="200" dirty="0" err="1"/>
              <a:t>abortController</a:t>
            </a:r>
            <a:r>
              <a:rPr lang="en-US" sz="200" dirty="0"/>
              <a:t> = new </a:t>
            </a:r>
            <a:r>
              <a:rPr lang="en-US" sz="200" dirty="0" err="1"/>
              <a:t>AbortController</a:t>
            </a:r>
            <a:r>
              <a:rPr lang="en-US" sz="200" dirty="0"/>
              <a:t>();</a:t>
            </a:r>
          </a:p>
          <a:p>
            <a:pPr marL="0" indent="0">
              <a:buNone/>
            </a:pPr>
            <a:r>
              <a:rPr lang="en-US" sz="200" dirty="0"/>
              <a:t>    const signal = </a:t>
            </a:r>
            <a:r>
              <a:rPr lang="en-US" sz="200" dirty="0" err="1"/>
              <a:t>abortController.signal</a:t>
            </a:r>
            <a:r>
              <a:rPr lang="en-US" sz="200" dirty="0"/>
              <a:t>;</a:t>
            </a:r>
          </a:p>
          <a:p>
            <a:pPr marL="0" indent="0">
              <a:buNone/>
            </a:pPr>
            <a:br>
              <a:rPr lang="en-US" sz="200" dirty="0"/>
            </a:br>
            <a:endParaRPr lang="en-US" sz="200" dirty="0"/>
          </a:p>
          <a:p>
            <a:pPr marL="0" indent="0">
              <a:buNone/>
            </a:pPr>
            <a:r>
              <a:rPr lang="en-US" sz="200" dirty="0"/>
              <a:t>    </a:t>
            </a:r>
            <a:r>
              <a:rPr lang="en-US" sz="200" dirty="0" err="1"/>
              <a:t>listByShop</a:t>
            </a:r>
            <a:r>
              <a:rPr lang="en-US" sz="200" dirty="0"/>
              <a:t>({ </a:t>
            </a:r>
            <a:r>
              <a:rPr lang="en-US" sz="200" dirty="0" err="1"/>
              <a:t>shopId</a:t>
            </a:r>
            <a:r>
              <a:rPr lang="en-US" sz="200" dirty="0"/>
              <a:t>: </a:t>
            </a:r>
            <a:r>
              <a:rPr lang="en-US" sz="200" dirty="0" err="1"/>
              <a:t>props.shopId</a:t>
            </a:r>
            <a:r>
              <a:rPr lang="en-US" sz="200" dirty="0"/>
              <a:t> }, signal).then((data) =&gt; {</a:t>
            </a:r>
          </a:p>
          <a:p>
            <a:pPr marL="0" indent="0">
              <a:buNone/>
            </a:pPr>
            <a:r>
              <a:rPr lang="en-US" sz="200" dirty="0"/>
              <a:t>      if (</a:t>
            </a:r>
            <a:r>
              <a:rPr lang="en-US" sz="200" dirty="0" err="1"/>
              <a:t>data.error</a:t>
            </a:r>
            <a:r>
              <a:rPr lang="en-US" sz="200" dirty="0"/>
              <a:t>) {</a:t>
            </a:r>
          </a:p>
          <a:p>
            <a:pPr marL="0" indent="0">
              <a:buNone/>
            </a:pPr>
            <a:r>
              <a:rPr lang="en-US" sz="200" dirty="0"/>
              <a:t>        console.log(</a:t>
            </a:r>
            <a:r>
              <a:rPr lang="en-US" sz="200" dirty="0" err="1"/>
              <a:t>data.error</a:t>
            </a:r>
            <a:r>
              <a:rPr lang="en-US" sz="200" dirty="0"/>
              <a:t>);</a:t>
            </a:r>
          </a:p>
          <a:p>
            <a:pPr marL="0" indent="0">
              <a:buNone/>
            </a:pPr>
            <a:r>
              <a:rPr lang="en-US" sz="200" dirty="0"/>
              <a:t>      } else {</a:t>
            </a:r>
          </a:p>
          <a:p>
            <a:pPr marL="0" indent="0">
              <a:buNone/>
            </a:pPr>
            <a:r>
              <a:rPr lang="en-US" sz="200" dirty="0"/>
              <a:t>        </a:t>
            </a:r>
            <a:r>
              <a:rPr lang="en-US" sz="200" dirty="0" err="1"/>
              <a:t>setProducts</a:t>
            </a:r>
            <a:r>
              <a:rPr lang="en-US" sz="200" dirty="0"/>
              <a:t>(data);</a:t>
            </a:r>
          </a:p>
          <a:p>
            <a:pPr marL="0" indent="0">
              <a:buNone/>
            </a:pPr>
            <a:r>
              <a:rPr lang="en-US" sz="200" dirty="0"/>
              <a:t>      }</a:t>
            </a:r>
          </a:p>
          <a:p>
            <a:pPr marL="0" indent="0">
              <a:buNone/>
            </a:pPr>
            <a:r>
              <a:rPr lang="en-US" sz="200" dirty="0"/>
              <a:t>    });</a:t>
            </a:r>
          </a:p>
          <a:p>
            <a:pPr marL="0" indent="0">
              <a:buNone/>
            </a:pPr>
            <a:br>
              <a:rPr lang="en-US" sz="200" dirty="0"/>
            </a:br>
            <a:endParaRPr lang="en-US" sz="200" dirty="0"/>
          </a:p>
          <a:p>
            <a:pPr marL="0" indent="0">
              <a:buNone/>
            </a:pPr>
            <a:r>
              <a:rPr lang="en-US" sz="200" dirty="0"/>
              <a:t>    return () =&gt; {</a:t>
            </a:r>
          </a:p>
          <a:p>
            <a:pPr marL="0" indent="0">
              <a:buNone/>
            </a:pPr>
            <a:r>
              <a:rPr lang="en-US" sz="200" dirty="0"/>
              <a:t>      </a:t>
            </a:r>
            <a:r>
              <a:rPr lang="en-US" sz="200" dirty="0" err="1"/>
              <a:t>abortController.abort</a:t>
            </a:r>
            <a:r>
              <a:rPr lang="en-US" sz="200" dirty="0"/>
              <a:t>();</a:t>
            </a:r>
          </a:p>
          <a:p>
            <a:pPr marL="0" indent="0">
              <a:buNone/>
            </a:pPr>
            <a:r>
              <a:rPr lang="en-US" sz="200" dirty="0"/>
              <a:t>    };</a:t>
            </a:r>
          </a:p>
          <a:p>
            <a:pPr marL="0" indent="0">
              <a:buNone/>
            </a:pPr>
            <a:r>
              <a:rPr lang="en-US" sz="200" dirty="0"/>
              <a:t>  }, [</a:t>
            </a:r>
            <a:r>
              <a:rPr lang="en-US" sz="200" dirty="0" err="1"/>
              <a:t>props.shopId</a:t>
            </a:r>
            <a:r>
              <a:rPr lang="en-US" sz="200" dirty="0"/>
              <a:t>]);</a:t>
            </a:r>
          </a:p>
          <a:p>
            <a:pPr marL="0" indent="0">
              <a:buNone/>
            </a:pPr>
            <a:br>
              <a:rPr lang="en-US" sz="200" dirty="0"/>
            </a:br>
            <a:endParaRPr lang="en-US" sz="200" dirty="0"/>
          </a:p>
          <a:p>
            <a:pPr marL="0" indent="0">
              <a:buNone/>
            </a:pPr>
            <a:r>
              <a:rPr lang="en-US" sz="200" dirty="0"/>
              <a:t>  const </a:t>
            </a:r>
            <a:r>
              <a:rPr lang="en-US" sz="200" dirty="0" err="1"/>
              <a:t>removeProduct</a:t>
            </a:r>
            <a:r>
              <a:rPr lang="en-US" sz="200" dirty="0"/>
              <a:t> = (product) =&gt; {</a:t>
            </a:r>
          </a:p>
          <a:p>
            <a:pPr marL="0" indent="0">
              <a:buNone/>
            </a:pPr>
            <a:r>
              <a:rPr lang="en-US" sz="200" dirty="0"/>
              <a:t>    const </a:t>
            </a:r>
            <a:r>
              <a:rPr lang="en-US" sz="200" dirty="0" err="1"/>
              <a:t>updatedProducts</a:t>
            </a:r>
            <a:r>
              <a:rPr lang="en-US" sz="200" dirty="0"/>
              <a:t> = [...products];</a:t>
            </a:r>
          </a:p>
          <a:p>
            <a:pPr marL="0" indent="0">
              <a:buNone/>
            </a:pPr>
            <a:r>
              <a:rPr lang="en-US" sz="200" dirty="0"/>
              <a:t>    const index = </a:t>
            </a:r>
            <a:r>
              <a:rPr lang="en-US" sz="200" dirty="0" err="1"/>
              <a:t>updatedProducts.indexOf</a:t>
            </a:r>
            <a:r>
              <a:rPr lang="en-US" sz="200" dirty="0"/>
              <a:t>(product);</a:t>
            </a:r>
          </a:p>
          <a:p>
            <a:pPr marL="0" indent="0">
              <a:buNone/>
            </a:pPr>
            <a:r>
              <a:rPr lang="en-US" sz="200" dirty="0"/>
              <a:t>    </a:t>
            </a:r>
            <a:r>
              <a:rPr lang="en-US" sz="200" dirty="0" err="1"/>
              <a:t>updatedProducts.splice</a:t>
            </a:r>
            <a:r>
              <a:rPr lang="en-US" sz="200" dirty="0"/>
              <a:t>(index, 1);</a:t>
            </a:r>
          </a:p>
          <a:p>
            <a:pPr marL="0" indent="0">
              <a:buNone/>
            </a:pPr>
            <a:r>
              <a:rPr lang="en-US" sz="200" dirty="0"/>
              <a:t>    </a:t>
            </a:r>
            <a:r>
              <a:rPr lang="en-US" sz="200" dirty="0" err="1"/>
              <a:t>setProducts</a:t>
            </a:r>
            <a:r>
              <a:rPr lang="en-US" sz="200" dirty="0"/>
              <a:t>(</a:t>
            </a:r>
            <a:r>
              <a:rPr lang="en-US" sz="200" dirty="0" err="1"/>
              <a:t>updatedProducts</a:t>
            </a:r>
            <a:r>
              <a:rPr lang="en-US" sz="200" dirty="0"/>
              <a:t>);</a:t>
            </a:r>
          </a:p>
          <a:p>
            <a:pPr marL="0" indent="0">
              <a:buNone/>
            </a:pPr>
            <a:r>
              <a:rPr lang="en-US" sz="200" dirty="0"/>
              <a:t>  };</a:t>
            </a:r>
          </a:p>
          <a:p>
            <a:pPr marL="0" indent="0">
              <a:buNone/>
            </a:pPr>
            <a:br>
              <a:rPr lang="en-US" sz="200" dirty="0"/>
            </a:br>
            <a:endParaRPr lang="en-US" sz="200" dirty="0"/>
          </a:p>
          <a:p>
            <a:pPr marL="0" indent="0">
              <a:buNone/>
            </a:pPr>
            <a:r>
              <a:rPr lang="en-US" sz="200" dirty="0"/>
              <a:t>  return (</a:t>
            </a:r>
          </a:p>
          <a:p>
            <a:pPr marL="0" indent="0">
              <a:buNone/>
            </a:pPr>
            <a:r>
              <a:rPr lang="en-US" sz="200" dirty="0"/>
              <a:t>    &lt;Card</a:t>
            </a:r>
          </a:p>
          <a:p>
            <a:pPr marL="0" indent="0">
              <a:buNone/>
            </a:pPr>
            <a:r>
              <a:rPr lang="en-US" sz="200" dirty="0"/>
              <a:t>      </a:t>
            </a:r>
            <a:r>
              <a:rPr lang="en-US" sz="200" dirty="0" err="1"/>
              <a:t>sx</a:t>
            </a:r>
            <a:r>
              <a:rPr lang="en-US" sz="200" dirty="0"/>
              <a:t>={{</a:t>
            </a:r>
          </a:p>
          <a:p>
            <a:pPr marL="0" indent="0">
              <a:buNone/>
            </a:pPr>
            <a:r>
              <a:rPr lang="en-US" sz="200" dirty="0"/>
              <a:t>        p: 3,</a:t>
            </a:r>
          </a:p>
          <a:p>
            <a:pPr marL="0" indent="0">
              <a:buNone/>
            </a:pPr>
            <a:r>
              <a:rPr lang="en-US" sz="200" dirty="0"/>
              <a:t>        mt: 2,</a:t>
            </a:r>
          </a:p>
          <a:p>
            <a:pPr marL="0" indent="0">
              <a:buNone/>
            </a:pPr>
            <a:r>
              <a:rPr lang="en-US" sz="200" dirty="0"/>
              <a:t>      }}</a:t>
            </a:r>
          </a:p>
          <a:p>
            <a:pPr marL="0" indent="0">
              <a:buNone/>
            </a:pPr>
            <a:r>
              <a:rPr lang="en-US" sz="200" dirty="0"/>
              <a:t>    &gt;</a:t>
            </a:r>
          </a:p>
          <a:p>
            <a:pPr marL="0" indent="0">
              <a:buNone/>
            </a:pPr>
            <a:r>
              <a:rPr lang="en-US" sz="200" dirty="0"/>
              <a:t>      &lt;Typography</a:t>
            </a:r>
          </a:p>
          <a:p>
            <a:pPr marL="0" indent="0">
              <a:buNone/>
            </a:pPr>
            <a:r>
              <a:rPr lang="en-US" sz="200" dirty="0"/>
              <a:t>        variant="h6"</a:t>
            </a:r>
          </a:p>
          <a:p>
            <a:pPr marL="0" indent="0">
              <a:buNone/>
            </a:pPr>
            <a:r>
              <a:rPr lang="en-US" sz="200" dirty="0"/>
              <a:t>        </a:t>
            </a:r>
            <a:r>
              <a:rPr lang="en-US" sz="200" dirty="0" err="1"/>
              <a:t>sx</a:t>
            </a:r>
            <a:r>
              <a:rPr lang="en-US" sz="200" dirty="0"/>
              <a:t>={{</a:t>
            </a:r>
          </a:p>
          <a:p>
            <a:pPr marL="0" indent="0">
              <a:buNone/>
            </a:pPr>
            <a:r>
              <a:rPr lang="en-US" sz="200" dirty="0"/>
              <a:t>          mb: 2,</a:t>
            </a:r>
          </a:p>
          <a:p>
            <a:pPr marL="0" indent="0">
              <a:buNone/>
            </a:pPr>
            <a:r>
              <a:rPr lang="en-US" sz="200" dirty="0"/>
              <a:t>          display: "flex",</a:t>
            </a:r>
          </a:p>
          <a:p>
            <a:pPr marL="0" indent="0">
              <a:buNone/>
            </a:pPr>
            <a:r>
              <a:rPr lang="en-US" sz="200" dirty="0"/>
              <a:t>          </a:t>
            </a:r>
            <a:r>
              <a:rPr lang="en-US" sz="200" dirty="0" err="1"/>
              <a:t>justifyContent</a:t>
            </a:r>
            <a:r>
              <a:rPr lang="en-US" sz="200" dirty="0"/>
              <a:t>: "space-between",</a:t>
            </a:r>
          </a:p>
          <a:p>
            <a:pPr marL="0" indent="0">
              <a:buNone/>
            </a:pPr>
            <a:r>
              <a:rPr lang="en-US" sz="200" dirty="0"/>
              <a:t>          </a:t>
            </a:r>
            <a:r>
              <a:rPr lang="en-US" sz="200" dirty="0" err="1"/>
              <a:t>alignItems</a:t>
            </a:r>
            <a:r>
              <a:rPr lang="en-US" sz="200" dirty="0"/>
              <a:t>: "center",</a:t>
            </a:r>
          </a:p>
          <a:p>
            <a:pPr marL="0" indent="0">
              <a:buNone/>
            </a:pPr>
            <a:r>
              <a:rPr lang="en-US" sz="200" dirty="0"/>
              <a:t>        }}</a:t>
            </a:r>
          </a:p>
          <a:p>
            <a:pPr marL="0" indent="0">
              <a:buNone/>
            </a:pPr>
            <a:r>
              <a:rPr lang="en-US" sz="200" dirty="0"/>
              <a:t>      &gt;</a:t>
            </a:r>
          </a:p>
          <a:p>
            <a:pPr marL="0" indent="0">
              <a:buNone/>
            </a:pPr>
            <a:r>
              <a:rPr lang="en-US" sz="200" dirty="0"/>
              <a:t>        Products</a:t>
            </a:r>
          </a:p>
          <a:p>
            <a:pPr marL="0" indent="0">
              <a:buNone/>
            </a:pPr>
            <a:r>
              <a:rPr lang="en-US" sz="200" dirty="0"/>
              <a:t>        &lt;Link</a:t>
            </a:r>
          </a:p>
          <a:p>
            <a:pPr marL="0" indent="0">
              <a:buNone/>
            </a:pPr>
            <a:r>
              <a:rPr lang="en-US" sz="200" dirty="0"/>
              <a:t>          to={`/seller/${</a:t>
            </a:r>
            <a:r>
              <a:rPr lang="en-US" sz="200" dirty="0" err="1"/>
              <a:t>props.shopId</a:t>
            </a:r>
            <a:r>
              <a:rPr lang="en-US" sz="200" dirty="0"/>
              <a:t>}/products/new`}</a:t>
            </a:r>
          </a:p>
          <a:p>
            <a:pPr marL="0" indent="0">
              <a:buNone/>
            </a:pPr>
            <a:r>
              <a:rPr lang="en-US" sz="200" dirty="0"/>
              <a:t>          style={{ </a:t>
            </a:r>
            <a:r>
              <a:rPr lang="en-US" sz="200" dirty="0" err="1"/>
              <a:t>textDecoration</a:t>
            </a:r>
            <a:r>
              <a:rPr lang="en-US" sz="200" dirty="0"/>
              <a:t>: "none" }}</a:t>
            </a:r>
          </a:p>
          <a:p>
            <a:pPr marL="0" indent="0">
              <a:buNone/>
            </a:pPr>
            <a:r>
              <a:rPr lang="en-US" sz="200" dirty="0"/>
              <a:t>        &gt;</a:t>
            </a:r>
          </a:p>
          <a:p>
            <a:pPr marL="0" indent="0">
              <a:buNone/>
            </a:pPr>
            <a:r>
              <a:rPr lang="en-US" sz="200" dirty="0"/>
              <a:t>          &lt;Button</a:t>
            </a:r>
          </a:p>
          <a:p>
            <a:pPr marL="0" indent="0">
              <a:buNone/>
            </a:pPr>
            <a:r>
              <a:rPr lang="en-US" sz="200" dirty="0"/>
              <a:t>            color="primary"</a:t>
            </a:r>
          </a:p>
          <a:p>
            <a:pPr marL="0" indent="0">
              <a:buNone/>
            </a:pPr>
            <a:r>
              <a:rPr lang="en-US" sz="200" dirty="0"/>
              <a:t>            variant="contained"</a:t>
            </a:r>
          </a:p>
          <a:p>
            <a:pPr marL="0" indent="0">
              <a:buNone/>
            </a:pPr>
            <a:r>
              <a:rPr lang="en-US" sz="200" dirty="0"/>
              <a:t>            </a:t>
            </a:r>
            <a:r>
              <a:rPr lang="en-US" sz="200" dirty="0" err="1"/>
              <a:t>startIcon</a:t>
            </a:r>
            <a:r>
              <a:rPr lang="en-US" sz="200" dirty="0"/>
              <a:t>={&lt;</a:t>
            </a:r>
            <a:r>
              <a:rPr lang="en-US" sz="200" dirty="0" err="1"/>
              <a:t>AddBoxIcon</a:t>
            </a:r>
            <a:r>
              <a:rPr lang="en-US" sz="200" dirty="0"/>
              <a:t> /&gt;}</a:t>
            </a:r>
          </a:p>
          <a:p>
            <a:pPr marL="0" indent="0">
              <a:buNone/>
            </a:pPr>
            <a:r>
              <a:rPr lang="en-US" sz="200" dirty="0"/>
              <a:t>          &gt;</a:t>
            </a:r>
          </a:p>
          <a:p>
            <a:pPr marL="0" indent="0">
              <a:buNone/>
            </a:pPr>
            <a:r>
              <a:rPr lang="en-US" sz="200" dirty="0"/>
              <a:t>            New Product</a:t>
            </a:r>
          </a:p>
          <a:p>
            <a:pPr marL="0" indent="0">
              <a:buNone/>
            </a:pPr>
            <a:r>
              <a:rPr lang="en-US" sz="200" dirty="0"/>
              <a:t>          &lt;/Button&gt;</a:t>
            </a:r>
          </a:p>
          <a:p>
            <a:pPr marL="0" indent="0">
              <a:buNone/>
            </a:pPr>
            <a:r>
              <a:rPr lang="en-US" sz="200" dirty="0"/>
              <a:t>        &lt;/Link&gt;</a:t>
            </a:r>
          </a:p>
          <a:p>
            <a:pPr marL="0" indent="0">
              <a:buNone/>
            </a:pPr>
            <a:r>
              <a:rPr lang="en-US" sz="200" dirty="0"/>
              <a:t>      &lt;/Typography&gt;</a:t>
            </a:r>
          </a:p>
          <a:p>
            <a:pPr marL="0" indent="0">
              <a:buNone/>
            </a:pPr>
            <a:br>
              <a:rPr lang="en-US" sz="200" dirty="0"/>
            </a:br>
            <a:endParaRPr lang="en-US" sz="200" dirty="0"/>
          </a:p>
          <a:p>
            <a:pPr marL="0" indent="0">
              <a:buNone/>
            </a:pPr>
            <a:r>
              <a:rPr lang="en-US" sz="200" dirty="0"/>
              <a:t>      &lt;List dense&gt;</a:t>
            </a:r>
          </a:p>
          <a:p>
            <a:pPr marL="0" indent="0">
              <a:buNone/>
            </a:pPr>
            <a:r>
              <a:rPr lang="en-US" sz="200" dirty="0"/>
              <a:t>        {</a:t>
            </a:r>
            <a:r>
              <a:rPr lang="en-US" sz="200" dirty="0" err="1"/>
              <a:t>products.map</a:t>
            </a:r>
            <a:r>
              <a:rPr lang="en-US" sz="200" dirty="0"/>
              <a:t>((product, </a:t>
            </a:r>
            <a:r>
              <a:rPr lang="en-US" sz="200" dirty="0" err="1"/>
              <a:t>i</a:t>
            </a:r>
            <a:r>
              <a:rPr lang="en-US" sz="200" dirty="0"/>
              <a:t>) =&gt; (</a:t>
            </a:r>
          </a:p>
          <a:p>
            <a:pPr marL="0" indent="0">
              <a:buNone/>
            </a:pPr>
            <a:r>
              <a:rPr lang="en-US" sz="200" dirty="0"/>
              <a:t>          &lt;span key={</a:t>
            </a:r>
            <a:r>
              <a:rPr lang="en-US" sz="200" dirty="0" err="1"/>
              <a:t>i</a:t>
            </a:r>
            <a:r>
              <a:rPr lang="en-US" sz="200" dirty="0"/>
              <a:t>}&gt;</a:t>
            </a:r>
          </a:p>
          <a:p>
            <a:pPr marL="0" indent="0">
              <a:buNone/>
            </a:pPr>
            <a:r>
              <a:rPr lang="en-US" sz="200" dirty="0"/>
              <a:t>            &lt;</a:t>
            </a:r>
            <a:r>
              <a:rPr lang="en-US" sz="200" dirty="0" err="1"/>
              <a:t>ListItem</a:t>
            </a:r>
            <a:r>
              <a:rPr lang="en-US" sz="200" dirty="0"/>
              <a:t> </a:t>
            </a:r>
            <a:r>
              <a:rPr lang="en-US" sz="200" dirty="0" err="1"/>
              <a:t>alignItems</a:t>
            </a:r>
            <a:r>
              <a:rPr lang="en-US" sz="200" dirty="0"/>
              <a:t>="flex-start" </a:t>
            </a:r>
            <a:r>
              <a:rPr lang="en-US" sz="200" dirty="0" err="1"/>
              <a:t>sx</a:t>
            </a:r>
            <a:r>
              <a:rPr lang="en-US" sz="200" dirty="0"/>
              <a:t>={{ </a:t>
            </a:r>
            <a:r>
              <a:rPr lang="en-US" sz="200" dirty="0" err="1"/>
              <a:t>alignItems</a:t>
            </a:r>
            <a:r>
              <a:rPr lang="en-US" sz="200" dirty="0"/>
              <a:t>: "center" }}&gt;</a:t>
            </a:r>
          </a:p>
          <a:p>
            <a:pPr marL="0" indent="0">
              <a:buNone/>
            </a:pPr>
            <a:r>
              <a:rPr lang="en-US" sz="200" dirty="0"/>
              <a:t>              &lt;</a:t>
            </a:r>
            <a:r>
              <a:rPr lang="en-US" sz="200" dirty="0" err="1"/>
              <a:t>CardMedia</a:t>
            </a:r>
            <a:endParaRPr lang="en-US" sz="200" dirty="0"/>
          </a:p>
          <a:p>
            <a:pPr marL="0" indent="0">
              <a:buNone/>
            </a:pPr>
            <a:r>
              <a:rPr lang="en-US" sz="200" dirty="0"/>
              <a:t>                component="</a:t>
            </a:r>
            <a:r>
              <a:rPr lang="en-US" sz="200" dirty="0" err="1"/>
              <a:t>img</a:t>
            </a:r>
            <a:r>
              <a:rPr lang="en-US" sz="200" dirty="0"/>
              <a:t>"</a:t>
            </a:r>
          </a:p>
          <a:p>
            <a:pPr marL="0" indent="0">
              <a:buNone/>
            </a:pPr>
            <a:r>
              <a:rPr lang="en-US" sz="200" dirty="0"/>
              <a:t>                </a:t>
            </a:r>
            <a:r>
              <a:rPr lang="en-US" sz="200" dirty="0" err="1"/>
              <a:t>sx</a:t>
            </a:r>
            <a:r>
              <a:rPr lang="en-US" sz="200" dirty="0"/>
              <a:t>={{ width: 110, height: 100, </a:t>
            </a:r>
            <a:r>
              <a:rPr lang="en-US" sz="200" dirty="0" err="1"/>
              <a:t>mr</a:t>
            </a:r>
            <a:r>
              <a:rPr lang="en-US" sz="200" dirty="0"/>
              <a:t>: 2 }}</a:t>
            </a:r>
          </a:p>
          <a:p>
            <a:pPr marL="0" indent="0">
              <a:buNone/>
            </a:pPr>
            <a:r>
              <a:rPr lang="en-US" sz="200" dirty="0"/>
              <a:t>                image={`/</a:t>
            </a:r>
            <a:r>
              <a:rPr lang="en-US" sz="200" dirty="0" err="1"/>
              <a:t>api</a:t>
            </a:r>
            <a:r>
              <a:rPr lang="en-US" sz="200" dirty="0"/>
              <a:t>/product/image/${</a:t>
            </a:r>
          </a:p>
          <a:p>
            <a:pPr marL="0" indent="0">
              <a:buNone/>
            </a:pPr>
            <a:r>
              <a:rPr lang="en-US" sz="200" dirty="0"/>
              <a:t>                  </a:t>
            </a:r>
            <a:r>
              <a:rPr lang="en-US" sz="200" dirty="0" err="1"/>
              <a:t>product._id</a:t>
            </a:r>
            <a:endParaRPr lang="en-US" sz="200" dirty="0"/>
          </a:p>
          <a:p>
            <a:pPr marL="0" indent="0">
              <a:buNone/>
            </a:pPr>
            <a:r>
              <a:rPr lang="en-US" sz="200" dirty="0"/>
              <a:t>                }?${new Date().</a:t>
            </a:r>
            <a:r>
              <a:rPr lang="en-US" sz="200" dirty="0" err="1"/>
              <a:t>getTime</a:t>
            </a:r>
            <a:r>
              <a:rPr lang="en-US" sz="200" dirty="0"/>
              <a:t>()}`}</a:t>
            </a:r>
          </a:p>
          <a:p>
            <a:pPr marL="0" indent="0">
              <a:buNone/>
            </a:pPr>
            <a:r>
              <a:rPr lang="en-US" sz="200" dirty="0"/>
              <a:t>                alt={product.name}</a:t>
            </a:r>
          </a:p>
          <a:p>
            <a:pPr marL="0" indent="0">
              <a:buNone/>
            </a:pPr>
            <a:r>
              <a:rPr lang="en-US" sz="200" dirty="0"/>
              <a:t>              /&gt;</a:t>
            </a:r>
          </a:p>
          <a:p>
            <a:pPr marL="0" indent="0">
              <a:buNone/>
            </a:pPr>
            <a:r>
              <a:rPr lang="en-US" sz="200" dirty="0"/>
              <a:t>              &lt;div&gt;</a:t>
            </a:r>
          </a:p>
          <a:p>
            <a:pPr marL="0" indent="0">
              <a:buNone/>
            </a:pPr>
            <a:r>
              <a:rPr lang="en-US" sz="200" dirty="0"/>
              <a:t>                &lt;Typography variant="subtitle1" color="primary"&gt;</a:t>
            </a:r>
          </a:p>
          <a:p>
            <a:pPr marL="0" indent="0">
              <a:buNone/>
            </a:pPr>
            <a:r>
              <a:rPr lang="en-US" sz="200" dirty="0"/>
              <a:t>                  {product.name}</a:t>
            </a:r>
          </a:p>
          <a:p>
            <a:pPr marL="0" indent="0">
              <a:buNone/>
            </a:pPr>
            <a:r>
              <a:rPr lang="en-US" sz="200" dirty="0"/>
              <a:t>                &lt;/Typography&gt;</a:t>
            </a:r>
          </a:p>
          <a:p>
            <a:pPr marL="0" indent="0">
              <a:buNone/>
            </a:pPr>
            <a:r>
              <a:rPr lang="en-US" sz="200" dirty="0"/>
              <a:t>                &lt;Typography</a:t>
            </a:r>
          </a:p>
          <a:p>
            <a:pPr marL="0" indent="0">
              <a:buNone/>
            </a:pPr>
            <a:r>
              <a:rPr lang="en-US" sz="200" dirty="0"/>
              <a:t>                  variant="body2"</a:t>
            </a:r>
          </a:p>
          <a:p>
            <a:pPr marL="0" indent="0">
              <a:buNone/>
            </a:pPr>
            <a:r>
              <a:rPr lang="en-US" sz="200" dirty="0"/>
              <a:t>                  color="</a:t>
            </a:r>
            <a:r>
              <a:rPr lang="en-US" sz="200" dirty="0" err="1"/>
              <a:t>textSecondary</a:t>
            </a:r>
            <a:r>
              <a:rPr lang="en-US" sz="200" dirty="0"/>
              <a:t>"</a:t>
            </a:r>
          </a:p>
          <a:p>
            <a:pPr marL="0" indent="0">
              <a:buNone/>
            </a:pPr>
            <a:r>
              <a:rPr lang="en-US" sz="200" dirty="0"/>
              <a:t>                  </a:t>
            </a:r>
            <a:r>
              <a:rPr lang="en-US" sz="200" dirty="0" err="1"/>
              <a:t>sx</a:t>
            </a:r>
            <a:r>
              <a:rPr lang="en-US" sz="200" dirty="0"/>
              <a:t>={{ mt: 1 }}</a:t>
            </a:r>
          </a:p>
          <a:p>
            <a:pPr marL="0" indent="0">
              <a:buNone/>
            </a:pPr>
            <a:r>
              <a:rPr lang="en-US" sz="200" dirty="0"/>
              <a:t>                &gt;</a:t>
            </a:r>
          </a:p>
          <a:p>
            <a:pPr marL="0" indent="0">
              <a:buNone/>
            </a:pPr>
            <a:r>
              <a:rPr lang="en-US" sz="200" dirty="0"/>
              <a:t>                  Quantity: {</a:t>
            </a:r>
            <a:r>
              <a:rPr lang="en-US" sz="200" dirty="0" err="1"/>
              <a:t>product.quantity</a:t>
            </a:r>
            <a:r>
              <a:rPr lang="en-US" sz="200" dirty="0"/>
              <a:t>} | Price: ${</a:t>
            </a:r>
            <a:r>
              <a:rPr lang="en-US" sz="200" dirty="0" err="1"/>
              <a:t>product.price</a:t>
            </a:r>
            <a:r>
              <a:rPr lang="en-US" sz="200" dirty="0"/>
              <a:t>}</a:t>
            </a:r>
          </a:p>
          <a:p>
            <a:pPr marL="0" indent="0">
              <a:buNone/>
            </a:pPr>
            <a:r>
              <a:rPr lang="en-US" sz="200" dirty="0"/>
              <a:t>                &lt;/Typography&gt;</a:t>
            </a:r>
          </a:p>
          <a:p>
            <a:pPr marL="0" indent="0">
              <a:buNone/>
            </a:pPr>
            <a:r>
              <a:rPr lang="en-US" sz="200" dirty="0"/>
              <a:t>              &lt;/div&gt;</a:t>
            </a:r>
          </a:p>
          <a:p>
            <a:pPr marL="0" indent="0">
              <a:buNone/>
            </a:pPr>
            <a:r>
              <a:rPr lang="en-US" sz="200" dirty="0"/>
              <a:t>              &lt;ListItemSecondaryAction&gt;</a:t>
            </a:r>
          </a:p>
          <a:p>
            <a:pPr marL="0" indent="0">
              <a:buNone/>
            </a:pPr>
            <a:r>
              <a:rPr lang="en-US" sz="200" dirty="0"/>
              <a:t>                &lt;Link</a:t>
            </a:r>
          </a:p>
          <a:p>
            <a:pPr marL="0" indent="0">
              <a:buNone/>
            </a:pPr>
            <a:r>
              <a:rPr lang="en-US" sz="200" dirty="0"/>
              <a:t>                  to={`/seller/${</a:t>
            </a:r>
            <a:r>
              <a:rPr lang="en-US" sz="200" dirty="0" err="1"/>
              <a:t>product.shop._id</a:t>
            </a:r>
            <a:r>
              <a:rPr lang="en-US" sz="200" dirty="0"/>
              <a:t>}/${</a:t>
            </a:r>
            <a:r>
              <a:rPr lang="en-US" sz="200" dirty="0" err="1"/>
              <a:t>product._id</a:t>
            </a:r>
            <a:r>
              <a:rPr lang="en-US" sz="200" dirty="0"/>
              <a:t>}/edit`}</a:t>
            </a:r>
          </a:p>
          <a:p>
            <a:pPr marL="0" indent="0">
              <a:buNone/>
            </a:pPr>
            <a:r>
              <a:rPr lang="en-US" sz="200" dirty="0"/>
              <a:t>                  style={{ </a:t>
            </a:r>
            <a:r>
              <a:rPr lang="en-US" sz="200" dirty="0" err="1"/>
              <a:t>marginRight</a:t>
            </a:r>
            <a:r>
              <a:rPr lang="en-US" sz="200" dirty="0"/>
              <a:t>: 8 }}</a:t>
            </a:r>
          </a:p>
          <a:p>
            <a:pPr marL="0" indent="0">
              <a:buNone/>
            </a:pPr>
            <a:r>
              <a:rPr lang="en-US" sz="200" dirty="0"/>
              <a:t>                &gt;</a:t>
            </a:r>
          </a:p>
          <a:p>
            <a:pPr marL="0" indent="0">
              <a:buNone/>
            </a:pPr>
            <a:r>
              <a:rPr lang="en-US" sz="200" dirty="0"/>
              <a:t>                  &lt;</a:t>
            </a:r>
            <a:r>
              <a:rPr lang="en-US" sz="200" dirty="0" err="1"/>
              <a:t>IconButton</a:t>
            </a:r>
            <a:r>
              <a:rPr lang="en-US" sz="200" dirty="0"/>
              <a:t> aria-label="Edit" color="primary"&gt;</a:t>
            </a:r>
          </a:p>
          <a:p>
            <a:pPr marL="0" indent="0">
              <a:buNone/>
            </a:pPr>
            <a:r>
              <a:rPr lang="en-US" sz="200" dirty="0"/>
              <a:t>                    &lt;</a:t>
            </a:r>
            <a:r>
              <a:rPr lang="en-US" sz="200" dirty="0" err="1"/>
              <a:t>EditIcon</a:t>
            </a:r>
            <a:r>
              <a:rPr lang="en-US" sz="200" dirty="0"/>
              <a:t> /&gt;</a:t>
            </a:r>
          </a:p>
          <a:p>
            <a:pPr marL="0" indent="0">
              <a:buNone/>
            </a:pPr>
            <a:r>
              <a:rPr lang="en-US" sz="200" dirty="0"/>
              <a:t>                  &lt;/</a:t>
            </a:r>
            <a:r>
              <a:rPr lang="en-US" sz="200" dirty="0" err="1"/>
              <a:t>IconButton</a:t>
            </a:r>
            <a:r>
              <a:rPr lang="en-US" sz="200" dirty="0"/>
              <a:t>&gt;</a:t>
            </a:r>
          </a:p>
          <a:p>
            <a:pPr marL="0" indent="0">
              <a:buNone/>
            </a:pPr>
            <a:r>
              <a:rPr lang="en-US" sz="200" dirty="0"/>
              <a:t>                &lt;/Link&gt;</a:t>
            </a:r>
          </a:p>
          <a:p>
            <a:pPr marL="0" indent="0">
              <a:buNone/>
            </a:pPr>
            <a:r>
              <a:rPr lang="en-US" sz="200" dirty="0"/>
              <a:t>                &lt;</a:t>
            </a:r>
            <a:r>
              <a:rPr lang="en-US" sz="200" dirty="0" err="1"/>
              <a:t>DeleteProduct</a:t>
            </a:r>
            <a:endParaRPr lang="en-US" sz="200" dirty="0"/>
          </a:p>
          <a:p>
            <a:pPr marL="0" indent="0">
              <a:buNone/>
            </a:pPr>
            <a:r>
              <a:rPr lang="en-US" sz="200" dirty="0"/>
              <a:t>                  product={product}</a:t>
            </a:r>
          </a:p>
          <a:p>
            <a:pPr marL="0" indent="0">
              <a:buNone/>
            </a:pPr>
            <a:r>
              <a:rPr lang="en-US" sz="200" dirty="0"/>
              <a:t>                  </a:t>
            </a:r>
            <a:r>
              <a:rPr lang="en-US" sz="200" dirty="0" err="1"/>
              <a:t>shopId</a:t>
            </a:r>
            <a:r>
              <a:rPr lang="en-US" sz="200" dirty="0"/>
              <a:t>={</a:t>
            </a:r>
            <a:r>
              <a:rPr lang="en-US" sz="200" dirty="0" err="1"/>
              <a:t>props.shopId</a:t>
            </a:r>
            <a:r>
              <a:rPr lang="en-US" sz="200" dirty="0"/>
              <a:t>}</a:t>
            </a:r>
          </a:p>
          <a:p>
            <a:pPr marL="0" indent="0">
              <a:buNone/>
            </a:pPr>
            <a:r>
              <a:rPr lang="en-US" sz="200" dirty="0"/>
              <a:t>                  </a:t>
            </a:r>
            <a:r>
              <a:rPr lang="en-US" sz="200" dirty="0" err="1"/>
              <a:t>onRemove</a:t>
            </a:r>
            <a:r>
              <a:rPr lang="en-US" sz="200" dirty="0"/>
              <a:t>={</a:t>
            </a:r>
            <a:r>
              <a:rPr lang="en-US" sz="200" dirty="0" err="1"/>
              <a:t>removeProduct</a:t>
            </a:r>
            <a:r>
              <a:rPr lang="en-US" sz="200" dirty="0"/>
              <a:t>}</a:t>
            </a:r>
          </a:p>
          <a:p>
            <a:pPr marL="0" indent="0">
              <a:buNone/>
            </a:pPr>
            <a:r>
              <a:rPr lang="en-US" sz="200" dirty="0"/>
              <a:t>                /&gt;</a:t>
            </a:r>
          </a:p>
          <a:p>
            <a:pPr marL="0" indent="0">
              <a:buNone/>
            </a:pPr>
            <a:r>
              <a:rPr lang="en-US" sz="200" dirty="0"/>
              <a:t>              &lt;/ListItemSecondaryAction&gt;</a:t>
            </a:r>
          </a:p>
          <a:p>
            <a:pPr marL="0" indent="0">
              <a:buNone/>
            </a:pPr>
            <a:r>
              <a:rPr lang="en-US" sz="200" dirty="0"/>
              <a:t>            &lt;/</a:t>
            </a:r>
            <a:r>
              <a:rPr lang="en-US" sz="200" dirty="0" err="1"/>
              <a:t>ListItem</a:t>
            </a:r>
            <a:r>
              <a:rPr lang="en-US" sz="200" dirty="0"/>
              <a:t>&gt;</a:t>
            </a:r>
          </a:p>
          <a:p>
            <a:pPr marL="0" indent="0">
              <a:buNone/>
            </a:pPr>
            <a:r>
              <a:rPr lang="en-US" sz="200" dirty="0"/>
              <a:t>            &lt;Divider /&gt;</a:t>
            </a:r>
          </a:p>
          <a:p>
            <a:pPr marL="0" indent="0">
              <a:buNone/>
            </a:pPr>
            <a:r>
              <a:rPr lang="en-US" sz="200" dirty="0"/>
              <a:t>          &lt;/span&gt;</a:t>
            </a:r>
          </a:p>
          <a:p>
            <a:pPr marL="0" indent="0">
              <a:buNone/>
            </a:pPr>
            <a:r>
              <a:rPr lang="en-US" sz="200" dirty="0"/>
              <a:t>        ))}</a:t>
            </a:r>
          </a:p>
          <a:p>
            <a:pPr marL="0" indent="0">
              <a:buNone/>
            </a:pPr>
            <a:r>
              <a:rPr lang="en-US" sz="200" dirty="0"/>
              <a:t>      &lt;/List&gt;</a:t>
            </a:r>
          </a:p>
          <a:p>
            <a:pPr marL="0" indent="0">
              <a:buNone/>
            </a:pPr>
            <a:r>
              <a:rPr lang="en-US" sz="200" dirty="0"/>
              <a:t>    &lt;/Card&gt;</a:t>
            </a:r>
          </a:p>
          <a:p>
            <a:pPr marL="0" indent="0">
              <a:buNone/>
            </a:pPr>
            <a:r>
              <a:rPr lang="en-US" sz="200" dirty="0"/>
              <a:t>  );</a:t>
            </a:r>
          </a:p>
          <a:p>
            <a:pPr marL="0" indent="0">
              <a:buNone/>
            </a:pPr>
            <a:r>
              <a:rPr lang="en-US" sz="200" dirty="0"/>
              <a:t>}</a:t>
            </a:r>
          </a:p>
          <a:p>
            <a:pPr marL="0" indent="0">
              <a:buNone/>
            </a:pPr>
            <a:br>
              <a:rPr lang="en-US" sz="200" dirty="0"/>
            </a:br>
            <a:endParaRPr lang="en-US" sz="200" dirty="0"/>
          </a:p>
          <a:p>
            <a:pPr marL="0" indent="0">
              <a:buNone/>
            </a:pPr>
            <a:r>
              <a:rPr lang="en-US" sz="200" dirty="0" err="1"/>
              <a:t>MyProducts.propTypes</a:t>
            </a:r>
            <a:r>
              <a:rPr lang="en-US" sz="200" dirty="0"/>
              <a:t> = {</a:t>
            </a:r>
          </a:p>
          <a:p>
            <a:pPr marL="0" indent="0">
              <a:buNone/>
            </a:pPr>
            <a:r>
              <a:rPr lang="en-US" sz="200" dirty="0"/>
              <a:t>  </a:t>
            </a:r>
            <a:r>
              <a:rPr lang="en-US" sz="200" dirty="0" err="1"/>
              <a:t>shopId</a:t>
            </a:r>
            <a:r>
              <a:rPr lang="en-US" sz="200" dirty="0"/>
              <a:t>: </a:t>
            </a:r>
            <a:r>
              <a:rPr lang="en-US" sz="200" dirty="0" err="1"/>
              <a:t>PropTypes.string.isRequired</a:t>
            </a:r>
            <a:r>
              <a:rPr lang="en-US" sz="200" dirty="0"/>
              <a:t>,</a:t>
            </a:r>
          </a:p>
          <a:p>
            <a:pPr marL="0" indent="0">
              <a:buNone/>
            </a:pPr>
            <a:r>
              <a:rPr lang="en-US" sz="200" dirty="0"/>
              <a:t>};</a:t>
            </a:r>
          </a:p>
          <a:p>
            <a:pPr marL="0" indent="0">
              <a:buNone/>
            </a:pPr>
            <a:endParaRPr lang="en-US" sz="200" dirty="0"/>
          </a:p>
        </p:txBody>
      </p:sp>
      <p:sp>
        <p:nvSpPr>
          <p:cNvPr id="4" name="Date Placeholder 3">
            <a:extLst>
              <a:ext uri="{FF2B5EF4-FFF2-40B4-BE49-F238E27FC236}">
                <a16:creationId xmlns:a16="http://schemas.microsoft.com/office/drawing/2014/main" id="{CA4AD42D-3CBD-AF50-1C0C-B8B82AA3E8D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7444F76-DD3A-BEB2-C72B-E8EB1F2E483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6C56047-6DC0-D4E2-5706-6567E8CE7AB3}"/>
              </a:ext>
            </a:extLst>
          </p:cNvPr>
          <p:cNvSpPr>
            <a:spLocks noGrp="1"/>
          </p:cNvSpPr>
          <p:nvPr>
            <p:ph type="sldNum" sz="quarter" idx="12"/>
          </p:nvPr>
        </p:nvSpPr>
        <p:spPr/>
        <p:txBody>
          <a:bodyPr/>
          <a:lstStyle/>
          <a:p>
            <a:fld id="{7C5CF243-786F-4254-B068-4C9F0B6EA12F}" type="slidenum">
              <a:rPr lang="en-US" altLang="en-US" smtClean="0"/>
              <a:pPr/>
              <a:t>87</a:t>
            </a:fld>
            <a:endParaRPr lang="en-US" altLang="en-US"/>
          </a:p>
        </p:txBody>
      </p:sp>
    </p:spTree>
    <p:extLst>
      <p:ext uri="{BB962C8B-B14F-4D97-AF65-F5344CB8AC3E}">
        <p14:creationId xmlns:p14="http://schemas.microsoft.com/office/powerpoint/2010/main" val="30133521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F8A6-BDD1-14DE-D13B-F21E91C3B1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235AD1-A592-D29F-5BD3-9E0B83C5CB34}"/>
              </a:ext>
            </a:extLst>
          </p:cNvPr>
          <p:cNvSpPr>
            <a:spLocks noGrp="1"/>
          </p:cNvSpPr>
          <p:nvPr>
            <p:ph idx="1"/>
          </p:nvPr>
        </p:nvSpPr>
        <p:spPr/>
        <p:txBody>
          <a:bodyPr/>
          <a:lstStyle/>
          <a:p>
            <a:r>
              <a:rPr lang="en-US" dirty="0"/>
              <a:t>Import </a:t>
            </a:r>
            <a:r>
              <a:rPr lang="en-US" dirty="0" err="1"/>
              <a:t>MyProducts</a:t>
            </a:r>
            <a:r>
              <a:rPr lang="en-US" dirty="0"/>
              <a:t> in </a:t>
            </a:r>
            <a:r>
              <a:rPr lang="en-US" dirty="0" err="1"/>
              <a:t>EditShop.jsx</a:t>
            </a:r>
            <a:r>
              <a:rPr lang="en-US" dirty="0"/>
              <a:t> and add a new grid to show </a:t>
            </a:r>
            <a:r>
              <a:rPr lang="en-US" dirty="0" err="1"/>
              <a:t>MyProducts</a:t>
            </a:r>
            <a:r>
              <a:rPr lang="en-US" dirty="0"/>
              <a:t> in the same page.</a:t>
            </a:r>
          </a:p>
        </p:txBody>
      </p:sp>
      <p:sp>
        <p:nvSpPr>
          <p:cNvPr id="4" name="Date Placeholder 3">
            <a:extLst>
              <a:ext uri="{FF2B5EF4-FFF2-40B4-BE49-F238E27FC236}">
                <a16:creationId xmlns:a16="http://schemas.microsoft.com/office/drawing/2014/main" id="{469499B6-51E1-E4E5-93BB-1874394D2D3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E829E8B-E010-EB00-4FAF-3E88DD0072D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E2EFE2A-2AE3-6DEB-76F1-1550EB1FB467}"/>
              </a:ext>
            </a:extLst>
          </p:cNvPr>
          <p:cNvSpPr>
            <a:spLocks noGrp="1"/>
          </p:cNvSpPr>
          <p:nvPr>
            <p:ph type="sldNum" sz="quarter" idx="12"/>
          </p:nvPr>
        </p:nvSpPr>
        <p:spPr/>
        <p:txBody>
          <a:bodyPr/>
          <a:lstStyle/>
          <a:p>
            <a:fld id="{7C5CF243-786F-4254-B068-4C9F0B6EA12F}" type="slidenum">
              <a:rPr lang="en-US" altLang="en-US" smtClean="0"/>
              <a:pPr/>
              <a:t>88</a:t>
            </a:fld>
            <a:endParaRPr lang="en-US" altLang="en-US"/>
          </a:p>
        </p:txBody>
      </p:sp>
    </p:spTree>
    <p:extLst>
      <p:ext uri="{BB962C8B-B14F-4D97-AF65-F5344CB8AC3E}">
        <p14:creationId xmlns:p14="http://schemas.microsoft.com/office/powerpoint/2010/main" val="5365323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A7DF-A714-7B86-F000-2C0CF70E555B}"/>
              </a:ext>
            </a:extLst>
          </p:cNvPr>
          <p:cNvSpPr>
            <a:spLocks noGrp="1"/>
          </p:cNvSpPr>
          <p:nvPr>
            <p:ph type="title"/>
          </p:nvPr>
        </p:nvSpPr>
        <p:spPr/>
        <p:txBody>
          <a:bodyPr/>
          <a:lstStyle/>
          <a:p>
            <a:r>
              <a:rPr lang="en-US" dirty="0"/>
              <a:t>Client/shop/</a:t>
            </a:r>
            <a:r>
              <a:rPr lang="en-US" dirty="0" err="1"/>
              <a:t>EditShop.jsx</a:t>
            </a:r>
            <a:endParaRPr lang="en-US" dirty="0"/>
          </a:p>
        </p:txBody>
      </p:sp>
      <p:sp>
        <p:nvSpPr>
          <p:cNvPr id="3" name="Content Placeholder 2">
            <a:extLst>
              <a:ext uri="{FF2B5EF4-FFF2-40B4-BE49-F238E27FC236}">
                <a16:creationId xmlns:a16="http://schemas.microsoft.com/office/drawing/2014/main" id="{2B1D00AE-91A0-5C03-FCBA-339D7B9EC382}"/>
              </a:ext>
            </a:extLst>
          </p:cNvPr>
          <p:cNvSpPr>
            <a:spLocks noGrp="1"/>
          </p:cNvSpPr>
          <p:nvPr>
            <p:ph idx="1"/>
          </p:nvPr>
        </p:nvSpPr>
        <p:spPr/>
        <p:txBody>
          <a:bodyPr/>
          <a:lstStyle/>
          <a:p>
            <a:pPr marL="0" indent="0">
              <a:buNone/>
            </a:pPr>
            <a:r>
              <a:rPr lang="en-US" sz="160" dirty="0"/>
              <a:t>import React, { </a:t>
            </a:r>
            <a:r>
              <a:rPr lang="en-US" sz="160" dirty="0" err="1"/>
              <a:t>useEffect</a:t>
            </a:r>
            <a:r>
              <a:rPr lang="en-US" sz="160" dirty="0"/>
              <a:t>, </a:t>
            </a:r>
            <a:r>
              <a:rPr lang="en-US" sz="160" dirty="0" err="1"/>
              <a:t>useState</a:t>
            </a:r>
            <a:r>
              <a:rPr lang="en-US" sz="160" dirty="0"/>
              <a:t> } from "react";</a:t>
            </a:r>
          </a:p>
          <a:p>
            <a:pPr marL="0" indent="0">
              <a:buNone/>
            </a:pPr>
            <a:r>
              <a:rPr lang="en-US" sz="160" dirty="0"/>
              <a:t>import {</a:t>
            </a:r>
          </a:p>
          <a:p>
            <a:pPr marL="0" indent="0">
              <a:buNone/>
            </a:pPr>
            <a:r>
              <a:rPr lang="en-US" sz="160" dirty="0"/>
              <a:t>  Card,</a:t>
            </a:r>
          </a:p>
          <a:p>
            <a:pPr marL="0" indent="0">
              <a:buNone/>
            </a:pPr>
            <a:r>
              <a:rPr lang="en-US" sz="160" dirty="0"/>
              <a:t>  </a:t>
            </a:r>
            <a:r>
              <a:rPr lang="en-US" sz="160" dirty="0" err="1"/>
              <a:t>CardActions</a:t>
            </a:r>
            <a:r>
              <a:rPr lang="en-US" sz="160" dirty="0"/>
              <a:t>,</a:t>
            </a:r>
          </a:p>
          <a:p>
            <a:pPr marL="0" indent="0">
              <a:buNone/>
            </a:pPr>
            <a:r>
              <a:rPr lang="en-US" sz="160" dirty="0"/>
              <a:t>  </a:t>
            </a:r>
            <a:r>
              <a:rPr lang="en-US" sz="160" dirty="0" err="1"/>
              <a:t>CardContent</a:t>
            </a:r>
            <a:r>
              <a:rPr lang="en-US" sz="160" dirty="0"/>
              <a:t>,</a:t>
            </a:r>
          </a:p>
          <a:p>
            <a:pPr marL="0" indent="0">
              <a:buNone/>
            </a:pPr>
            <a:r>
              <a:rPr lang="en-US" sz="160" dirty="0"/>
              <a:t>  Button,</a:t>
            </a:r>
          </a:p>
          <a:p>
            <a:pPr marL="0" indent="0">
              <a:buNone/>
            </a:pPr>
            <a:r>
              <a:rPr lang="en-US" sz="160" dirty="0"/>
              <a:t>  </a:t>
            </a:r>
            <a:r>
              <a:rPr lang="en-US" sz="160" dirty="0" err="1"/>
              <a:t>TextField</a:t>
            </a:r>
            <a:r>
              <a:rPr lang="en-US" sz="160" dirty="0"/>
              <a:t>,</a:t>
            </a:r>
          </a:p>
          <a:p>
            <a:pPr marL="0" indent="0">
              <a:buNone/>
            </a:pPr>
            <a:r>
              <a:rPr lang="en-US" sz="160" dirty="0"/>
              <a:t>  Typography,</a:t>
            </a:r>
          </a:p>
          <a:p>
            <a:pPr marL="0" indent="0">
              <a:buNone/>
            </a:pPr>
            <a:r>
              <a:rPr lang="en-US" sz="160" dirty="0"/>
              <a:t>  Icon,</a:t>
            </a:r>
          </a:p>
          <a:p>
            <a:pPr marL="0" indent="0">
              <a:buNone/>
            </a:pPr>
            <a:r>
              <a:rPr lang="en-US" sz="160" dirty="0"/>
              <a:t>  Avatar,</a:t>
            </a:r>
          </a:p>
          <a:p>
            <a:pPr marL="0" indent="0">
              <a:buNone/>
            </a:pPr>
            <a:r>
              <a:rPr lang="en-US" sz="160" dirty="0"/>
              <a:t>  Grid,</a:t>
            </a:r>
          </a:p>
          <a:p>
            <a:pPr marL="0" indent="0">
              <a:buNone/>
            </a:pPr>
            <a:r>
              <a:rPr lang="en-US" sz="160" dirty="0"/>
              <a:t>} from "@</a:t>
            </a:r>
            <a:r>
              <a:rPr lang="en-US" sz="160" dirty="0" err="1"/>
              <a:t>mui</a:t>
            </a:r>
            <a:r>
              <a:rPr lang="en-US" sz="160" dirty="0"/>
              <a:t>/material";</a:t>
            </a:r>
          </a:p>
          <a:p>
            <a:pPr marL="0" indent="0">
              <a:buNone/>
            </a:pPr>
            <a:r>
              <a:rPr lang="en-US" sz="160" dirty="0"/>
              <a:t>import </a:t>
            </a:r>
            <a:r>
              <a:rPr lang="en-US" sz="160" dirty="0" err="1"/>
              <a:t>AddPhotoAlternateIcon</a:t>
            </a:r>
            <a:r>
              <a:rPr lang="en-US" sz="160" dirty="0"/>
              <a:t> from "@</a:t>
            </a:r>
            <a:r>
              <a:rPr lang="en-US" sz="160" dirty="0" err="1"/>
              <a:t>mui</a:t>
            </a:r>
            <a:r>
              <a:rPr lang="en-US" sz="160" dirty="0"/>
              <a:t>/icons-material/</a:t>
            </a:r>
            <a:r>
              <a:rPr lang="en-US" sz="160" dirty="0" err="1"/>
              <a:t>AddPhotoAlternate</a:t>
            </a:r>
            <a:r>
              <a:rPr lang="en-US" sz="160" dirty="0"/>
              <a:t>";</a:t>
            </a:r>
          </a:p>
          <a:p>
            <a:pPr marL="0" indent="0">
              <a:buNone/>
            </a:pPr>
            <a:r>
              <a:rPr lang="en-US" sz="160" dirty="0"/>
              <a:t>import { </a:t>
            </a:r>
            <a:r>
              <a:rPr lang="en-US" sz="160" dirty="0" err="1"/>
              <a:t>useTheme</a:t>
            </a:r>
            <a:r>
              <a:rPr lang="en-US" sz="160" dirty="0"/>
              <a:t> } from "@</a:t>
            </a:r>
            <a:r>
              <a:rPr lang="en-US" sz="160" dirty="0" err="1"/>
              <a:t>mui</a:t>
            </a:r>
            <a:r>
              <a:rPr lang="en-US" sz="160" dirty="0"/>
              <a:t>/material/styles";</a:t>
            </a:r>
          </a:p>
          <a:p>
            <a:pPr marL="0" indent="0">
              <a:buNone/>
            </a:pPr>
            <a:r>
              <a:rPr lang="en-US" sz="160" dirty="0"/>
              <a:t>import auth from "../lib/auth-helper";</a:t>
            </a:r>
          </a:p>
          <a:p>
            <a:pPr marL="0" indent="0">
              <a:buNone/>
            </a:pPr>
            <a:r>
              <a:rPr lang="en-US" sz="160" dirty="0"/>
              <a:t>import { read, update } from "./api-shop.js";</a:t>
            </a:r>
          </a:p>
          <a:p>
            <a:pPr marL="0" indent="0">
              <a:buNone/>
            </a:pPr>
            <a:r>
              <a:rPr lang="en-US" sz="160" dirty="0"/>
              <a:t>import { Navigate, </a:t>
            </a:r>
            <a:r>
              <a:rPr lang="en-US" sz="160" dirty="0" err="1"/>
              <a:t>useParams</a:t>
            </a:r>
            <a:r>
              <a:rPr lang="en-US" sz="160" dirty="0"/>
              <a:t> } from "react-router-</a:t>
            </a:r>
            <a:r>
              <a:rPr lang="en-US" sz="160" dirty="0" err="1"/>
              <a:t>dom</a:t>
            </a:r>
            <a:r>
              <a:rPr lang="en-US" sz="160" dirty="0"/>
              <a:t>";</a:t>
            </a:r>
          </a:p>
          <a:p>
            <a:pPr marL="0" indent="0">
              <a:buNone/>
            </a:pPr>
            <a:r>
              <a:rPr lang="en-US" sz="160" dirty="0">
                <a:highlight>
                  <a:srgbClr val="FFFF00"/>
                </a:highlight>
              </a:rPr>
              <a:t>import </a:t>
            </a:r>
            <a:r>
              <a:rPr lang="en-US" sz="160" dirty="0" err="1">
                <a:highlight>
                  <a:srgbClr val="FFFF00"/>
                </a:highlight>
              </a:rPr>
              <a:t>MyProducts</a:t>
            </a:r>
            <a:r>
              <a:rPr lang="en-US" sz="160" dirty="0">
                <a:highlight>
                  <a:srgbClr val="FFFF00"/>
                </a:highlight>
              </a:rPr>
              <a:t> from "../product/</a:t>
            </a:r>
            <a:r>
              <a:rPr lang="en-US" sz="160" dirty="0" err="1">
                <a:highlight>
                  <a:srgbClr val="FFFF00"/>
                </a:highlight>
              </a:rPr>
              <a:t>MyProducts</a:t>
            </a:r>
            <a:r>
              <a:rPr lang="en-US" sz="160" dirty="0">
                <a:highlight>
                  <a:srgbClr val="FFFF00"/>
                </a:highlight>
              </a:rPr>
              <a:t>";</a:t>
            </a:r>
          </a:p>
          <a:p>
            <a:pPr marL="0" indent="0">
              <a:buNone/>
            </a:pPr>
            <a:br>
              <a:rPr lang="en-US" sz="160" dirty="0"/>
            </a:br>
            <a:r>
              <a:rPr lang="en-US" sz="160" dirty="0"/>
              <a:t>export default function </a:t>
            </a:r>
            <a:r>
              <a:rPr lang="en-US" sz="160" dirty="0" err="1"/>
              <a:t>EditShop</a:t>
            </a:r>
            <a:r>
              <a:rPr lang="en-US" sz="160" dirty="0"/>
              <a:t>() {</a:t>
            </a:r>
          </a:p>
          <a:p>
            <a:pPr marL="0" indent="0">
              <a:buNone/>
            </a:pPr>
            <a:r>
              <a:rPr lang="en-US" sz="160" dirty="0"/>
              <a:t>  const params = </a:t>
            </a:r>
            <a:r>
              <a:rPr lang="en-US" sz="160" dirty="0" err="1"/>
              <a:t>useParams</a:t>
            </a:r>
            <a:r>
              <a:rPr lang="en-US" sz="160" dirty="0"/>
              <a:t>();</a:t>
            </a:r>
          </a:p>
          <a:p>
            <a:pPr marL="0" indent="0">
              <a:buNone/>
            </a:pPr>
            <a:r>
              <a:rPr lang="en-US" sz="160" dirty="0"/>
              <a:t>  const theme = </a:t>
            </a:r>
            <a:r>
              <a:rPr lang="en-US" sz="160" dirty="0" err="1"/>
              <a:t>useTheme</a:t>
            </a:r>
            <a:r>
              <a:rPr lang="en-US" sz="160" dirty="0"/>
              <a:t>();</a:t>
            </a:r>
          </a:p>
          <a:p>
            <a:pPr marL="0" indent="0">
              <a:buNone/>
            </a:pPr>
            <a:r>
              <a:rPr lang="en-US" sz="160" dirty="0"/>
              <a:t>  const [values, </a:t>
            </a:r>
            <a:r>
              <a:rPr lang="en-US" sz="160" dirty="0" err="1"/>
              <a:t>setValues</a:t>
            </a:r>
            <a:r>
              <a:rPr lang="en-US" sz="160" dirty="0"/>
              <a:t>] = </a:t>
            </a:r>
            <a:r>
              <a:rPr lang="en-US" sz="160" dirty="0" err="1"/>
              <a:t>useState</a:t>
            </a:r>
            <a:r>
              <a:rPr lang="en-US" sz="160" dirty="0"/>
              <a:t>({</a:t>
            </a:r>
          </a:p>
          <a:p>
            <a:pPr marL="0" indent="0">
              <a:buNone/>
            </a:pPr>
            <a:r>
              <a:rPr lang="en-US" sz="160" dirty="0"/>
              <a:t>    name: "",</a:t>
            </a:r>
          </a:p>
          <a:p>
            <a:pPr marL="0" indent="0">
              <a:buNone/>
            </a:pPr>
            <a:r>
              <a:rPr lang="en-US" sz="160" dirty="0"/>
              <a:t>    description: "",</a:t>
            </a:r>
          </a:p>
          <a:p>
            <a:pPr marL="0" indent="0">
              <a:buNone/>
            </a:pPr>
            <a:r>
              <a:rPr lang="en-US" sz="160" dirty="0"/>
              <a:t>    image: "",</a:t>
            </a:r>
          </a:p>
          <a:p>
            <a:pPr marL="0" indent="0">
              <a:buNone/>
            </a:pPr>
            <a:r>
              <a:rPr lang="en-US" sz="160" dirty="0"/>
              <a:t>    redirect: false,</a:t>
            </a:r>
          </a:p>
          <a:p>
            <a:pPr marL="0" indent="0">
              <a:buNone/>
            </a:pPr>
            <a:r>
              <a:rPr lang="en-US" sz="160" dirty="0"/>
              <a:t>    error: "",</a:t>
            </a:r>
          </a:p>
          <a:p>
            <a:pPr marL="0" indent="0">
              <a:buNone/>
            </a:pPr>
            <a:r>
              <a:rPr lang="en-US" sz="160" dirty="0"/>
              <a:t>    id: "",</a:t>
            </a:r>
          </a:p>
          <a:p>
            <a:pPr marL="0" indent="0">
              <a:buNone/>
            </a:pPr>
            <a:r>
              <a:rPr lang="en-US" sz="160" dirty="0"/>
              <a:t>    owner: "",</a:t>
            </a:r>
          </a:p>
          <a:p>
            <a:pPr marL="0" indent="0">
              <a:buNone/>
            </a:pPr>
            <a:r>
              <a:rPr lang="en-US" sz="160" dirty="0"/>
              <a:t>  });</a:t>
            </a:r>
          </a:p>
          <a:p>
            <a:pPr marL="0" indent="0">
              <a:buNone/>
            </a:pPr>
            <a:br>
              <a:rPr lang="en-US" sz="160" dirty="0"/>
            </a:br>
            <a:r>
              <a:rPr lang="en-US" sz="160" dirty="0"/>
              <a:t>  const </a:t>
            </a:r>
            <a:r>
              <a:rPr lang="en-US" sz="160" dirty="0" err="1"/>
              <a:t>jwt</a:t>
            </a:r>
            <a:r>
              <a:rPr lang="en-US" sz="160" dirty="0"/>
              <a:t> = </a:t>
            </a:r>
            <a:r>
              <a:rPr lang="en-US" sz="160" dirty="0" err="1"/>
              <a:t>auth.isAuthenticated</a:t>
            </a:r>
            <a:r>
              <a:rPr lang="en-US" sz="160" dirty="0"/>
              <a:t>();</a:t>
            </a:r>
          </a:p>
          <a:p>
            <a:pPr marL="0" indent="0">
              <a:buNone/>
            </a:pPr>
            <a:br>
              <a:rPr lang="en-US" sz="160" dirty="0"/>
            </a:br>
            <a:r>
              <a:rPr lang="en-US" sz="160" dirty="0"/>
              <a:t>  </a:t>
            </a:r>
            <a:r>
              <a:rPr lang="en-US" sz="160" dirty="0" err="1"/>
              <a:t>useEffect</a:t>
            </a:r>
            <a:r>
              <a:rPr lang="en-US" sz="160" dirty="0"/>
              <a:t>(() =&gt; {</a:t>
            </a:r>
          </a:p>
          <a:p>
            <a:pPr marL="0" indent="0">
              <a:buNone/>
            </a:pPr>
            <a:r>
              <a:rPr lang="en-US" sz="160" dirty="0"/>
              <a:t>    const </a:t>
            </a:r>
            <a:r>
              <a:rPr lang="en-US" sz="160" dirty="0" err="1"/>
              <a:t>abortController</a:t>
            </a:r>
            <a:r>
              <a:rPr lang="en-US" sz="160" dirty="0"/>
              <a:t> = new </a:t>
            </a:r>
            <a:r>
              <a:rPr lang="en-US" sz="160" dirty="0" err="1"/>
              <a:t>AbortController</a:t>
            </a:r>
            <a:r>
              <a:rPr lang="en-US" sz="160" dirty="0"/>
              <a:t>();</a:t>
            </a:r>
          </a:p>
          <a:p>
            <a:pPr marL="0" indent="0">
              <a:buNone/>
            </a:pPr>
            <a:r>
              <a:rPr lang="en-US" sz="160" dirty="0"/>
              <a:t>    const signal = </a:t>
            </a:r>
            <a:r>
              <a:rPr lang="en-US" sz="160" dirty="0" err="1"/>
              <a:t>abortController.signal</a:t>
            </a:r>
            <a:r>
              <a:rPr lang="en-US" sz="160" dirty="0"/>
              <a:t>;</a:t>
            </a:r>
          </a:p>
          <a:p>
            <a:pPr marL="0" indent="0">
              <a:buNone/>
            </a:pPr>
            <a:br>
              <a:rPr lang="en-US" sz="160" dirty="0"/>
            </a:br>
            <a:r>
              <a:rPr lang="en-US" sz="160" dirty="0"/>
              <a:t>    read({ </a:t>
            </a:r>
            <a:r>
              <a:rPr lang="en-US" sz="160" dirty="0" err="1"/>
              <a:t>shopId</a:t>
            </a:r>
            <a:r>
              <a:rPr lang="en-US" sz="160" dirty="0"/>
              <a:t>: </a:t>
            </a:r>
            <a:r>
              <a:rPr lang="en-US" sz="160" dirty="0" err="1"/>
              <a:t>params.shopId</a:t>
            </a:r>
            <a:r>
              <a:rPr lang="en-US" sz="160" dirty="0"/>
              <a:t> }, signal).then((data) =&gt; {</a:t>
            </a:r>
          </a:p>
          <a:p>
            <a:pPr marL="0" indent="0">
              <a:buNone/>
            </a:pPr>
            <a:r>
              <a:rPr lang="en-US" sz="160" dirty="0"/>
              <a:t>      if (</a:t>
            </a:r>
            <a:r>
              <a:rPr lang="en-US" sz="160" dirty="0" err="1"/>
              <a:t>data.error</a:t>
            </a:r>
            <a:r>
              <a:rPr lang="en-US" sz="160" dirty="0"/>
              <a:t>)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error: </a:t>
            </a:r>
            <a:r>
              <a:rPr lang="en-US" sz="160" dirty="0" err="1"/>
              <a:t>data.error</a:t>
            </a:r>
            <a:r>
              <a:rPr lang="en-US" sz="160" dirty="0"/>
              <a:t> }));</a:t>
            </a:r>
          </a:p>
          <a:p>
            <a:pPr marL="0" indent="0">
              <a:buNone/>
            </a:pPr>
            <a:r>
              <a:rPr lang="en-US" sz="160" dirty="0"/>
              <a:t>      } else {</a:t>
            </a:r>
          </a:p>
          <a:p>
            <a:pPr marL="0" indent="0">
              <a:buNone/>
            </a:pPr>
            <a:r>
              <a:rPr lang="en-US" sz="160" dirty="0"/>
              <a:t>        </a:t>
            </a:r>
            <a:r>
              <a:rPr lang="en-US" sz="160" dirty="0" err="1"/>
              <a:t>setValues</a:t>
            </a:r>
            <a:r>
              <a:rPr lang="en-US" sz="160" dirty="0"/>
              <a:t>((</a:t>
            </a:r>
            <a:r>
              <a:rPr lang="en-US" sz="160" dirty="0" err="1"/>
              <a:t>prev</a:t>
            </a:r>
            <a:r>
              <a:rPr lang="en-US" sz="160" dirty="0"/>
              <a:t>) =&gt; ({</a:t>
            </a:r>
          </a:p>
          <a:p>
            <a:pPr marL="0" indent="0">
              <a:buNone/>
            </a:pPr>
            <a:r>
              <a:rPr lang="en-US" sz="160" dirty="0"/>
              <a:t>          ...</a:t>
            </a:r>
            <a:r>
              <a:rPr lang="en-US" sz="160" dirty="0" err="1"/>
              <a:t>prev</a:t>
            </a:r>
            <a:r>
              <a:rPr lang="en-US" sz="160" dirty="0"/>
              <a:t>,</a:t>
            </a:r>
          </a:p>
          <a:p>
            <a:pPr marL="0" indent="0">
              <a:buNone/>
            </a:pPr>
            <a:r>
              <a:rPr lang="en-US" sz="160" dirty="0"/>
              <a:t>          id: </a:t>
            </a:r>
            <a:r>
              <a:rPr lang="en-US" sz="160" dirty="0" err="1"/>
              <a:t>data._id</a:t>
            </a:r>
            <a:r>
              <a:rPr lang="en-US" sz="160" dirty="0"/>
              <a:t>,</a:t>
            </a:r>
          </a:p>
          <a:p>
            <a:pPr marL="0" indent="0">
              <a:buNone/>
            </a:pPr>
            <a:r>
              <a:rPr lang="en-US" sz="160" dirty="0"/>
              <a:t>          name: data.name,</a:t>
            </a:r>
          </a:p>
          <a:p>
            <a:pPr marL="0" indent="0">
              <a:buNone/>
            </a:pPr>
            <a:r>
              <a:rPr lang="en-US" sz="160" dirty="0"/>
              <a:t>          description: </a:t>
            </a:r>
            <a:r>
              <a:rPr lang="en-US" sz="160" dirty="0" err="1"/>
              <a:t>data.description</a:t>
            </a:r>
            <a:r>
              <a:rPr lang="en-US" sz="160" dirty="0"/>
              <a:t>,</a:t>
            </a:r>
          </a:p>
          <a:p>
            <a:pPr marL="0" indent="0">
              <a:buNone/>
            </a:pPr>
            <a:r>
              <a:rPr lang="en-US" sz="160" dirty="0"/>
              <a:t>          owner: data.owner.name,</a:t>
            </a:r>
          </a:p>
          <a:p>
            <a:pPr marL="0" indent="0">
              <a:buNone/>
            </a:pPr>
            <a:r>
              <a:rPr lang="en-US" sz="160" dirty="0"/>
              <a:t>        }));</a:t>
            </a:r>
          </a:p>
          <a:p>
            <a:pPr marL="0" indent="0">
              <a:buNone/>
            </a:pPr>
            <a:r>
              <a:rPr lang="en-US" sz="160" dirty="0"/>
              <a:t>      }</a:t>
            </a:r>
          </a:p>
          <a:p>
            <a:pPr marL="0" indent="0">
              <a:buNone/>
            </a:pPr>
            <a:r>
              <a:rPr lang="en-US" sz="160" dirty="0"/>
              <a:t>    });</a:t>
            </a:r>
          </a:p>
          <a:p>
            <a:pPr marL="0" indent="0">
              <a:buNone/>
            </a:pPr>
            <a:br>
              <a:rPr lang="en-US" sz="160" dirty="0"/>
            </a:br>
            <a:r>
              <a:rPr lang="en-US" sz="160" dirty="0"/>
              <a:t>    return function cleanup() {</a:t>
            </a:r>
          </a:p>
          <a:p>
            <a:pPr marL="0" indent="0">
              <a:buNone/>
            </a:pPr>
            <a:r>
              <a:rPr lang="en-US" sz="160" dirty="0"/>
              <a:t>      </a:t>
            </a:r>
            <a:r>
              <a:rPr lang="en-US" sz="160" dirty="0" err="1"/>
              <a:t>abortController.abort</a:t>
            </a:r>
            <a:r>
              <a:rPr lang="en-US" sz="160" dirty="0"/>
              <a:t>();</a:t>
            </a:r>
          </a:p>
          <a:p>
            <a:pPr marL="0" indent="0">
              <a:buNone/>
            </a:pPr>
            <a:r>
              <a:rPr lang="en-US" sz="160" dirty="0"/>
              <a:t>    };</a:t>
            </a:r>
          </a:p>
          <a:p>
            <a:pPr marL="0" indent="0">
              <a:buNone/>
            </a:pPr>
            <a:r>
              <a:rPr lang="en-US" sz="160" dirty="0"/>
              <a:t>  }, [</a:t>
            </a:r>
            <a:r>
              <a:rPr lang="en-US" sz="160" dirty="0" err="1"/>
              <a:t>params.shopId</a:t>
            </a:r>
            <a:r>
              <a:rPr lang="en-US" sz="160" dirty="0"/>
              <a:t>]);</a:t>
            </a:r>
          </a:p>
          <a:p>
            <a:pPr marL="0" indent="0">
              <a:buNone/>
            </a:pPr>
            <a:br>
              <a:rPr lang="en-US" sz="160" dirty="0"/>
            </a:br>
            <a:r>
              <a:rPr lang="en-US" sz="160" dirty="0"/>
              <a:t>  const </a:t>
            </a:r>
            <a:r>
              <a:rPr lang="en-US" sz="160" dirty="0" err="1"/>
              <a:t>clickSubmit</a:t>
            </a:r>
            <a:r>
              <a:rPr lang="en-US" sz="160" dirty="0"/>
              <a:t> = () =&gt; {</a:t>
            </a:r>
          </a:p>
          <a:p>
            <a:pPr marL="0" indent="0">
              <a:buNone/>
            </a:pPr>
            <a:r>
              <a:rPr lang="en-US" sz="160" dirty="0"/>
              <a:t>    let </a:t>
            </a:r>
            <a:r>
              <a:rPr lang="en-US" sz="160" dirty="0" err="1"/>
              <a:t>shopData</a:t>
            </a:r>
            <a:r>
              <a:rPr lang="en-US" sz="160" dirty="0"/>
              <a:t> = new </a:t>
            </a:r>
            <a:r>
              <a:rPr lang="en-US" sz="160" dirty="0" err="1"/>
              <a:t>FormData</a:t>
            </a:r>
            <a:r>
              <a:rPr lang="en-US" sz="160" dirty="0"/>
              <a:t>();</a:t>
            </a:r>
          </a:p>
          <a:p>
            <a:pPr marL="0" indent="0">
              <a:buNone/>
            </a:pPr>
            <a:r>
              <a:rPr lang="en-US" sz="160" dirty="0"/>
              <a:t>    values.name &amp;&amp; </a:t>
            </a:r>
            <a:r>
              <a:rPr lang="en-US" sz="160" dirty="0" err="1"/>
              <a:t>shopData.append</a:t>
            </a:r>
            <a:r>
              <a:rPr lang="en-US" sz="160" dirty="0"/>
              <a:t>("name", values.name);</a:t>
            </a:r>
          </a:p>
          <a:p>
            <a:pPr marL="0" indent="0">
              <a:buNone/>
            </a:pPr>
            <a:r>
              <a:rPr lang="en-US" sz="160" dirty="0"/>
              <a:t>    </a:t>
            </a:r>
            <a:r>
              <a:rPr lang="en-US" sz="160" dirty="0" err="1"/>
              <a:t>values.description</a:t>
            </a:r>
            <a:r>
              <a:rPr lang="en-US" sz="160" dirty="0"/>
              <a:t> &amp;&amp; </a:t>
            </a:r>
            <a:r>
              <a:rPr lang="en-US" sz="160" dirty="0" err="1"/>
              <a:t>shopData.append</a:t>
            </a:r>
            <a:r>
              <a:rPr lang="en-US" sz="160" dirty="0"/>
              <a:t>("description", </a:t>
            </a:r>
            <a:r>
              <a:rPr lang="en-US" sz="160" dirty="0" err="1"/>
              <a:t>values.description</a:t>
            </a:r>
            <a:r>
              <a:rPr lang="en-US" sz="160" dirty="0"/>
              <a:t>);</a:t>
            </a:r>
          </a:p>
          <a:p>
            <a:pPr marL="0" indent="0">
              <a:buNone/>
            </a:pPr>
            <a:r>
              <a:rPr lang="en-US" sz="160" dirty="0"/>
              <a:t>    </a:t>
            </a:r>
            <a:r>
              <a:rPr lang="en-US" sz="160" dirty="0" err="1"/>
              <a:t>values.image</a:t>
            </a:r>
            <a:r>
              <a:rPr lang="en-US" sz="160" dirty="0"/>
              <a:t> &amp;&amp; </a:t>
            </a:r>
            <a:r>
              <a:rPr lang="en-US" sz="160" dirty="0" err="1"/>
              <a:t>shopData.append</a:t>
            </a:r>
            <a:r>
              <a:rPr lang="en-US" sz="160" dirty="0"/>
              <a:t>("image", </a:t>
            </a:r>
            <a:r>
              <a:rPr lang="en-US" sz="160" dirty="0" err="1"/>
              <a:t>values.image</a:t>
            </a:r>
            <a:r>
              <a:rPr lang="en-US" sz="160" dirty="0"/>
              <a:t>);</a:t>
            </a:r>
          </a:p>
          <a:p>
            <a:pPr marL="0" indent="0">
              <a:buNone/>
            </a:pPr>
            <a:br>
              <a:rPr lang="en-US" sz="160" dirty="0"/>
            </a:br>
            <a:r>
              <a:rPr lang="en-US" sz="160" dirty="0"/>
              <a:t>    update({ </a:t>
            </a:r>
            <a:r>
              <a:rPr lang="en-US" sz="160" dirty="0" err="1"/>
              <a:t>shopId</a:t>
            </a:r>
            <a:r>
              <a:rPr lang="en-US" sz="160" dirty="0"/>
              <a:t>: </a:t>
            </a:r>
            <a:r>
              <a:rPr lang="en-US" sz="160" dirty="0" err="1"/>
              <a:t>params.shopId</a:t>
            </a:r>
            <a:r>
              <a:rPr lang="en-US" sz="160" dirty="0"/>
              <a:t> }, { t: </a:t>
            </a:r>
            <a:r>
              <a:rPr lang="en-US" sz="160" dirty="0" err="1"/>
              <a:t>jwt.token</a:t>
            </a:r>
            <a:r>
              <a:rPr lang="en-US" sz="160" dirty="0"/>
              <a:t> }, </a:t>
            </a:r>
            <a:r>
              <a:rPr lang="en-US" sz="160" dirty="0" err="1"/>
              <a:t>shopData</a:t>
            </a:r>
            <a:r>
              <a:rPr lang="en-US" sz="160" dirty="0"/>
              <a:t>).then(</a:t>
            </a:r>
          </a:p>
          <a:p>
            <a:pPr marL="0" indent="0">
              <a:buNone/>
            </a:pPr>
            <a:r>
              <a:rPr lang="en-US" sz="160" dirty="0"/>
              <a:t>      (data) =&gt; {</a:t>
            </a:r>
          </a:p>
          <a:p>
            <a:pPr marL="0" indent="0">
              <a:buNone/>
            </a:pPr>
            <a:r>
              <a:rPr lang="en-US" sz="160" dirty="0"/>
              <a:t>        if (</a:t>
            </a:r>
            <a:r>
              <a:rPr lang="en-US" sz="160" dirty="0" err="1"/>
              <a:t>data.error</a:t>
            </a:r>
            <a:r>
              <a:rPr lang="en-US" sz="160" dirty="0"/>
              <a:t>)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error: </a:t>
            </a:r>
            <a:r>
              <a:rPr lang="en-US" sz="160" dirty="0" err="1"/>
              <a:t>data.error</a:t>
            </a:r>
            <a:r>
              <a:rPr lang="en-US" sz="160" dirty="0"/>
              <a:t> }));</a:t>
            </a:r>
          </a:p>
          <a:p>
            <a:pPr marL="0" indent="0">
              <a:buNone/>
            </a:pPr>
            <a:r>
              <a:rPr lang="en-US" sz="160" dirty="0"/>
              <a:t>        } else {</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redirect: true }));</a:t>
            </a:r>
          </a:p>
          <a:p>
            <a:pPr marL="0" indent="0">
              <a:buNone/>
            </a:pPr>
            <a:r>
              <a:rPr lang="en-US" sz="160" dirty="0"/>
              <a:t>        }</a:t>
            </a:r>
          </a:p>
          <a:p>
            <a:pPr marL="0" indent="0">
              <a:buNone/>
            </a:pPr>
            <a:r>
              <a:rPr lang="en-US" sz="160" dirty="0"/>
              <a:t>      }</a:t>
            </a:r>
          </a:p>
          <a:p>
            <a:pPr marL="0" indent="0">
              <a:buNone/>
            </a:pPr>
            <a:r>
              <a:rPr lang="en-US" sz="160" dirty="0"/>
              <a:t>    );</a:t>
            </a:r>
          </a:p>
          <a:p>
            <a:pPr marL="0" indent="0">
              <a:buNone/>
            </a:pPr>
            <a:r>
              <a:rPr lang="en-US" sz="160" dirty="0"/>
              <a:t>  };</a:t>
            </a:r>
          </a:p>
          <a:p>
            <a:pPr marL="0" indent="0">
              <a:buNone/>
            </a:pPr>
            <a:br>
              <a:rPr lang="en-US" sz="160" dirty="0"/>
            </a:br>
            <a:r>
              <a:rPr lang="en-US" sz="160" dirty="0"/>
              <a:t>  const </a:t>
            </a:r>
            <a:r>
              <a:rPr lang="en-US" sz="160" dirty="0" err="1"/>
              <a:t>handleChange</a:t>
            </a:r>
            <a:r>
              <a:rPr lang="en-US" sz="160" dirty="0"/>
              <a:t> = (name) =&gt; (event) =&gt; {</a:t>
            </a:r>
          </a:p>
          <a:p>
            <a:pPr marL="0" indent="0">
              <a:buNone/>
            </a:pPr>
            <a:r>
              <a:rPr lang="en-US" sz="160" dirty="0"/>
              <a:t>    const value = name === "image" ? </a:t>
            </a:r>
            <a:r>
              <a:rPr lang="en-US" sz="160" dirty="0" err="1"/>
              <a:t>event.target.files</a:t>
            </a:r>
            <a:r>
              <a:rPr lang="en-US" sz="160" dirty="0"/>
              <a:t>[0] : </a:t>
            </a:r>
            <a:r>
              <a:rPr lang="en-US" sz="160" dirty="0" err="1"/>
              <a:t>event.target.value</a:t>
            </a:r>
            <a:r>
              <a:rPr lang="en-US" sz="160" dirty="0"/>
              <a:t>;</a:t>
            </a:r>
          </a:p>
          <a:p>
            <a:pPr marL="0" indent="0">
              <a:buNone/>
            </a:pPr>
            <a:r>
              <a:rPr lang="en-US" sz="160" dirty="0"/>
              <a:t>    </a:t>
            </a:r>
            <a:r>
              <a:rPr lang="en-US" sz="160" dirty="0" err="1"/>
              <a:t>setValues</a:t>
            </a:r>
            <a:r>
              <a:rPr lang="en-US" sz="160" dirty="0"/>
              <a:t>((</a:t>
            </a:r>
            <a:r>
              <a:rPr lang="en-US" sz="160" dirty="0" err="1"/>
              <a:t>prev</a:t>
            </a:r>
            <a:r>
              <a:rPr lang="en-US" sz="160" dirty="0"/>
              <a:t>) =&gt; ({ ...</a:t>
            </a:r>
            <a:r>
              <a:rPr lang="en-US" sz="160" dirty="0" err="1"/>
              <a:t>prev</a:t>
            </a:r>
            <a:r>
              <a:rPr lang="en-US" sz="160" dirty="0"/>
              <a:t>, [name]: value }));</a:t>
            </a:r>
          </a:p>
          <a:p>
            <a:pPr marL="0" indent="0">
              <a:buNone/>
            </a:pPr>
            <a:r>
              <a:rPr lang="en-US" sz="160" dirty="0"/>
              <a:t>  };</a:t>
            </a:r>
          </a:p>
          <a:p>
            <a:pPr marL="0" indent="0">
              <a:buNone/>
            </a:pPr>
            <a:br>
              <a:rPr lang="en-US" sz="160" dirty="0"/>
            </a:br>
            <a:r>
              <a:rPr lang="en-US" sz="160" dirty="0"/>
              <a:t>  const </a:t>
            </a:r>
            <a:r>
              <a:rPr lang="en-US" sz="160" dirty="0" err="1"/>
              <a:t>logoUrl</a:t>
            </a:r>
            <a:r>
              <a:rPr lang="en-US" sz="160" dirty="0"/>
              <a:t> = values.id</a:t>
            </a:r>
          </a:p>
          <a:p>
            <a:pPr marL="0" indent="0">
              <a:buNone/>
            </a:pPr>
            <a:r>
              <a:rPr lang="en-US" sz="160" dirty="0"/>
              <a:t>    ? `/</a:t>
            </a:r>
            <a:r>
              <a:rPr lang="en-US" sz="160" dirty="0" err="1"/>
              <a:t>api</a:t>
            </a:r>
            <a:r>
              <a:rPr lang="en-US" sz="160" dirty="0"/>
              <a:t>/shops/logo/${values.id}?${new Date().</a:t>
            </a:r>
            <a:r>
              <a:rPr lang="en-US" sz="160" dirty="0" err="1"/>
              <a:t>getTime</a:t>
            </a:r>
            <a:r>
              <a:rPr lang="en-US" sz="160" dirty="0"/>
              <a:t>()}`</a:t>
            </a:r>
          </a:p>
          <a:p>
            <a:pPr marL="0" indent="0">
              <a:buNone/>
            </a:pPr>
            <a:r>
              <a:rPr lang="en-US" sz="160" dirty="0"/>
              <a:t>    : "/</a:t>
            </a:r>
            <a:r>
              <a:rPr lang="en-US" sz="160" dirty="0" err="1"/>
              <a:t>api</a:t>
            </a:r>
            <a:r>
              <a:rPr lang="en-US" sz="160" dirty="0"/>
              <a:t>/shops/</a:t>
            </a:r>
            <a:r>
              <a:rPr lang="en-US" sz="160" dirty="0" err="1"/>
              <a:t>defaultphoto</a:t>
            </a:r>
            <a:r>
              <a:rPr lang="en-US" sz="160" dirty="0"/>
              <a:t>";</a:t>
            </a:r>
          </a:p>
          <a:p>
            <a:pPr marL="0" indent="0">
              <a:buNone/>
            </a:pPr>
            <a:br>
              <a:rPr lang="en-US" sz="160" dirty="0"/>
            </a:br>
            <a:r>
              <a:rPr lang="en-US" sz="160" dirty="0"/>
              <a:t>  if (</a:t>
            </a:r>
            <a:r>
              <a:rPr lang="en-US" sz="160" dirty="0" err="1"/>
              <a:t>values.redirect</a:t>
            </a:r>
            <a:r>
              <a:rPr lang="en-US" sz="160" dirty="0"/>
              <a:t>) {</a:t>
            </a:r>
          </a:p>
          <a:p>
            <a:pPr marL="0" indent="0">
              <a:buNone/>
            </a:pPr>
            <a:r>
              <a:rPr lang="en-US" sz="160" dirty="0"/>
              <a:t>    return &lt;Navigate to="/seller/shops" /&gt;;</a:t>
            </a:r>
          </a:p>
          <a:p>
            <a:pPr marL="0" indent="0">
              <a:buNone/>
            </a:pPr>
            <a:r>
              <a:rPr lang="en-US" sz="160" dirty="0"/>
              <a:t>  }</a:t>
            </a:r>
          </a:p>
          <a:p>
            <a:pPr marL="0" indent="0">
              <a:buNone/>
            </a:pPr>
            <a:br>
              <a:rPr lang="en-US" sz="160" dirty="0"/>
            </a:br>
            <a:r>
              <a:rPr lang="en-US" sz="160" dirty="0"/>
              <a:t>  return (</a:t>
            </a:r>
          </a:p>
          <a:p>
            <a:pPr marL="0" indent="0">
              <a:buNone/>
            </a:pPr>
            <a:r>
              <a:rPr lang="en-US" sz="160" dirty="0"/>
              <a:t>    &lt;Grid container spacing={8} </a:t>
            </a:r>
            <a:r>
              <a:rPr lang="en-US" sz="160" dirty="0" err="1"/>
              <a:t>sx</a:t>
            </a:r>
            <a:r>
              <a:rPr lang="en-US" sz="160" dirty="0"/>
              <a:t>={{ </a:t>
            </a:r>
            <a:r>
              <a:rPr lang="en-US" sz="160" dirty="0" err="1"/>
              <a:t>flexGrow</a:t>
            </a:r>
            <a:r>
              <a:rPr lang="en-US" sz="160" dirty="0"/>
              <a:t>: 1, m: 4 }}&gt;</a:t>
            </a:r>
          </a:p>
          <a:p>
            <a:pPr marL="0" indent="0">
              <a:buNone/>
            </a:pPr>
            <a:r>
              <a:rPr lang="en-US" sz="160" dirty="0"/>
              <a:t>      &lt;Grid item </a:t>
            </a:r>
            <a:r>
              <a:rPr lang="en-US" sz="160" dirty="0" err="1"/>
              <a:t>xs</a:t>
            </a:r>
            <a:r>
              <a:rPr lang="en-US" sz="160" dirty="0"/>
              <a:t>={12} </a:t>
            </a:r>
            <a:r>
              <a:rPr lang="en-US" sz="160" dirty="0" err="1"/>
              <a:t>sm</a:t>
            </a:r>
            <a:r>
              <a:rPr lang="en-US" sz="160" dirty="0"/>
              <a:t>={6}&gt;</a:t>
            </a:r>
          </a:p>
          <a:p>
            <a:pPr marL="0" indent="0">
              <a:buNone/>
            </a:pPr>
            <a:r>
              <a:rPr lang="en-US" sz="160" dirty="0"/>
              <a:t>        &lt;Card </a:t>
            </a:r>
            <a:r>
              <a:rPr lang="en-US" sz="160" dirty="0" err="1"/>
              <a:t>sx</a:t>
            </a:r>
            <a:r>
              <a:rPr lang="en-US" sz="160" dirty="0"/>
              <a:t>={{ </a:t>
            </a:r>
            <a:r>
              <a:rPr lang="en-US" sz="160" dirty="0" err="1"/>
              <a:t>textAlign</a:t>
            </a:r>
            <a:r>
              <a:rPr lang="en-US" sz="160" dirty="0"/>
              <a:t>: "center", pb: 2 }}&gt;</a:t>
            </a:r>
          </a:p>
          <a:p>
            <a:pPr marL="0" indent="0">
              <a:buNone/>
            </a:pPr>
            <a:r>
              <a:rPr lang="en-US" sz="160" dirty="0"/>
              <a:t>          &lt;</a:t>
            </a:r>
            <a:r>
              <a:rPr lang="en-US" sz="160" dirty="0" err="1"/>
              <a:t>CardContent</a:t>
            </a:r>
            <a:r>
              <a:rPr lang="en-US" sz="160" dirty="0"/>
              <a:t>&gt;</a:t>
            </a:r>
          </a:p>
          <a:p>
            <a:pPr marL="0" indent="0">
              <a:buNone/>
            </a:pPr>
            <a:r>
              <a:rPr lang="en-US" sz="160" dirty="0"/>
              <a:t>            &lt;Typography</a:t>
            </a:r>
          </a:p>
          <a:p>
            <a:pPr marL="0" indent="0">
              <a:buNone/>
            </a:pPr>
            <a:r>
              <a:rPr lang="en-US" sz="160" dirty="0"/>
              <a:t>              variant="h6"</a:t>
            </a:r>
          </a:p>
          <a:p>
            <a:pPr marL="0" indent="0">
              <a:buNone/>
            </a:pPr>
            <a:r>
              <a:rPr lang="en-US" sz="160" dirty="0"/>
              <a:t>              component="h2"</a:t>
            </a:r>
          </a:p>
          <a:p>
            <a:pPr marL="0" indent="0">
              <a:buNone/>
            </a:pPr>
            <a:r>
              <a:rPr lang="en-US" sz="160" dirty="0"/>
              <a:t>              </a:t>
            </a:r>
            <a:r>
              <a:rPr lang="en-US" sz="160" dirty="0" err="1"/>
              <a:t>sx</a:t>
            </a:r>
            <a:r>
              <a:rPr lang="en-US" sz="160" dirty="0"/>
              <a:t>={{ mt: 2, color: </a:t>
            </a:r>
            <a:r>
              <a:rPr lang="en-US" sz="160" dirty="0" err="1"/>
              <a:t>theme.palette.primary.main</a:t>
            </a:r>
            <a:r>
              <a:rPr lang="en-US" sz="160" dirty="0"/>
              <a:t> }}</a:t>
            </a:r>
          </a:p>
          <a:p>
            <a:pPr marL="0" indent="0">
              <a:buNone/>
            </a:pPr>
            <a:r>
              <a:rPr lang="en-US" sz="160" dirty="0"/>
              <a:t>            &gt;</a:t>
            </a:r>
          </a:p>
          <a:p>
            <a:pPr marL="0" indent="0">
              <a:buNone/>
            </a:pPr>
            <a:r>
              <a:rPr lang="en-US" sz="160" dirty="0"/>
              <a:t>              Edit Shop</a:t>
            </a:r>
          </a:p>
          <a:p>
            <a:pPr marL="0" indent="0">
              <a:buNone/>
            </a:pPr>
            <a:r>
              <a:rPr lang="en-US" sz="160" dirty="0"/>
              <a:t>            &lt;/Typography&gt;</a:t>
            </a:r>
          </a:p>
          <a:p>
            <a:pPr marL="0" indent="0">
              <a:buNone/>
            </a:pPr>
            <a:br>
              <a:rPr lang="en-US" sz="160" dirty="0"/>
            </a:br>
            <a:r>
              <a:rPr lang="en-US" sz="160" dirty="0"/>
              <a:t>            &lt;Avatar</a:t>
            </a:r>
          </a:p>
          <a:p>
            <a:pPr marL="0" indent="0">
              <a:buNone/>
            </a:pPr>
            <a:r>
              <a:rPr lang="en-US" sz="160" dirty="0"/>
              <a:t>              </a:t>
            </a:r>
            <a:r>
              <a:rPr lang="en-US" sz="160" dirty="0" err="1"/>
              <a:t>src</a:t>
            </a:r>
            <a:r>
              <a:rPr lang="en-US" sz="160" dirty="0"/>
              <a:t>={</a:t>
            </a:r>
            <a:r>
              <a:rPr lang="en-US" sz="160" dirty="0" err="1"/>
              <a:t>logoUrl</a:t>
            </a:r>
            <a:r>
              <a:rPr lang="en-US" sz="160" dirty="0"/>
              <a:t>}</a:t>
            </a:r>
          </a:p>
          <a:p>
            <a:pPr marL="0" indent="0">
              <a:buNone/>
            </a:pPr>
            <a:r>
              <a:rPr lang="en-US" sz="160" dirty="0"/>
              <a:t>              </a:t>
            </a:r>
            <a:r>
              <a:rPr lang="en-US" sz="160" dirty="0" err="1"/>
              <a:t>sx</a:t>
            </a:r>
            <a:r>
              <a:rPr lang="en-US" sz="160" dirty="0"/>
              <a:t>={{ width: 60, height: 60, mx: "auto", my: 2 }}</a:t>
            </a:r>
          </a:p>
          <a:p>
            <a:pPr marL="0" indent="0">
              <a:buNone/>
            </a:pPr>
            <a:r>
              <a:rPr lang="en-US" sz="160" dirty="0"/>
              <a:t>            /&gt;</a:t>
            </a:r>
          </a:p>
          <a:p>
            <a:pPr marL="0" indent="0">
              <a:buNone/>
            </a:pPr>
            <a:br>
              <a:rPr lang="en-US" sz="160" dirty="0"/>
            </a:br>
            <a:r>
              <a:rPr lang="en-US" sz="160" dirty="0"/>
              <a:t>            &lt;input</a:t>
            </a:r>
          </a:p>
          <a:p>
            <a:pPr marL="0" indent="0">
              <a:buNone/>
            </a:pPr>
            <a:r>
              <a:rPr lang="en-US" sz="160" dirty="0"/>
              <a:t>              accept="image/*"</a:t>
            </a:r>
          </a:p>
          <a:p>
            <a:pPr marL="0" indent="0">
              <a:buNone/>
            </a:pPr>
            <a:r>
              <a:rPr lang="en-US" sz="160" dirty="0"/>
              <a:t>              </a:t>
            </a:r>
            <a:r>
              <a:rPr lang="en-US" sz="160" dirty="0" err="1"/>
              <a:t>onChange</a:t>
            </a:r>
            <a:r>
              <a:rPr lang="en-US" sz="160" dirty="0"/>
              <a:t>={</a:t>
            </a:r>
            <a:r>
              <a:rPr lang="en-US" sz="160" dirty="0" err="1"/>
              <a:t>handleChange</a:t>
            </a:r>
            <a:r>
              <a:rPr lang="en-US" sz="160" dirty="0"/>
              <a:t>("image")}</a:t>
            </a:r>
          </a:p>
          <a:p>
            <a:pPr marL="0" indent="0">
              <a:buNone/>
            </a:pPr>
            <a:r>
              <a:rPr lang="en-US" sz="160" dirty="0"/>
              <a:t>              id="icon-button-file"</a:t>
            </a:r>
          </a:p>
          <a:p>
            <a:pPr marL="0" indent="0">
              <a:buNone/>
            </a:pPr>
            <a:r>
              <a:rPr lang="en-US" sz="160" dirty="0"/>
              <a:t>              type="file"</a:t>
            </a:r>
          </a:p>
          <a:p>
            <a:pPr marL="0" indent="0">
              <a:buNone/>
            </a:pPr>
            <a:r>
              <a:rPr lang="en-US" sz="160" dirty="0"/>
              <a:t>              style={{ display: "none" }}</a:t>
            </a:r>
          </a:p>
          <a:p>
            <a:pPr marL="0" indent="0">
              <a:buNone/>
            </a:pPr>
            <a:r>
              <a:rPr lang="en-US" sz="160" dirty="0"/>
              <a:t>            /&gt;</a:t>
            </a:r>
          </a:p>
          <a:p>
            <a:pPr marL="0" indent="0">
              <a:buNone/>
            </a:pPr>
            <a:r>
              <a:rPr lang="en-US" sz="160" dirty="0"/>
              <a:t>            &lt;label </a:t>
            </a:r>
            <a:r>
              <a:rPr lang="en-US" sz="160" dirty="0" err="1"/>
              <a:t>htmlFor</a:t>
            </a:r>
            <a:r>
              <a:rPr lang="en-US" sz="160" dirty="0"/>
              <a:t>="icon-button-file"&gt;</a:t>
            </a:r>
          </a:p>
          <a:p>
            <a:pPr marL="0" indent="0">
              <a:buNone/>
            </a:pPr>
            <a:r>
              <a:rPr lang="en-US" sz="160" dirty="0"/>
              <a:t>              &lt;Button</a:t>
            </a:r>
          </a:p>
          <a:p>
            <a:pPr marL="0" indent="0">
              <a:buNone/>
            </a:pPr>
            <a:r>
              <a:rPr lang="en-US" sz="160" dirty="0"/>
              <a:t>                variant="contained"</a:t>
            </a:r>
          </a:p>
          <a:p>
            <a:pPr marL="0" indent="0">
              <a:buNone/>
            </a:pPr>
            <a:r>
              <a:rPr lang="en-US" sz="160" dirty="0"/>
              <a:t>                component="span"</a:t>
            </a:r>
          </a:p>
          <a:p>
            <a:pPr marL="0" indent="0">
              <a:buNone/>
            </a:pPr>
            <a:r>
              <a:rPr lang="en-US" sz="160" dirty="0"/>
              <a:t>                </a:t>
            </a:r>
            <a:r>
              <a:rPr lang="en-US" sz="160" dirty="0" err="1"/>
              <a:t>startIcon</a:t>
            </a:r>
            <a:r>
              <a:rPr lang="en-US" sz="160" dirty="0"/>
              <a:t>={&lt;</a:t>
            </a:r>
            <a:r>
              <a:rPr lang="en-US" sz="160" dirty="0" err="1"/>
              <a:t>AddPhotoAlternateIcon</a:t>
            </a:r>
            <a:r>
              <a:rPr lang="en-US" sz="160" dirty="0"/>
              <a:t> /&gt;}</a:t>
            </a:r>
          </a:p>
          <a:p>
            <a:pPr marL="0" indent="0">
              <a:buNone/>
            </a:pPr>
            <a:r>
              <a:rPr lang="en-US" sz="160" dirty="0"/>
              <a:t>              &gt;</a:t>
            </a:r>
          </a:p>
          <a:p>
            <a:pPr marL="0" indent="0">
              <a:buNone/>
            </a:pPr>
            <a:r>
              <a:rPr lang="en-US" sz="160" dirty="0"/>
              <a:t>                Change Logo</a:t>
            </a:r>
          </a:p>
          <a:p>
            <a:pPr marL="0" indent="0">
              <a:buNone/>
            </a:pPr>
            <a:r>
              <a:rPr lang="en-US" sz="160" dirty="0"/>
              <a:t>              &lt;/Button&gt;</a:t>
            </a:r>
          </a:p>
          <a:p>
            <a:pPr marL="0" indent="0">
              <a:buNone/>
            </a:pPr>
            <a:r>
              <a:rPr lang="en-US" sz="160" dirty="0"/>
              <a:t>            &lt;/label&gt;</a:t>
            </a:r>
          </a:p>
          <a:p>
            <a:pPr marL="0" indent="0">
              <a:buNone/>
            </a:pPr>
            <a:r>
              <a:rPr lang="en-US" sz="160" dirty="0"/>
              <a:t>            &lt;span style={{ </a:t>
            </a:r>
            <a:r>
              <a:rPr lang="en-US" sz="160" dirty="0" err="1"/>
              <a:t>marginLeft</a:t>
            </a:r>
            <a:r>
              <a:rPr lang="en-US" sz="160" dirty="0"/>
              <a:t>: "10px" }}&gt;</a:t>
            </a:r>
          </a:p>
          <a:p>
            <a:pPr marL="0" indent="0">
              <a:buNone/>
            </a:pPr>
            <a:r>
              <a:rPr lang="en-US" sz="160" dirty="0"/>
              <a:t>              {</a:t>
            </a:r>
            <a:r>
              <a:rPr lang="en-US" sz="160" dirty="0" err="1"/>
              <a:t>values.image</a:t>
            </a:r>
            <a:r>
              <a:rPr lang="en-US" sz="160" dirty="0"/>
              <a:t> ? values.image.name : ""}</a:t>
            </a:r>
          </a:p>
          <a:p>
            <a:pPr marL="0" indent="0">
              <a:buNone/>
            </a:pPr>
            <a:r>
              <a:rPr lang="en-US" sz="160" dirty="0"/>
              <a:t>            &lt;/span&gt;</a:t>
            </a:r>
          </a:p>
          <a:p>
            <a:pPr marL="0" indent="0">
              <a:buNone/>
            </a:pPr>
            <a:br>
              <a:rPr lang="en-US" sz="160" dirty="0"/>
            </a:br>
            <a:r>
              <a:rPr lang="en-US" sz="160" dirty="0"/>
              <a:t>            &lt;</a:t>
            </a:r>
            <a:r>
              <a:rPr lang="en-US" sz="160" dirty="0" err="1"/>
              <a:t>TextField</a:t>
            </a:r>
            <a:endParaRPr lang="en-US" sz="160" dirty="0"/>
          </a:p>
          <a:p>
            <a:pPr marL="0" indent="0">
              <a:buNone/>
            </a:pPr>
            <a:r>
              <a:rPr lang="en-US" sz="160" dirty="0"/>
              <a:t>              id="name"</a:t>
            </a:r>
          </a:p>
          <a:p>
            <a:pPr marL="0" indent="0">
              <a:buNone/>
            </a:pPr>
            <a:r>
              <a:rPr lang="en-US" sz="160" dirty="0"/>
              <a:t>              label="Name"</a:t>
            </a:r>
          </a:p>
          <a:p>
            <a:pPr marL="0" indent="0">
              <a:buNone/>
            </a:pPr>
            <a:r>
              <a:rPr lang="en-US" sz="160" dirty="0"/>
              <a:t>              value={values.name}</a:t>
            </a:r>
          </a:p>
          <a:p>
            <a:pPr marL="0" indent="0">
              <a:buNone/>
            </a:pPr>
            <a:r>
              <a:rPr lang="en-US" sz="160" dirty="0"/>
              <a:t>              </a:t>
            </a:r>
            <a:r>
              <a:rPr lang="en-US" sz="160" dirty="0" err="1"/>
              <a:t>onChange</a:t>
            </a:r>
            <a:r>
              <a:rPr lang="en-US" sz="160" dirty="0"/>
              <a:t>={</a:t>
            </a:r>
            <a:r>
              <a:rPr lang="en-US" sz="160" dirty="0" err="1"/>
              <a:t>handleChange</a:t>
            </a:r>
            <a:r>
              <a:rPr lang="en-US" sz="160" dirty="0"/>
              <a:t>("name")}</a:t>
            </a:r>
          </a:p>
          <a:p>
            <a:pPr marL="0" indent="0">
              <a:buNone/>
            </a:pPr>
            <a:r>
              <a:rPr lang="en-US" sz="160" dirty="0"/>
              <a:t>              margin="normal"</a:t>
            </a:r>
          </a:p>
          <a:p>
            <a:pPr marL="0" indent="0">
              <a:buNone/>
            </a:pPr>
            <a:r>
              <a:rPr lang="en-US" sz="160" dirty="0"/>
              <a:t>              </a:t>
            </a:r>
            <a:r>
              <a:rPr lang="en-US" sz="160" dirty="0" err="1"/>
              <a:t>sx</a:t>
            </a:r>
            <a:r>
              <a:rPr lang="en-US" sz="160" dirty="0"/>
              <a:t>={{ my: 2, width: 400 }}</a:t>
            </a:r>
          </a:p>
          <a:p>
            <a:pPr marL="0" indent="0">
              <a:buNone/>
            </a:pPr>
            <a:r>
              <a:rPr lang="en-US" sz="160" dirty="0"/>
              <a:t>            /&gt;</a:t>
            </a:r>
          </a:p>
          <a:p>
            <a:pPr marL="0" indent="0">
              <a:buNone/>
            </a:pPr>
            <a:br>
              <a:rPr lang="en-US" sz="160" dirty="0"/>
            </a:br>
            <a:r>
              <a:rPr lang="en-US" sz="160" dirty="0"/>
              <a:t>            &lt;</a:t>
            </a:r>
            <a:r>
              <a:rPr lang="en-US" sz="160" dirty="0" err="1"/>
              <a:t>TextField</a:t>
            </a:r>
            <a:endParaRPr lang="en-US" sz="160" dirty="0"/>
          </a:p>
          <a:p>
            <a:pPr marL="0" indent="0">
              <a:buNone/>
            </a:pPr>
            <a:r>
              <a:rPr lang="en-US" sz="160" dirty="0"/>
              <a:t>              id="description"</a:t>
            </a:r>
          </a:p>
          <a:p>
            <a:pPr marL="0" indent="0">
              <a:buNone/>
            </a:pPr>
            <a:r>
              <a:rPr lang="en-US" sz="160" dirty="0"/>
              <a:t>              label="Description"</a:t>
            </a:r>
          </a:p>
          <a:p>
            <a:pPr marL="0" indent="0">
              <a:buNone/>
            </a:pPr>
            <a:r>
              <a:rPr lang="en-US" sz="160" dirty="0"/>
              <a:t>              multiline</a:t>
            </a:r>
          </a:p>
          <a:p>
            <a:pPr marL="0" indent="0">
              <a:buNone/>
            </a:pPr>
            <a:r>
              <a:rPr lang="en-US" sz="160" dirty="0"/>
              <a:t>              rows={3}</a:t>
            </a:r>
          </a:p>
          <a:p>
            <a:pPr marL="0" indent="0">
              <a:buNone/>
            </a:pPr>
            <a:r>
              <a:rPr lang="en-US" sz="160" dirty="0"/>
              <a:t>              value={</a:t>
            </a:r>
            <a:r>
              <a:rPr lang="en-US" sz="160" dirty="0" err="1"/>
              <a:t>values.description</a:t>
            </a:r>
            <a:r>
              <a:rPr lang="en-US" sz="160" dirty="0"/>
              <a:t>}</a:t>
            </a:r>
          </a:p>
          <a:p>
            <a:pPr marL="0" indent="0">
              <a:buNone/>
            </a:pPr>
            <a:r>
              <a:rPr lang="en-US" sz="160" dirty="0"/>
              <a:t>              </a:t>
            </a:r>
            <a:r>
              <a:rPr lang="en-US" sz="160" dirty="0" err="1"/>
              <a:t>onChange</a:t>
            </a:r>
            <a:r>
              <a:rPr lang="en-US" sz="160" dirty="0"/>
              <a:t>={</a:t>
            </a:r>
            <a:r>
              <a:rPr lang="en-US" sz="160" dirty="0" err="1"/>
              <a:t>handleChange</a:t>
            </a:r>
            <a:r>
              <a:rPr lang="en-US" sz="160" dirty="0"/>
              <a:t>("description")}</a:t>
            </a:r>
          </a:p>
          <a:p>
            <a:pPr marL="0" indent="0">
              <a:buNone/>
            </a:pPr>
            <a:r>
              <a:rPr lang="en-US" sz="160" dirty="0"/>
              <a:t>              margin="normal"</a:t>
            </a:r>
          </a:p>
          <a:p>
            <a:pPr marL="0" indent="0">
              <a:buNone/>
            </a:pPr>
            <a:r>
              <a:rPr lang="en-US" sz="160" dirty="0"/>
              <a:t>              </a:t>
            </a:r>
            <a:r>
              <a:rPr lang="en-US" sz="160" dirty="0" err="1"/>
              <a:t>sx</a:t>
            </a:r>
            <a:r>
              <a:rPr lang="en-US" sz="160" dirty="0"/>
              <a:t>={{ my: 2, width: 400 }}</a:t>
            </a:r>
          </a:p>
          <a:p>
            <a:pPr marL="0" indent="0">
              <a:buNone/>
            </a:pPr>
            <a:r>
              <a:rPr lang="en-US" sz="160" dirty="0"/>
              <a:t>            /&gt;</a:t>
            </a:r>
          </a:p>
          <a:p>
            <a:pPr marL="0" indent="0">
              <a:buNone/>
            </a:pPr>
            <a:br>
              <a:rPr lang="en-US" sz="160" dirty="0"/>
            </a:br>
            <a:r>
              <a:rPr lang="en-US" sz="160" dirty="0"/>
              <a:t>            &lt;Typography</a:t>
            </a:r>
          </a:p>
          <a:p>
            <a:pPr marL="0" indent="0">
              <a:buNone/>
            </a:pPr>
            <a:r>
              <a:rPr lang="en-US" sz="160" dirty="0"/>
              <a:t>              variant="subtitle1"</a:t>
            </a:r>
          </a:p>
          <a:p>
            <a:pPr marL="0" indent="0">
              <a:buNone/>
            </a:pPr>
            <a:r>
              <a:rPr lang="en-US" sz="160" dirty="0"/>
              <a:t>              </a:t>
            </a:r>
            <a:r>
              <a:rPr lang="en-US" sz="160" dirty="0" err="1"/>
              <a:t>sx</a:t>
            </a:r>
            <a:r>
              <a:rPr lang="en-US" sz="160" dirty="0"/>
              <a:t>={{ mt: 2, color: </a:t>
            </a:r>
            <a:r>
              <a:rPr lang="en-US" sz="160" dirty="0" err="1"/>
              <a:t>theme.palette.text.secondary</a:t>
            </a:r>
            <a:r>
              <a:rPr lang="en-US" sz="160" dirty="0"/>
              <a:t> }}</a:t>
            </a:r>
          </a:p>
          <a:p>
            <a:pPr marL="0" indent="0">
              <a:buNone/>
            </a:pPr>
            <a:r>
              <a:rPr lang="en-US" sz="160" dirty="0"/>
              <a:t>            &gt;</a:t>
            </a:r>
          </a:p>
          <a:p>
            <a:pPr marL="0" indent="0">
              <a:buNone/>
            </a:pPr>
            <a:r>
              <a:rPr lang="en-US" sz="160" dirty="0"/>
              <a:t>              Owner: {</a:t>
            </a:r>
            <a:r>
              <a:rPr lang="en-US" sz="160" dirty="0" err="1"/>
              <a:t>values.owner</a:t>
            </a:r>
            <a:r>
              <a:rPr lang="en-US" sz="160" dirty="0"/>
              <a:t>}</a:t>
            </a:r>
          </a:p>
          <a:p>
            <a:pPr marL="0" indent="0">
              <a:buNone/>
            </a:pPr>
            <a:r>
              <a:rPr lang="en-US" sz="160" dirty="0"/>
              <a:t>            &lt;/Typography&gt;</a:t>
            </a:r>
          </a:p>
          <a:p>
            <a:pPr marL="0" indent="0">
              <a:buNone/>
            </a:pPr>
            <a:br>
              <a:rPr lang="en-US" sz="160" dirty="0"/>
            </a:br>
            <a:r>
              <a:rPr lang="en-US" sz="160" dirty="0"/>
              <a:t>            {</a:t>
            </a:r>
            <a:r>
              <a:rPr lang="en-US" sz="160" dirty="0" err="1"/>
              <a:t>values.error</a:t>
            </a:r>
            <a:r>
              <a:rPr lang="en-US" sz="160" dirty="0"/>
              <a:t> &amp;&amp; (</a:t>
            </a:r>
          </a:p>
          <a:p>
            <a:pPr marL="0" indent="0">
              <a:buNone/>
            </a:pPr>
            <a:r>
              <a:rPr lang="en-US" sz="160" dirty="0"/>
              <a:t>              &lt;Typography component="p" color="error" </a:t>
            </a:r>
            <a:r>
              <a:rPr lang="en-US" sz="160" dirty="0" err="1"/>
              <a:t>sx</a:t>
            </a:r>
            <a:r>
              <a:rPr lang="en-US" sz="160" dirty="0"/>
              <a:t>={{ mt: 2 }}&gt;</a:t>
            </a:r>
          </a:p>
          <a:p>
            <a:pPr marL="0" indent="0">
              <a:buNone/>
            </a:pPr>
            <a:r>
              <a:rPr lang="en-US" sz="160" dirty="0"/>
              <a:t>                &lt;Icon color="error" </a:t>
            </a:r>
            <a:r>
              <a:rPr lang="en-US" sz="160" dirty="0" err="1"/>
              <a:t>sx</a:t>
            </a:r>
            <a:r>
              <a:rPr lang="en-US" sz="160" dirty="0"/>
              <a:t>={{ </a:t>
            </a:r>
            <a:r>
              <a:rPr lang="en-US" sz="160" dirty="0" err="1"/>
              <a:t>verticalAlign</a:t>
            </a:r>
            <a:r>
              <a:rPr lang="en-US" sz="160" dirty="0"/>
              <a:t>: "middle", </a:t>
            </a:r>
            <a:r>
              <a:rPr lang="en-US" sz="160" dirty="0" err="1"/>
              <a:t>mr</a:t>
            </a:r>
            <a:r>
              <a:rPr lang="en-US" sz="160" dirty="0"/>
              <a:t>: 1 }}&gt;</a:t>
            </a:r>
          </a:p>
          <a:p>
            <a:pPr marL="0" indent="0">
              <a:buNone/>
            </a:pPr>
            <a:r>
              <a:rPr lang="en-US" sz="160" dirty="0"/>
              <a:t>                  error</a:t>
            </a:r>
          </a:p>
          <a:p>
            <a:pPr marL="0" indent="0">
              <a:buNone/>
            </a:pPr>
            <a:r>
              <a:rPr lang="en-US" sz="160" dirty="0"/>
              <a:t>                &lt;/Icon&gt;</a:t>
            </a:r>
          </a:p>
          <a:p>
            <a:pPr marL="0" indent="0">
              <a:buNone/>
            </a:pPr>
            <a:r>
              <a:rPr lang="en-US" sz="160" dirty="0"/>
              <a:t>                {</a:t>
            </a:r>
            <a:r>
              <a:rPr lang="en-US" sz="160" dirty="0" err="1"/>
              <a:t>values.error</a:t>
            </a:r>
            <a:r>
              <a:rPr lang="en-US" sz="160" dirty="0"/>
              <a:t>}</a:t>
            </a:r>
          </a:p>
          <a:p>
            <a:pPr marL="0" indent="0">
              <a:buNone/>
            </a:pPr>
            <a:r>
              <a:rPr lang="en-US" sz="160" dirty="0"/>
              <a:t>              &lt;/Typography&gt;</a:t>
            </a:r>
          </a:p>
          <a:p>
            <a:pPr marL="0" indent="0">
              <a:buNone/>
            </a:pPr>
            <a:r>
              <a:rPr lang="en-US" sz="160" dirty="0"/>
              <a:t>            )}</a:t>
            </a:r>
          </a:p>
          <a:p>
            <a:pPr marL="0" indent="0">
              <a:buNone/>
            </a:pPr>
            <a:r>
              <a:rPr lang="en-US" sz="160" dirty="0"/>
              <a:t>          &lt;/</a:t>
            </a:r>
            <a:r>
              <a:rPr lang="en-US" sz="160" dirty="0" err="1"/>
              <a:t>CardContent</a:t>
            </a:r>
            <a:r>
              <a:rPr lang="en-US" sz="160" dirty="0"/>
              <a:t>&gt;</a:t>
            </a:r>
          </a:p>
          <a:p>
            <a:pPr marL="0" indent="0">
              <a:buNone/>
            </a:pPr>
            <a:br>
              <a:rPr lang="en-US" sz="160" dirty="0"/>
            </a:br>
            <a:r>
              <a:rPr lang="en-US" sz="160" dirty="0"/>
              <a:t>          &lt;</a:t>
            </a:r>
            <a:r>
              <a:rPr lang="en-US" sz="160" dirty="0" err="1"/>
              <a:t>CardActions</a:t>
            </a:r>
            <a:r>
              <a:rPr lang="en-US" sz="160" dirty="0"/>
              <a:t> </a:t>
            </a:r>
            <a:r>
              <a:rPr lang="en-US" sz="160" dirty="0" err="1"/>
              <a:t>sx</a:t>
            </a:r>
            <a:r>
              <a:rPr lang="en-US" sz="160" dirty="0"/>
              <a:t>={{ </a:t>
            </a:r>
            <a:r>
              <a:rPr lang="en-US" sz="160" dirty="0" err="1"/>
              <a:t>justifyContent</a:t>
            </a:r>
            <a:r>
              <a:rPr lang="en-US" sz="160" dirty="0"/>
              <a:t>: "center" }}&gt;</a:t>
            </a:r>
          </a:p>
          <a:p>
            <a:pPr marL="0" indent="0">
              <a:buNone/>
            </a:pPr>
            <a:r>
              <a:rPr lang="en-US" sz="160" dirty="0"/>
              <a:t>            &lt;Button</a:t>
            </a:r>
          </a:p>
          <a:p>
            <a:pPr marL="0" indent="0">
              <a:buNone/>
            </a:pPr>
            <a:r>
              <a:rPr lang="en-US" sz="160" dirty="0"/>
              <a:t>              color="primary"</a:t>
            </a:r>
          </a:p>
          <a:p>
            <a:pPr marL="0" indent="0">
              <a:buNone/>
            </a:pPr>
            <a:r>
              <a:rPr lang="en-US" sz="160" dirty="0"/>
              <a:t>              variant="contained"</a:t>
            </a:r>
          </a:p>
          <a:p>
            <a:pPr marL="0" indent="0">
              <a:buNone/>
            </a:pPr>
            <a:r>
              <a:rPr lang="en-US" sz="160" dirty="0"/>
              <a:t>              </a:t>
            </a:r>
            <a:r>
              <a:rPr lang="en-US" sz="160" dirty="0" err="1"/>
              <a:t>onClick</a:t>
            </a:r>
            <a:r>
              <a:rPr lang="en-US" sz="160" dirty="0"/>
              <a:t>={</a:t>
            </a:r>
            <a:r>
              <a:rPr lang="en-US" sz="160" dirty="0" err="1"/>
              <a:t>clickSubmit</a:t>
            </a:r>
            <a:r>
              <a:rPr lang="en-US" sz="160" dirty="0"/>
              <a:t>}</a:t>
            </a:r>
          </a:p>
          <a:p>
            <a:pPr marL="0" indent="0">
              <a:buNone/>
            </a:pPr>
            <a:r>
              <a:rPr lang="en-US" sz="160" dirty="0"/>
              <a:t>              </a:t>
            </a:r>
            <a:r>
              <a:rPr lang="en-US" sz="160" dirty="0" err="1"/>
              <a:t>sx</a:t>
            </a:r>
            <a:r>
              <a:rPr lang="en-US" sz="160" dirty="0"/>
              <a:t>={{ mb: 2 }}</a:t>
            </a:r>
          </a:p>
          <a:p>
            <a:pPr marL="0" indent="0">
              <a:buNone/>
            </a:pPr>
            <a:r>
              <a:rPr lang="en-US" sz="160" dirty="0"/>
              <a:t>            &gt;</a:t>
            </a:r>
          </a:p>
          <a:p>
            <a:pPr marL="0" indent="0">
              <a:buNone/>
            </a:pPr>
            <a:r>
              <a:rPr lang="en-US" sz="160" dirty="0"/>
              <a:t>              Update</a:t>
            </a:r>
          </a:p>
          <a:p>
            <a:pPr marL="0" indent="0">
              <a:buNone/>
            </a:pPr>
            <a:r>
              <a:rPr lang="en-US" sz="160" dirty="0"/>
              <a:t>            &lt;/Button&gt;</a:t>
            </a:r>
          </a:p>
          <a:p>
            <a:pPr marL="0" indent="0">
              <a:buNone/>
            </a:pPr>
            <a:r>
              <a:rPr lang="en-US" sz="160" dirty="0"/>
              <a:t>          &lt;/</a:t>
            </a:r>
            <a:r>
              <a:rPr lang="en-US" sz="160" dirty="0" err="1"/>
              <a:t>CardActions</a:t>
            </a:r>
            <a:r>
              <a:rPr lang="en-US" sz="160" dirty="0"/>
              <a:t>&gt;</a:t>
            </a:r>
          </a:p>
          <a:p>
            <a:pPr marL="0" indent="0">
              <a:buNone/>
            </a:pPr>
            <a:r>
              <a:rPr lang="en-US" sz="160" dirty="0"/>
              <a:t>        &lt;/Card&gt;</a:t>
            </a:r>
          </a:p>
          <a:p>
            <a:pPr marL="0" indent="0">
              <a:buNone/>
            </a:pPr>
            <a:r>
              <a:rPr lang="en-US" sz="160" dirty="0"/>
              <a:t>      &lt;/Grid&gt;</a:t>
            </a:r>
          </a:p>
          <a:p>
            <a:pPr marL="0" indent="0">
              <a:buNone/>
            </a:pPr>
            <a:r>
              <a:rPr lang="en-US" sz="160" dirty="0">
                <a:highlight>
                  <a:srgbClr val="FFFF00"/>
                </a:highlight>
              </a:rPr>
              <a:t>      &lt;Grid item </a:t>
            </a:r>
            <a:r>
              <a:rPr lang="en-US" sz="160" dirty="0" err="1">
                <a:highlight>
                  <a:srgbClr val="FFFF00"/>
                </a:highlight>
              </a:rPr>
              <a:t>xs</a:t>
            </a:r>
            <a:r>
              <a:rPr lang="en-US" sz="160" dirty="0">
                <a:highlight>
                  <a:srgbClr val="FFFF00"/>
                </a:highlight>
              </a:rPr>
              <a:t>={6} </a:t>
            </a:r>
            <a:r>
              <a:rPr lang="en-US" sz="160" dirty="0" err="1">
                <a:highlight>
                  <a:srgbClr val="FFFF00"/>
                </a:highlight>
              </a:rPr>
              <a:t>sm</a:t>
            </a:r>
            <a:r>
              <a:rPr lang="en-US" sz="160" dirty="0">
                <a:highlight>
                  <a:srgbClr val="FFFF00"/>
                </a:highlight>
              </a:rPr>
              <a:t>={6}&gt;</a:t>
            </a:r>
          </a:p>
          <a:p>
            <a:pPr marL="0" indent="0">
              <a:buNone/>
            </a:pPr>
            <a:r>
              <a:rPr lang="en-US" sz="160" dirty="0">
                <a:highlight>
                  <a:srgbClr val="FFFF00"/>
                </a:highlight>
              </a:rPr>
              <a:t>        &lt;</a:t>
            </a:r>
            <a:r>
              <a:rPr lang="en-US" sz="160" dirty="0" err="1">
                <a:highlight>
                  <a:srgbClr val="FFFF00"/>
                </a:highlight>
              </a:rPr>
              <a:t>MyProducts</a:t>
            </a:r>
            <a:r>
              <a:rPr lang="en-US" sz="160" dirty="0">
                <a:highlight>
                  <a:srgbClr val="FFFF00"/>
                </a:highlight>
              </a:rPr>
              <a:t> </a:t>
            </a:r>
            <a:r>
              <a:rPr lang="en-US" sz="160" dirty="0" err="1">
                <a:highlight>
                  <a:srgbClr val="FFFF00"/>
                </a:highlight>
              </a:rPr>
              <a:t>shopId</a:t>
            </a:r>
            <a:r>
              <a:rPr lang="en-US" sz="160" dirty="0">
                <a:highlight>
                  <a:srgbClr val="FFFF00"/>
                </a:highlight>
              </a:rPr>
              <a:t>={</a:t>
            </a:r>
            <a:r>
              <a:rPr lang="en-US" sz="160" dirty="0" err="1">
                <a:highlight>
                  <a:srgbClr val="FFFF00"/>
                </a:highlight>
              </a:rPr>
              <a:t>params.shopId</a:t>
            </a:r>
            <a:r>
              <a:rPr lang="en-US" sz="160" dirty="0">
                <a:highlight>
                  <a:srgbClr val="FFFF00"/>
                </a:highlight>
              </a:rPr>
              <a:t>} /&gt;</a:t>
            </a:r>
          </a:p>
          <a:p>
            <a:pPr marL="0" indent="0">
              <a:buNone/>
            </a:pPr>
            <a:r>
              <a:rPr lang="en-US" sz="160" dirty="0">
                <a:highlight>
                  <a:srgbClr val="FFFF00"/>
                </a:highlight>
              </a:rPr>
              <a:t>      &lt;/Grid&gt;</a:t>
            </a:r>
          </a:p>
          <a:p>
            <a:pPr marL="0" indent="0">
              <a:buNone/>
            </a:pPr>
            <a:r>
              <a:rPr lang="en-US" sz="160" dirty="0"/>
              <a:t>    &lt;/Grid&gt;</a:t>
            </a:r>
          </a:p>
          <a:p>
            <a:pPr marL="0" indent="0">
              <a:buNone/>
            </a:pPr>
            <a:r>
              <a:rPr lang="en-US" sz="160" dirty="0"/>
              <a:t>  );</a:t>
            </a:r>
          </a:p>
          <a:p>
            <a:pPr marL="0" indent="0">
              <a:buNone/>
            </a:pPr>
            <a:r>
              <a:rPr lang="en-US" sz="160" dirty="0"/>
              <a:t>}</a:t>
            </a:r>
          </a:p>
          <a:p>
            <a:pPr marL="0" indent="0">
              <a:buNone/>
            </a:pPr>
            <a:endParaRPr lang="en-US" sz="160" dirty="0"/>
          </a:p>
        </p:txBody>
      </p:sp>
      <p:sp>
        <p:nvSpPr>
          <p:cNvPr id="4" name="Date Placeholder 3">
            <a:extLst>
              <a:ext uri="{FF2B5EF4-FFF2-40B4-BE49-F238E27FC236}">
                <a16:creationId xmlns:a16="http://schemas.microsoft.com/office/drawing/2014/main" id="{2A9DD873-14A9-C419-A765-24DA22241493}"/>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E17BDE8-E928-EFBB-363A-C21979195F2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ECCB70C-BBA9-D4FB-674F-E37D934C31C0}"/>
              </a:ext>
            </a:extLst>
          </p:cNvPr>
          <p:cNvSpPr>
            <a:spLocks noGrp="1"/>
          </p:cNvSpPr>
          <p:nvPr>
            <p:ph type="sldNum" sz="quarter" idx="12"/>
          </p:nvPr>
        </p:nvSpPr>
        <p:spPr/>
        <p:txBody>
          <a:bodyPr/>
          <a:lstStyle/>
          <a:p>
            <a:fld id="{7C5CF243-786F-4254-B068-4C9F0B6EA12F}" type="slidenum">
              <a:rPr lang="en-US" altLang="en-US" smtClean="0"/>
              <a:pPr/>
              <a:t>89</a:t>
            </a:fld>
            <a:endParaRPr lang="en-US" altLang="en-US"/>
          </a:p>
        </p:txBody>
      </p:sp>
    </p:spTree>
    <p:extLst>
      <p:ext uri="{BB962C8B-B14F-4D97-AF65-F5344CB8AC3E}">
        <p14:creationId xmlns:p14="http://schemas.microsoft.com/office/powerpoint/2010/main" val="9827210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32E5-89D5-5A55-C0F7-54E009771A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D3B106-712C-461D-9F4A-B3EBDC407A47}"/>
              </a:ext>
            </a:extLst>
          </p:cNvPr>
          <p:cNvSpPr>
            <a:spLocks noGrp="1"/>
          </p:cNvSpPr>
          <p:nvPr>
            <p:ph idx="1"/>
          </p:nvPr>
        </p:nvSpPr>
        <p:spPr/>
        <p:txBody>
          <a:bodyPr/>
          <a:lstStyle/>
          <a:p>
            <a:r>
              <a:rPr lang="en-US" dirty="0"/>
              <a:t>Add new and edit product and route in </a:t>
            </a:r>
            <a:r>
              <a:rPr lang="en-US" dirty="0" err="1"/>
              <a:t>MainRouter</a:t>
            </a:r>
            <a:r>
              <a:rPr lang="en-US" dirty="0"/>
              <a:t>.</a:t>
            </a:r>
          </a:p>
        </p:txBody>
      </p:sp>
      <p:sp>
        <p:nvSpPr>
          <p:cNvPr id="4" name="Date Placeholder 3">
            <a:extLst>
              <a:ext uri="{FF2B5EF4-FFF2-40B4-BE49-F238E27FC236}">
                <a16:creationId xmlns:a16="http://schemas.microsoft.com/office/drawing/2014/main" id="{A3CB01FD-6A40-E147-76DC-3818C923E38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54A41F2-3059-3243-32C2-582FB309B4C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BA2DA086-E4F4-68C5-5A2F-E52F013BDAE0}"/>
              </a:ext>
            </a:extLst>
          </p:cNvPr>
          <p:cNvSpPr>
            <a:spLocks noGrp="1"/>
          </p:cNvSpPr>
          <p:nvPr>
            <p:ph type="sldNum" sz="quarter" idx="12"/>
          </p:nvPr>
        </p:nvSpPr>
        <p:spPr/>
        <p:txBody>
          <a:bodyPr/>
          <a:lstStyle/>
          <a:p>
            <a:fld id="{7C5CF243-786F-4254-B068-4C9F0B6EA12F}" type="slidenum">
              <a:rPr lang="en-US" altLang="en-US" smtClean="0"/>
              <a:pPr/>
              <a:t>90</a:t>
            </a:fld>
            <a:endParaRPr lang="en-US" altLang="en-US"/>
          </a:p>
        </p:txBody>
      </p:sp>
    </p:spTree>
    <p:extLst>
      <p:ext uri="{BB962C8B-B14F-4D97-AF65-F5344CB8AC3E}">
        <p14:creationId xmlns:p14="http://schemas.microsoft.com/office/powerpoint/2010/main" val="21256165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A750F-C574-7483-C342-A54C4ACB4D3D}"/>
              </a:ext>
            </a:extLst>
          </p:cNvPr>
          <p:cNvSpPr>
            <a:spLocks noGrp="1"/>
          </p:cNvSpPr>
          <p:nvPr>
            <p:ph type="title"/>
          </p:nvPr>
        </p:nvSpPr>
        <p:spPr/>
        <p:txBody>
          <a:bodyPr/>
          <a:lstStyle/>
          <a:p>
            <a:r>
              <a:rPr lang="en-US" dirty="0"/>
              <a:t>Updated Client/</a:t>
            </a:r>
            <a:r>
              <a:rPr lang="en-US" dirty="0" err="1"/>
              <a:t>MainRouter.jsx</a:t>
            </a:r>
            <a:endParaRPr lang="en-US" dirty="0"/>
          </a:p>
        </p:txBody>
      </p:sp>
      <p:sp>
        <p:nvSpPr>
          <p:cNvPr id="3" name="Content Placeholder 2">
            <a:extLst>
              <a:ext uri="{FF2B5EF4-FFF2-40B4-BE49-F238E27FC236}">
                <a16:creationId xmlns:a16="http://schemas.microsoft.com/office/drawing/2014/main" id="{DC3E754F-292B-A54B-2493-FF07BEB50048}"/>
              </a:ext>
            </a:extLst>
          </p:cNvPr>
          <p:cNvSpPr>
            <a:spLocks noGrp="1"/>
          </p:cNvSpPr>
          <p:nvPr>
            <p:ph idx="1"/>
          </p:nvPr>
        </p:nvSpPr>
        <p:spPr/>
        <p:txBody>
          <a:bodyPr/>
          <a:lstStyle/>
          <a:p>
            <a:pPr marL="0" indent="0">
              <a:buNone/>
            </a:pPr>
            <a:r>
              <a:rPr lang="en-US" sz="310" dirty="0"/>
              <a:t>import React from "react";</a:t>
            </a:r>
          </a:p>
          <a:p>
            <a:pPr marL="0" indent="0">
              <a:buNone/>
            </a:pPr>
            <a:r>
              <a:rPr lang="en-US" sz="310" dirty="0"/>
              <a:t>import { Route, Routes } from "react-router-</a:t>
            </a:r>
            <a:r>
              <a:rPr lang="en-US" sz="310" dirty="0" err="1"/>
              <a:t>dom</a:t>
            </a:r>
            <a:r>
              <a:rPr lang="en-US" sz="310" dirty="0"/>
              <a:t>";</a:t>
            </a:r>
          </a:p>
          <a:p>
            <a:pPr marL="0" indent="0">
              <a:buNone/>
            </a:pPr>
            <a:r>
              <a:rPr lang="en-US" sz="310" dirty="0"/>
              <a:t>import Home from "./core/Home";</a:t>
            </a:r>
          </a:p>
          <a:p>
            <a:pPr marL="0" indent="0">
              <a:buNone/>
            </a:pPr>
            <a:r>
              <a:rPr lang="en-US" sz="310" dirty="0"/>
              <a:t>import Users from "./user/</a:t>
            </a:r>
            <a:r>
              <a:rPr lang="en-US" sz="310" dirty="0" err="1"/>
              <a:t>Users.jsx</a:t>
            </a:r>
            <a:r>
              <a:rPr lang="en-US" sz="310" dirty="0"/>
              <a:t>";</a:t>
            </a:r>
          </a:p>
          <a:p>
            <a:pPr marL="0" indent="0">
              <a:buNone/>
            </a:pPr>
            <a:r>
              <a:rPr lang="en-US" sz="310" dirty="0"/>
              <a:t>import Signup from "./user/</a:t>
            </a:r>
            <a:r>
              <a:rPr lang="en-US" sz="310" dirty="0" err="1"/>
              <a:t>Signup.jsx</a:t>
            </a:r>
            <a:r>
              <a:rPr lang="en-US" sz="310" dirty="0"/>
              <a:t>";</a:t>
            </a:r>
          </a:p>
          <a:p>
            <a:pPr marL="0" indent="0">
              <a:buNone/>
            </a:pPr>
            <a:r>
              <a:rPr lang="en-US" sz="310" dirty="0"/>
              <a:t>import </a:t>
            </a:r>
            <a:r>
              <a:rPr lang="en-US" sz="310" dirty="0" err="1"/>
              <a:t>Signin</a:t>
            </a:r>
            <a:r>
              <a:rPr lang="en-US" sz="310" dirty="0"/>
              <a:t> from "./lib/</a:t>
            </a:r>
            <a:r>
              <a:rPr lang="en-US" sz="310" dirty="0" err="1"/>
              <a:t>Signin.jsx</a:t>
            </a:r>
            <a:r>
              <a:rPr lang="en-US" sz="310" dirty="0"/>
              <a:t>";</a:t>
            </a:r>
          </a:p>
          <a:p>
            <a:pPr marL="0" indent="0">
              <a:buNone/>
            </a:pPr>
            <a:r>
              <a:rPr lang="en-US" sz="310" dirty="0"/>
              <a:t>import Profile from "./user/</a:t>
            </a:r>
            <a:r>
              <a:rPr lang="en-US" sz="310" dirty="0" err="1"/>
              <a:t>Profile.jsx</a:t>
            </a:r>
            <a:r>
              <a:rPr lang="en-US" sz="310" dirty="0"/>
              <a:t>";</a:t>
            </a:r>
          </a:p>
          <a:p>
            <a:pPr marL="0" indent="0">
              <a:buNone/>
            </a:pPr>
            <a:r>
              <a:rPr lang="en-US" sz="310" dirty="0"/>
              <a:t>import </a:t>
            </a:r>
            <a:r>
              <a:rPr lang="en-US" sz="310" dirty="0" err="1"/>
              <a:t>PrivateRoute</a:t>
            </a:r>
            <a:r>
              <a:rPr lang="en-US" sz="310" dirty="0"/>
              <a:t> from "./lib/</a:t>
            </a:r>
            <a:r>
              <a:rPr lang="en-US" sz="310" dirty="0" err="1"/>
              <a:t>PrivateRoute.jsx</a:t>
            </a:r>
            <a:r>
              <a:rPr lang="en-US" sz="310" dirty="0"/>
              <a:t>";</a:t>
            </a:r>
          </a:p>
          <a:p>
            <a:pPr marL="0" indent="0">
              <a:buNone/>
            </a:pPr>
            <a:r>
              <a:rPr lang="en-US" sz="310" dirty="0"/>
              <a:t>import </a:t>
            </a:r>
            <a:r>
              <a:rPr lang="en-US" sz="310" dirty="0" err="1"/>
              <a:t>EditProfile</a:t>
            </a:r>
            <a:r>
              <a:rPr lang="en-US" sz="310" dirty="0"/>
              <a:t> from "./user/</a:t>
            </a:r>
            <a:r>
              <a:rPr lang="en-US" sz="310" dirty="0" err="1"/>
              <a:t>EditProfile.jsx</a:t>
            </a:r>
            <a:r>
              <a:rPr lang="en-US" sz="310" dirty="0"/>
              <a:t>";</a:t>
            </a:r>
          </a:p>
          <a:p>
            <a:pPr marL="0" indent="0">
              <a:buNone/>
            </a:pPr>
            <a:r>
              <a:rPr lang="en-US" sz="310" dirty="0"/>
              <a:t>import </a:t>
            </a:r>
            <a:r>
              <a:rPr lang="en-US" sz="310" dirty="0" err="1"/>
              <a:t>MyShops</a:t>
            </a:r>
            <a:r>
              <a:rPr lang="en-US" sz="310" dirty="0"/>
              <a:t> from "./shop/</a:t>
            </a:r>
            <a:r>
              <a:rPr lang="en-US" sz="310" dirty="0" err="1"/>
              <a:t>MyShops</a:t>
            </a:r>
            <a:r>
              <a:rPr lang="en-US" sz="310" dirty="0"/>
              <a:t>";</a:t>
            </a:r>
          </a:p>
          <a:p>
            <a:pPr marL="0" indent="0">
              <a:buNone/>
            </a:pPr>
            <a:r>
              <a:rPr lang="en-US" sz="310" dirty="0"/>
              <a:t>import </a:t>
            </a:r>
            <a:r>
              <a:rPr lang="en-US" sz="310" dirty="0" err="1"/>
              <a:t>NewShop</a:t>
            </a:r>
            <a:r>
              <a:rPr lang="en-US" sz="310" dirty="0"/>
              <a:t> from "./shop/</a:t>
            </a:r>
            <a:r>
              <a:rPr lang="en-US" sz="310" dirty="0" err="1"/>
              <a:t>NewShop</a:t>
            </a:r>
            <a:r>
              <a:rPr lang="en-US" sz="310" dirty="0"/>
              <a:t>";</a:t>
            </a:r>
          </a:p>
          <a:p>
            <a:pPr marL="0" indent="0">
              <a:buNone/>
            </a:pPr>
            <a:r>
              <a:rPr lang="en-US" sz="310" dirty="0"/>
              <a:t>import </a:t>
            </a:r>
            <a:r>
              <a:rPr lang="en-US" sz="310" dirty="0" err="1"/>
              <a:t>EditShop</a:t>
            </a:r>
            <a:r>
              <a:rPr lang="en-US" sz="310" dirty="0"/>
              <a:t> from "./shop/</a:t>
            </a:r>
            <a:r>
              <a:rPr lang="en-US" sz="310" dirty="0" err="1"/>
              <a:t>EditShop</a:t>
            </a:r>
            <a:r>
              <a:rPr lang="en-US" sz="310" dirty="0"/>
              <a:t>";</a:t>
            </a:r>
          </a:p>
          <a:p>
            <a:pPr marL="0" indent="0">
              <a:buNone/>
            </a:pPr>
            <a:r>
              <a:rPr lang="en-US" sz="310" dirty="0"/>
              <a:t>//import </a:t>
            </a:r>
            <a:r>
              <a:rPr lang="en-US" sz="310" dirty="0" err="1"/>
              <a:t>MyProducts</a:t>
            </a:r>
            <a:r>
              <a:rPr lang="en-US" sz="310" dirty="0"/>
              <a:t> from "./product/</a:t>
            </a:r>
            <a:r>
              <a:rPr lang="en-US" sz="310" dirty="0" err="1"/>
              <a:t>MyProducts</a:t>
            </a:r>
            <a:r>
              <a:rPr lang="en-US" sz="310" dirty="0"/>
              <a:t>";</a:t>
            </a:r>
          </a:p>
          <a:p>
            <a:pPr marL="0" indent="0">
              <a:buNone/>
            </a:pPr>
            <a:r>
              <a:rPr lang="en-US" sz="310" dirty="0">
                <a:highlight>
                  <a:srgbClr val="FFFF00"/>
                </a:highlight>
              </a:rPr>
              <a:t>import </a:t>
            </a:r>
            <a:r>
              <a:rPr lang="en-US" sz="310" dirty="0" err="1">
                <a:highlight>
                  <a:srgbClr val="FFFF00"/>
                </a:highlight>
              </a:rPr>
              <a:t>NewProduct</a:t>
            </a:r>
            <a:r>
              <a:rPr lang="en-US" sz="310" dirty="0">
                <a:highlight>
                  <a:srgbClr val="FFFF00"/>
                </a:highlight>
              </a:rPr>
              <a:t> from "./product/</a:t>
            </a:r>
            <a:r>
              <a:rPr lang="en-US" sz="310" dirty="0" err="1">
                <a:highlight>
                  <a:srgbClr val="FFFF00"/>
                </a:highlight>
              </a:rPr>
              <a:t>NewProduct</a:t>
            </a:r>
            <a:r>
              <a:rPr lang="en-US" sz="310" dirty="0">
                <a:highlight>
                  <a:srgbClr val="FFFF00"/>
                </a:highlight>
              </a:rPr>
              <a:t>";</a:t>
            </a:r>
          </a:p>
          <a:p>
            <a:pPr marL="0" indent="0">
              <a:buNone/>
            </a:pPr>
            <a:r>
              <a:rPr lang="en-US" sz="310" dirty="0">
                <a:highlight>
                  <a:srgbClr val="FFFF00"/>
                </a:highlight>
              </a:rPr>
              <a:t>import </a:t>
            </a:r>
            <a:r>
              <a:rPr lang="en-US" sz="310" dirty="0" err="1">
                <a:highlight>
                  <a:srgbClr val="FFFF00"/>
                </a:highlight>
              </a:rPr>
              <a:t>EditProduct</a:t>
            </a:r>
            <a:r>
              <a:rPr lang="en-US" sz="310" dirty="0">
                <a:highlight>
                  <a:srgbClr val="FFFF00"/>
                </a:highlight>
              </a:rPr>
              <a:t> from "./product/</a:t>
            </a:r>
            <a:r>
              <a:rPr lang="en-US" sz="310" dirty="0" err="1">
                <a:highlight>
                  <a:srgbClr val="FFFF00"/>
                </a:highlight>
              </a:rPr>
              <a:t>EditProduct</a:t>
            </a:r>
            <a:r>
              <a:rPr lang="en-US" sz="310" dirty="0">
                <a:highlight>
                  <a:srgbClr val="FFFF00"/>
                </a:highlight>
              </a:rPr>
              <a:t>";</a:t>
            </a:r>
          </a:p>
          <a:p>
            <a:pPr marL="0" indent="0">
              <a:buNone/>
            </a:pPr>
            <a:br>
              <a:rPr lang="en-US" sz="310" dirty="0"/>
            </a:br>
            <a:r>
              <a:rPr lang="en-US" sz="310" dirty="0"/>
              <a:t>import Menu from "./core/Menu";</a:t>
            </a:r>
          </a:p>
          <a:p>
            <a:pPr marL="0" indent="0">
              <a:buNone/>
            </a:pPr>
            <a:r>
              <a:rPr lang="en-US" sz="310" dirty="0"/>
              <a:t>function </a:t>
            </a:r>
            <a:r>
              <a:rPr lang="en-US" sz="310" dirty="0" err="1"/>
              <a:t>MainRouter</a:t>
            </a:r>
            <a:r>
              <a:rPr lang="en-US" sz="310" dirty="0"/>
              <a:t>() {</a:t>
            </a:r>
          </a:p>
          <a:p>
            <a:pPr marL="0" indent="0">
              <a:buNone/>
            </a:pPr>
            <a:r>
              <a:rPr lang="en-US" sz="310" dirty="0"/>
              <a:t>  return (</a:t>
            </a:r>
          </a:p>
          <a:p>
            <a:pPr marL="0" indent="0">
              <a:buNone/>
            </a:pPr>
            <a:r>
              <a:rPr lang="en-US" sz="310" dirty="0"/>
              <a:t>    &lt;div&gt;</a:t>
            </a:r>
          </a:p>
          <a:p>
            <a:pPr marL="0" indent="0">
              <a:buNone/>
            </a:pPr>
            <a:r>
              <a:rPr lang="en-US" sz="310" dirty="0"/>
              <a:t>      &lt;Menu /&gt;</a:t>
            </a:r>
          </a:p>
          <a:p>
            <a:pPr marL="0" indent="0">
              <a:buNone/>
            </a:pPr>
            <a:br>
              <a:rPr lang="en-US" sz="310" dirty="0"/>
            </a:br>
            <a:r>
              <a:rPr lang="en-US" sz="310" dirty="0"/>
              <a:t>      &lt;Routes&gt;</a:t>
            </a:r>
          </a:p>
          <a:p>
            <a:pPr marL="0" indent="0">
              <a:buNone/>
            </a:pPr>
            <a:r>
              <a:rPr lang="en-US" sz="310" dirty="0"/>
              <a:t>        &lt;Route path="/" element={&lt;Home /&gt;} /&gt;</a:t>
            </a:r>
          </a:p>
          <a:p>
            <a:pPr marL="0" indent="0">
              <a:buNone/>
            </a:pPr>
            <a:r>
              <a:rPr lang="en-US" sz="310" dirty="0"/>
              <a:t>        &lt;Route path="/users" element={&lt;Users /&gt;} /&gt;</a:t>
            </a:r>
          </a:p>
          <a:p>
            <a:pPr marL="0" indent="0">
              <a:buNone/>
            </a:pPr>
            <a:r>
              <a:rPr lang="en-US" sz="310" dirty="0"/>
              <a:t>        &lt;Route path="/signup" element={&lt;Signup /&gt;} /&gt;</a:t>
            </a:r>
          </a:p>
          <a:p>
            <a:pPr marL="0" indent="0">
              <a:buNone/>
            </a:pPr>
            <a:r>
              <a:rPr lang="en-US" sz="310" dirty="0"/>
              <a:t>        &lt;Route path="/</a:t>
            </a:r>
            <a:r>
              <a:rPr lang="en-US" sz="310" dirty="0" err="1"/>
              <a:t>signin</a:t>
            </a:r>
            <a:r>
              <a:rPr lang="en-US" sz="310" dirty="0"/>
              <a:t>" element={&lt;</a:t>
            </a:r>
            <a:r>
              <a:rPr lang="en-US" sz="310" dirty="0" err="1"/>
              <a:t>Signin</a:t>
            </a:r>
            <a:r>
              <a:rPr lang="en-US" sz="310" dirty="0"/>
              <a:t> /&gt;} /&gt;</a:t>
            </a:r>
          </a:p>
          <a:p>
            <a:pPr marL="0" indent="0">
              <a:buNone/>
            </a:pPr>
            <a:r>
              <a:rPr lang="en-US" sz="310" dirty="0"/>
              <a:t>        &lt;Route</a:t>
            </a:r>
          </a:p>
          <a:p>
            <a:pPr marL="0" indent="0">
              <a:buNone/>
            </a:pPr>
            <a:r>
              <a:rPr lang="en-US" sz="310" dirty="0"/>
              <a:t>          path="/user/edit/:</a:t>
            </a:r>
            <a:r>
              <a:rPr lang="en-US" sz="310" dirty="0" err="1"/>
              <a:t>userId</a:t>
            </a:r>
            <a:r>
              <a:rPr lang="en-US" sz="310" dirty="0"/>
              <a:t>"</a:t>
            </a:r>
          </a:p>
          <a:p>
            <a:pPr marL="0" indent="0">
              <a:buNone/>
            </a:pPr>
            <a:r>
              <a:rPr lang="en-US" sz="310" dirty="0"/>
              <a:t>          element={</a:t>
            </a:r>
          </a:p>
          <a:p>
            <a:pPr marL="0" indent="0">
              <a:buNone/>
            </a:pPr>
            <a:r>
              <a:rPr lang="en-US" sz="310" dirty="0"/>
              <a:t>            &lt;</a:t>
            </a:r>
            <a:r>
              <a:rPr lang="en-US" sz="310" dirty="0" err="1"/>
              <a:t>PrivateRoute</a:t>
            </a:r>
            <a:r>
              <a:rPr lang="en-US" sz="310" dirty="0"/>
              <a:t>&gt;</a:t>
            </a:r>
          </a:p>
          <a:p>
            <a:pPr marL="0" indent="0">
              <a:buNone/>
            </a:pPr>
            <a:r>
              <a:rPr lang="en-US" sz="310" dirty="0"/>
              <a:t>              &lt;</a:t>
            </a:r>
            <a:r>
              <a:rPr lang="en-US" sz="310" dirty="0" err="1"/>
              <a:t>EditProfile</a:t>
            </a:r>
            <a:r>
              <a:rPr lang="en-US" sz="310" dirty="0"/>
              <a:t> /&gt;</a:t>
            </a:r>
          </a:p>
          <a:p>
            <a:pPr marL="0" indent="0">
              <a:buNone/>
            </a:pPr>
            <a:r>
              <a:rPr lang="en-US" sz="310" dirty="0"/>
              <a:t>            &lt;/</a:t>
            </a:r>
            <a:r>
              <a:rPr lang="en-US" sz="310" dirty="0" err="1"/>
              <a:t>PrivateRoute</a:t>
            </a:r>
            <a:r>
              <a:rPr lang="en-US" sz="310" dirty="0"/>
              <a:t>&gt;</a:t>
            </a:r>
          </a:p>
          <a:p>
            <a:pPr marL="0" indent="0">
              <a:buNone/>
            </a:pPr>
            <a:r>
              <a:rPr lang="en-US" sz="310" dirty="0"/>
              <a:t>          }</a:t>
            </a:r>
          </a:p>
          <a:p>
            <a:pPr marL="0" indent="0">
              <a:buNone/>
            </a:pPr>
            <a:r>
              <a:rPr lang="en-US" sz="310" dirty="0"/>
              <a:t>        /&gt;</a:t>
            </a:r>
          </a:p>
          <a:p>
            <a:pPr marL="0" indent="0">
              <a:buNone/>
            </a:pPr>
            <a:r>
              <a:rPr lang="en-US" sz="310" dirty="0"/>
              <a:t>        &lt;Route path="/user/:</a:t>
            </a:r>
            <a:r>
              <a:rPr lang="en-US" sz="310" dirty="0" err="1"/>
              <a:t>userId</a:t>
            </a:r>
            <a:r>
              <a:rPr lang="en-US" sz="310" dirty="0"/>
              <a:t>" element={&lt;Profile /&gt;} /&gt;</a:t>
            </a:r>
          </a:p>
          <a:p>
            <a:pPr marL="0" indent="0">
              <a:buNone/>
            </a:pPr>
            <a:r>
              <a:rPr lang="en-US" sz="310" dirty="0"/>
              <a:t>        &lt;Route</a:t>
            </a:r>
          </a:p>
          <a:p>
            <a:pPr marL="0" indent="0">
              <a:buNone/>
            </a:pPr>
            <a:r>
              <a:rPr lang="en-US" sz="310" dirty="0"/>
              <a:t>          path="/seller/shops"</a:t>
            </a:r>
          </a:p>
          <a:p>
            <a:pPr marL="0" indent="0">
              <a:buNone/>
            </a:pPr>
            <a:r>
              <a:rPr lang="en-US" sz="310" dirty="0"/>
              <a:t>          element={</a:t>
            </a:r>
          </a:p>
          <a:p>
            <a:pPr marL="0" indent="0">
              <a:buNone/>
            </a:pPr>
            <a:r>
              <a:rPr lang="en-US" sz="310" dirty="0"/>
              <a:t>            &lt;</a:t>
            </a:r>
            <a:r>
              <a:rPr lang="en-US" sz="310" dirty="0" err="1"/>
              <a:t>PrivateRoute</a:t>
            </a:r>
            <a:r>
              <a:rPr lang="en-US" sz="310" dirty="0"/>
              <a:t>&gt;</a:t>
            </a:r>
          </a:p>
          <a:p>
            <a:pPr marL="0" indent="0">
              <a:buNone/>
            </a:pPr>
            <a:r>
              <a:rPr lang="en-US" sz="310" dirty="0"/>
              <a:t>              &lt;</a:t>
            </a:r>
            <a:r>
              <a:rPr lang="en-US" sz="310" dirty="0" err="1"/>
              <a:t>MyShops</a:t>
            </a:r>
            <a:r>
              <a:rPr lang="en-US" sz="310" dirty="0"/>
              <a:t> /&gt;</a:t>
            </a:r>
          </a:p>
          <a:p>
            <a:pPr marL="0" indent="0">
              <a:buNone/>
            </a:pPr>
            <a:r>
              <a:rPr lang="en-US" sz="310" dirty="0"/>
              <a:t>            &lt;/</a:t>
            </a:r>
            <a:r>
              <a:rPr lang="en-US" sz="310" dirty="0" err="1"/>
              <a:t>PrivateRoute</a:t>
            </a:r>
            <a:r>
              <a:rPr lang="en-US" sz="310" dirty="0"/>
              <a:t>&gt;</a:t>
            </a:r>
          </a:p>
          <a:p>
            <a:pPr marL="0" indent="0">
              <a:buNone/>
            </a:pPr>
            <a:r>
              <a:rPr lang="en-US" sz="310" dirty="0"/>
              <a:t>          }</a:t>
            </a:r>
          </a:p>
          <a:p>
            <a:pPr marL="0" indent="0">
              <a:buNone/>
            </a:pPr>
            <a:r>
              <a:rPr lang="en-US" sz="310" dirty="0"/>
              <a:t>        /&gt;</a:t>
            </a:r>
          </a:p>
          <a:p>
            <a:pPr marL="0" indent="0">
              <a:buNone/>
            </a:pPr>
            <a:r>
              <a:rPr lang="en-US" sz="310" dirty="0"/>
              <a:t>        &lt;Route</a:t>
            </a:r>
          </a:p>
          <a:p>
            <a:pPr marL="0" indent="0">
              <a:buNone/>
            </a:pPr>
            <a:r>
              <a:rPr lang="en-US" sz="310" dirty="0"/>
              <a:t>          path="/seller/shop/new"</a:t>
            </a:r>
          </a:p>
          <a:p>
            <a:pPr marL="0" indent="0">
              <a:buNone/>
            </a:pPr>
            <a:r>
              <a:rPr lang="en-US" sz="310" dirty="0"/>
              <a:t>          element={</a:t>
            </a:r>
          </a:p>
          <a:p>
            <a:pPr marL="0" indent="0">
              <a:buNone/>
            </a:pPr>
            <a:r>
              <a:rPr lang="en-US" sz="310" dirty="0"/>
              <a:t>            &lt;</a:t>
            </a:r>
            <a:r>
              <a:rPr lang="en-US" sz="310" dirty="0" err="1"/>
              <a:t>PrivateRoute</a:t>
            </a:r>
            <a:r>
              <a:rPr lang="en-US" sz="310" dirty="0"/>
              <a:t>&gt;</a:t>
            </a:r>
          </a:p>
          <a:p>
            <a:pPr marL="0" indent="0">
              <a:buNone/>
            </a:pPr>
            <a:r>
              <a:rPr lang="en-US" sz="310" dirty="0"/>
              <a:t>              &lt;</a:t>
            </a:r>
            <a:r>
              <a:rPr lang="en-US" sz="310" dirty="0" err="1"/>
              <a:t>NewShop</a:t>
            </a:r>
            <a:r>
              <a:rPr lang="en-US" sz="310" dirty="0"/>
              <a:t> /&gt;</a:t>
            </a:r>
          </a:p>
          <a:p>
            <a:pPr marL="0" indent="0">
              <a:buNone/>
            </a:pPr>
            <a:r>
              <a:rPr lang="en-US" sz="310" dirty="0"/>
              <a:t>            &lt;/</a:t>
            </a:r>
            <a:r>
              <a:rPr lang="en-US" sz="310" dirty="0" err="1"/>
              <a:t>PrivateRoute</a:t>
            </a:r>
            <a:r>
              <a:rPr lang="en-US" sz="310" dirty="0"/>
              <a:t>&gt;</a:t>
            </a:r>
          </a:p>
          <a:p>
            <a:pPr marL="0" indent="0">
              <a:buNone/>
            </a:pPr>
            <a:r>
              <a:rPr lang="en-US" sz="310" dirty="0"/>
              <a:t>          }</a:t>
            </a:r>
          </a:p>
          <a:p>
            <a:pPr marL="0" indent="0">
              <a:buNone/>
            </a:pPr>
            <a:r>
              <a:rPr lang="en-US" sz="310" dirty="0"/>
              <a:t>        /&gt;</a:t>
            </a:r>
          </a:p>
          <a:p>
            <a:pPr marL="0" indent="0">
              <a:buNone/>
            </a:pPr>
            <a:r>
              <a:rPr lang="en-US" sz="310" dirty="0"/>
              <a:t>        &lt;Route</a:t>
            </a:r>
          </a:p>
          <a:p>
            <a:pPr marL="0" indent="0">
              <a:buNone/>
            </a:pPr>
            <a:r>
              <a:rPr lang="en-US" sz="310" dirty="0"/>
              <a:t>          path="/seller/shop/edit/:</a:t>
            </a:r>
            <a:r>
              <a:rPr lang="en-US" sz="310" dirty="0" err="1"/>
              <a:t>shopId</a:t>
            </a:r>
            <a:r>
              <a:rPr lang="en-US" sz="310" dirty="0"/>
              <a:t>"</a:t>
            </a:r>
          </a:p>
          <a:p>
            <a:pPr marL="0" indent="0">
              <a:buNone/>
            </a:pPr>
            <a:r>
              <a:rPr lang="en-US" sz="310" dirty="0"/>
              <a:t>          element={</a:t>
            </a:r>
          </a:p>
          <a:p>
            <a:pPr marL="0" indent="0">
              <a:buNone/>
            </a:pPr>
            <a:r>
              <a:rPr lang="en-US" sz="310" dirty="0"/>
              <a:t>            &lt;</a:t>
            </a:r>
            <a:r>
              <a:rPr lang="en-US" sz="310" dirty="0" err="1"/>
              <a:t>PrivateRoute</a:t>
            </a:r>
            <a:r>
              <a:rPr lang="en-US" sz="310" dirty="0"/>
              <a:t>&gt;</a:t>
            </a:r>
          </a:p>
          <a:p>
            <a:pPr marL="0" indent="0">
              <a:buNone/>
            </a:pPr>
            <a:r>
              <a:rPr lang="en-US" sz="310" dirty="0"/>
              <a:t>              &lt;</a:t>
            </a:r>
            <a:r>
              <a:rPr lang="en-US" sz="310" dirty="0" err="1"/>
              <a:t>EditShop</a:t>
            </a:r>
            <a:r>
              <a:rPr lang="en-US" sz="310" dirty="0"/>
              <a:t> /&gt;</a:t>
            </a:r>
          </a:p>
          <a:p>
            <a:pPr marL="0" indent="0">
              <a:buNone/>
            </a:pPr>
            <a:r>
              <a:rPr lang="en-US" sz="310" dirty="0"/>
              <a:t>            &lt;/</a:t>
            </a:r>
            <a:r>
              <a:rPr lang="en-US" sz="310" dirty="0" err="1"/>
              <a:t>PrivateRoute</a:t>
            </a:r>
            <a:r>
              <a:rPr lang="en-US" sz="310" dirty="0"/>
              <a:t>&gt;</a:t>
            </a:r>
          </a:p>
          <a:p>
            <a:pPr marL="0" indent="0">
              <a:buNone/>
            </a:pPr>
            <a:r>
              <a:rPr lang="en-US" sz="310" dirty="0"/>
              <a:t>          }</a:t>
            </a:r>
          </a:p>
          <a:p>
            <a:pPr marL="0" indent="0">
              <a:buNone/>
            </a:pPr>
            <a:r>
              <a:rPr lang="en-US" sz="310" dirty="0"/>
              <a:t>        /&gt;</a:t>
            </a:r>
          </a:p>
          <a:p>
            <a:pPr marL="0" indent="0">
              <a:buNone/>
            </a:pPr>
            <a:endParaRPr lang="en-US" sz="310" dirty="0"/>
          </a:p>
          <a:p>
            <a:pPr marL="0" indent="0">
              <a:buNone/>
            </a:pPr>
            <a:r>
              <a:rPr lang="en-US" sz="310" dirty="0">
                <a:highlight>
                  <a:srgbClr val="FFFF00"/>
                </a:highlight>
              </a:rPr>
              <a:t>        &lt;Route</a:t>
            </a:r>
          </a:p>
          <a:p>
            <a:pPr marL="0" indent="0">
              <a:buNone/>
            </a:pPr>
            <a:r>
              <a:rPr lang="en-US" sz="310" dirty="0">
                <a:highlight>
                  <a:srgbClr val="FFFF00"/>
                </a:highlight>
              </a:rPr>
              <a:t>          path="/seller/:</a:t>
            </a:r>
            <a:r>
              <a:rPr lang="en-US" sz="310" dirty="0" err="1">
                <a:highlight>
                  <a:srgbClr val="FFFF00"/>
                </a:highlight>
              </a:rPr>
              <a:t>shopId</a:t>
            </a:r>
            <a:r>
              <a:rPr lang="en-US" sz="310" dirty="0">
                <a:highlight>
                  <a:srgbClr val="FFFF00"/>
                </a:highlight>
              </a:rPr>
              <a:t>/products/new"</a:t>
            </a:r>
          </a:p>
          <a:p>
            <a:pPr marL="0" indent="0">
              <a:buNone/>
            </a:pPr>
            <a:r>
              <a:rPr lang="en-US" sz="310" dirty="0">
                <a:highlight>
                  <a:srgbClr val="FFFF00"/>
                </a:highlight>
              </a:rPr>
              <a:t>          element={</a:t>
            </a:r>
          </a:p>
          <a:p>
            <a:pPr marL="0" indent="0">
              <a:buNone/>
            </a:pPr>
            <a:r>
              <a:rPr lang="en-US" sz="310" dirty="0">
                <a:highlight>
                  <a:srgbClr val="FFFF00"/>
                </a:highlight>
              </a:rPr>
              <a:t>            &lt;</a:t>
            </a:r>
            <a:r>
              <a:rPr lang="en-US" sz="310" dirty="0" err="1">
                <a:highlight>
                  <a:srgbClr val="FFFF00"/>
                </a:highlight>
              </a:rPr>
              <a:t>PrivateRoute</a:t>
            </a:r>
            <a:r>
              <a:rPr lang="en-US" sz="310" dirty="0">
                <a:highlight>
                  <a:srgbClr val="FFFF00"/>
                </a:highlight>
              </a:rPr>
              <a:t>&gt;</a:t>
            </a:r>
          </a:p>
          <a:p>
            <a:pPr marL="0" indent="0">
              <a:buNone/>
            </a:pPr>
            <a:r>
              <a:rPr lang="en-US" sz="310" dirty="0">
                <a:highlight>
                  <a:srgbClr val="FFFF00"/>
                </a:highlight>
              </a:rPr>
              <a:t>              &lt;</a:t>
            </a:r>
            <a:r>
              <a:rPr lang="en-US" sz="310" dirty="0" err="1">
                <a:highlight>
                  <a:srgbClr val="FFFF00"/>
                </a:highlight>
              </a:rPr>
              <a:t>NewProduct</a:t>
            </a:r>
            <a:r>
              <a:rPr lang="en-US" sz="310" dirty="0">
                <a:highlight>
                  <a:srgbClr val="FFFF00"/>
                </a:highlight>
              </a:rPr>
              <a:t> /&gt;</a:t>
            </a:r>
          </a:p>
          <a:p>
            <a:pPr marL="0" indent="0">
              <a:buNone/>
            </a:pPr>
            <a:r>
              <a:rPr lang="en-US" sz="310" dirty="0">
                <a:highlight>
                  <a:srgbClr val="FFFF00"/>
                </a:highlight>
              </a:rPr>
              <a:t>            &lt;/</a:t>
            </a:r>
            <a:r>
              <a:rPr lang="en-US" sz="310" dirty="0" err="1">
                <a:highlight>
                  <a:srgbClr val="FFFF00"/>
                </a:highlight>
              </a:rPr>
              <a:t>PrivateRoute</a:t>
            </a:r>
            <a:r>
              <a:rPr lang="en-US" sz="310" dirty="0">
                <a:highlight>
                  <a:srgbClr val="FFFF00"/>
                </a:highlight>
              </a:rPr>
              <a:t>&gt;</a:t>
            </a:r>
          </a:p>
          <a:p>
            <a:pPr marL="0" indent="0">
              <a:buNone/>
            </a:pPr>
            <a:r>
              <a:rPr lang="en-US" sz="310" dirty="0">
                <a:highlight>
                  <a:srgbClr val="FFFF00"/>
                </a:highlight>
              </a:rPr>
              <a:t>          }</a:t>
            </a:r>
          </a:p>
          <a:p>
            <a:pPr marL="0" indent="0">
              <a:buNone/>
            </a:pPr>
            <a:r>
              <a:rPr lang="en-US" sz="310" dirty="0">
                <a:highlight>
                  <a:srgbClr val="FFFF00"/>
                </a:highlight>
              </a:rPr>
              <a:t>          component={</a:t>
            </a:r>
            <a:r>
              <a:rPr lang="en-US" sz="310" dirty="0" err="1">
                <a:highlight>
                  <a:srgbClr val="FFFF00"/>
                </a:highlight>
              </a:rPr>
              <a:t>NewProduct</a:t>
            </a:r>
            <a:r>
              <a:rPr lang="en-US" sz="310" dirty="0">
                <a:highlight>
                  <a:srgbClr val="FFFF00"/>
                </a:highlight>
              </a:rPr>
              <a:t>}</a:t>
            </a:r>
          </a:p>
          <a:p>
            <a:pPr marL="0" indent="0">
              <a:buNone/>
            </a:pPr>
            <a:r>
              <a:rPr lang="en-US" sz="310" dirty="0">
                <a:highlight>
                  <a:srgbClr val="FFFF00"/>
                </a:highlight>
              </a:rPr>
              <a:t>        /&gt;</a:t>
            </a:r>
          </a:p>
          <a:p>
            <a:pPr marL="0" indent="0">
              <a:buNone/>
            </a:pPr>
            <a:r>
              <a:rPr lang="en-US" sz="310" dirty="0">
                <a:highlight>
                  <a:srgbClr val="FFFF00"/>
                </a:highlight>
              </a:rPr>
              <a:t>        &lt;Route</a:t>
            </a:r>
          </a:p>
          <a:p>
            <a:pPr marL="0" indent="0">
              <a:buNone/>
            </a:pPr>
            <a:r>
              <a:rPr lang="en-US" sz="310" dirty="0">
                <a:highlight>
                  <a:srgbClr val="FFFF00"/>
                </a:highlight>
              </a:rPr>
              <a:t>          path="/seller/:</a:t>
            </a:r>
            <a:r>
              <a:rPr lang="en-US" sz="310" dirty="0" err="1">
                <a:highlight>
                  <a:srgbClr val="FFFF00"/>
                </a:highlight>
              </a:rPr>
              <a:t>shopId</a:t>
            </a:r>
            <a:r>
              <a:rPr lang="en-US" sz="310" dirty="0">
                <a:highlight>
                  <a:srgbClr val="FFFF00"/>
                </a:highlight>
              </a:rPr>
              <a:t>/:</a:t>
            </a:r>
            <a:r>
              <a:rPr lang="en-US" sz="310" dirty="0" err="1">
                <a:highlight>
                  <a:srgbClr val="FFFF00"/>
                </a:highlight>
              </a:rPr>
              <a:t>productId</a:t>
            </a:r>
            <a:r>
              <a:rPr lang="en-US" sz="310" dirty="0">
                <a:highlight>
                  <a:srgbClr val="FFFF00"/>
                </a:highlight>
              </a:rPr>
              <a:t>/edit"</a:t>
            </a:r>
          </a:p>
          <a:p>
            <a:pPr marL="0" indent="0">
              <a:buNone/>
            </a:pPr>
            <a:r>
              <a:rPr lang="en-US" sz="310" dirty="0">
                <a:highlight>
                  <a:srgbClr val="FFFF00"/>
                </a:highlight>
              </a:rPr>
              <a:t>          element={</a:t>
            </a:r>
          </a:p>
          <a:p>
            <a:pPr marL="0" indent="0">
              <a:buNone/>
            </a:pPr>
            <a:r>
              <a:rPr lang="en-US" sz="310" dirty="0">
                <a:highlight>
                  <a:srgbClr val="FFFF00"/>
                </a:highlight>
              </a:rPr>
              <a:t>            &lt;</a:t>
            </a:r>
            <a:r>
              <a:rPr lang="en-US" sz="310" dirty="0" err="1">
                <a:highlight>
                  <a:srgbClr val="FFFF00"/>
                </a:highlight>
              </a:rPr>
              <a:t>PrivateRoute</a:t>
            </a:r>
            <a:r>
              <a:rPr lang="en-US" sz="310" dirty="0">
                <a:highlight>
                  <a:srgbClr val="FFFF00"/>
                </a:highlight>
              </a:rPr>
              <a:t>&gt;</a:t>
            </a:r>
          </a:p>
          <a:p>
            <a:pPr marL="0" indent="0">
              <a:buNone/>
            </a:pPr>
            <a:r>
              <a:rPr lang="en-US" sz="310" dirty="0">
                <a:highlight>
                  <a:srgbClr val="FFFF00"/>
                </a:highlight>
              </a:rPr>
              <a:t>              &lt;</a:t>
            </a:r>
            <a:r>
              <a:rPr lang="en-US" sz="310" dirty="0" err="1">
                <a:highlight>
                  <a:srgbClr val="FFFF00"/>
                </a:highlight>
              </a:rPr>
              <a:t>EditProduct</a:t>
            </a:r>
            <a:r>
              <a:rPr lang="en-US" sz="310" dirty="0">
                <a:highlight>
                  <a:srgbClr val="FFFF00"/>
                </a:highlight>
              </a:rPr>
              <a:t> /&gt;</a:t>
            </a:r>
          </a:p>
          <a:p>
            <a:pPr marL="0" indent="0">
              <a:buNone/>
            </a:pPr>
            <a:r>
              <a:rPr lang="en-US" sz="310" dirty="0">
                <a:highlight>
                  <a:srgbClr val="FFFF00"/>
                </a:highlight>
              </a:rPr>
              <a:t>            &lt;/</a:t>
            </a:r>
            <a:r>
              <a:rPr lang="en-US" sz="310" dirty="0" err="1">
                <a:highlight>
                  <a:srgbClr val="FFFF00"/>
                </a:highlight>
              </a:rPr>
              <a:t>PrivateRoute</a:t>
            </a:r>
            <a:r>
              <a:rPr lang="en-US" sz="310" dirty="0">
                <a:highlight>
                  <a:srgbClr val="FFFF00"/>
                </a:highlight>
              </a:rPr>
              <a:t>&gt;</a:t>
            </a:r>
          </a:p>
          <a:p>
            <a:pPr marL="0" indent="0">
              <a:buNone/>
            </a:pPr>
            <a:r>
              <a:rPr lang="en-US" sz="310" dirty="0">
                <a:highlight>
                  <a:srgbClr val="FFFF00"/>
                </a:highlight>
              </a:rPr>
              <a:t>          }</a:t>
            </a:r>
          </a:p>
          <a:p>
            <a:pPr marL="0" indent="0">
              <a:buNone/>
            </a:pPr>
            <a:r>
              <a:rPr lang="en-US" sz="310" dirty="0">
                <a:highlight>
                  <a:srgbClr val="FFFF00"/>
                </a:highlight>
              </a:rPr>
              <a:t>        /&gt;</a:t>
            </a:r>
          </a:p>
          <a:p>
            <a:pPr marL="0" indent="0">
              <a:buNone/>
            </a:pPr>
            <a:r>
              <a:rPr lang="en-US" sz="310" dirty="0"/>
              <a:t>      &lt;/Routes&gt;</a:t>
            </a:r>
          </a:p>
          <a:p>
            <a:pPr marL="0" indent="0">
              <a:buNone/>
            </a:pPr>
            <a:r>
              <a:rPr lang="en-US" sz="310" dirty="0"/>
              <a:t>    &lt;/div&gt;</a:t>
            </a:r>
          </a:p>
          <a:p>
            <a:pPr marL="0" indent="0">
              <a:buNone/>
            </a:pPr>
            <a:r>
              <a:rPr lang="en-US" sz="310" dirty="0"/>
              <a:t>  );</a:t>
            </a:r>
          </a:p>
          <a:p>
            <a:pPr marL="0" indent="0">
              <a:buNone/>
            </a:pPr>
            <a:r>
              <a:rPr lang="en-US" sz="310" dirty="0"/>
              <a:t>}</a:t>
            </a:r>
          </a:p>
          <a:p>
            <a:pPr marL="0" indent="0">
              <a:buNone/>
            </a:pPr>
            <a:br>
              <a:rPr lang="en-US" sz="310" dirty="0"/>
            </a:br>
            <a:r>
              <a:rPr lang="en-US" sz="310" dirty="0"/>
              <a:t>export default </a:t>
            </a:r>
            <a:r>
              <a:rPr lang="en-US" sz="310" dirty="0" err="1"/>
              <a:t>MainRouter</a:t>
            </a:r>
            <a:r>
              <a:rPr lang="en-US" sz="310" dirty="0"/>
              <a:t>;</a:t>
            </a:r>
          </a:p>
          <a:p>
            <a:pPr marL="0" indent="0">
              <a:buNone/>
            </a:pPr>
            <a:br>
              <a:rPr lang="en-US" sz="310" dirty="0"/>
            </a:br>
            <a:endParaRPr lang="en-US" sz="310" dirty="0"/>
          </a:p>
          <a:p>
            <a:pPr marL="0" indent="0">
              <a:buNone/>
            </a:pPr>
            <a:endParaRPr lang="en-US" sz="340" dirty="0"/>
          </a:p>
        </p:txBody>
      </p:sp>
      <p:sp>
        <p:nvSpPr>
          <p:cNvPr id="4" name="Date Placeholder 3">
            <a:extLst>
              <a:ext uri="{FF2B5EF4-FFF2-40B4-BE49-F238E27FC236}">
                <a16:creationId xmlns:a16="http://schemas.microsoft.com/office/drawing/2014/main" id="{6B54C105-530F-B719-5E4B-EA60C419CB1E}"/>
              </a:ext>
            </a:extLst>
          </p:cNvPr>
          <p:cNvSpPr>
            <a:spLocks noGrp="1"/>
          </p:cNvSpPr>
          <p:nvPr>
            <p:ph type="dt" sz="half" idx="10"/>
          </p:nvPr>
        </p:nvSpPr>
        <p:spPr/>
        <p:txBody>
          <a:bodyPr/>
          <a:lstStyle/>
          <a:p>
            <a:pPr>
              <a:defRPr/>
            </a:pPr>
            <a:fld id="{C9C54A8A-EC83-4BC5-B48C-A23671E55882}" type="datetime1">
              <a:rPr lang="en-US" smtClean="0"/>
              <a:t>7/18/2026</a:t>
            </a:fld>
            <a:endParaRPr lang="en-US" dirty="0"/>
          </a:p>
        </p:txBody>
      </p:sp>
      <p:sp>
        <p:nvSpPr>
          <p:cNvPr id="5" name="Footer Placeholder 4">
            <a:extLst>
              <a:ext uri="{FF2B5EF4-FFF2-40B4-BE49-F238E27FC236}">
                <a16:creationId xmlns:a16="http://schemas.microsoft.com/office/drawing/2014/main" id="{D1FF4161-16C8-A8E2-E92C-178E10D8CA4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47A62A4-EB67-9B2F-0070-5A73DF6D6D51}"/>
              </a:ext>
            </a:extLst>
          </p:cNvPr>
          <p:cNvSpPr>
            <a:spLocks noGrp="1"/>
          </p:cNvSpPr>
          <p:nvPr>
            <p:ph type="sldNum" sz="quarter" idx="12"/>
          </p:nvPr>
        </p:nvSpPr>
        <p:spPr/>
        <p:txBody>
          <a:bodyPr/>
          <a:lstStyle/>
          <a:p>
            <a:fld id="{7C5CF243-786F-4254-B068-4C9F0B6EA12F}" type="slidenum">
              <a:rPr lang="en-US" altLang="en-US" smtClean="0"/>
              <a:pPr/>
              <a:t>91</a:t>
            </a:fld>
            <a:endParaRPr lang="en-US" altLang="en-US"/>
          </a:p>
        </p:txBody>
      </p:sp>
    </p:spTree>
    <p:extLst>
      <p:ext uri="{BB962C8B-B14F-4D97-AF65-F5344CB8AC3E}">
        <p14:creationId xmlns:p14="http://schemas.microsoft.com/office/powerpoint/2010/main" val="4709840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EDBE2-AA71-B0C1-FCDE-D7BF7CF1B9A6}"/>
              </a:ext>
            </a:extLst>
          </p:cNvPr>
          <p:cNvSpPr>
            <a:spLocks noGrp="1"/>
          </p:cNvSpPr>
          <p:nvPr>
            <p:ph type="title"/>
          </p:nvPr>
        </p:nvSpPr>
        <p:spPr/>
        <p:txBody>
          <a:bodyPr/>
          <a:lstStyle/>
          <a:p>
            <a:r>
              <a:rPr lang="en-US" dirty="0"/>
              <a:t>Client/product/</a:t>
            </a:r>
            <a:r>
              <a:rPr lang="en-US" dirty="0" err="1"/>
              <a:t>Product.jsx</a:t>
            </a:r>
            <a:endParaRPr lang="en-US" dirty="0"/>
          </a:p>
        </p:txBody>
      </p:sp>
      <p:sp>
        <p:nvSpPr>
          <p:cNvPr id="3" name="Content Placeholder 2">
            <a:extLst>
              <a:ext uri="{FF2B5EF4-FFF2-40B4-BE49-F238E27FC236}">
                <a16:creationId xmlns:a16="http://schemas.microsoft.com/office/drawing/2014/main" id="{6982D310-BEBB-2281-0653-358556CFB32B}"/>
              </a:ext>
            </a:extLst>
          </p:cNvPr>
          <p:cNvSpPr>
            <a:spLocks noGrp="1"/>
          </p:cNvSpPr>
          <p:nvPr>
            <p:ph idx="1"/>
          </p:nvPr>
        </p:nvSpPr>
        <p:spPr/>
        <p:txBody>
          <a:bodyPr/>
          <a:lstStyle/>
          <a:p>
            <a:pPr marL="0" indent="0">
              <a:buNone/>
            </a:pPr>
            <a:r>
              <a:rPr lang="en-US" sz="200" dirty="0"/>
              <a:t>import React, { </a:t>
            </a:r>
            <a:r>
              <a:rPr lang="en-US" sz="200" dirty="0" err="1"/>
              <a:t>useState</a:t>
            </a:r>
            <a:r>
              <a:rPr lang="en-US" sz="200" dirty="0"/>
              <a:t>, </a:t>
            </a:r>
            <a:r>
              <a:rPr lang="en-US" sz="200" dirty="0" err="1"/>
              <a:t>useEffect</a:t>
            </a:r>
            <a:r>
              <a:rPr lang="en-US" sz="200" dirty="0"/>
              <a:t> } from "react";</a:t>
            </a:r>
          </a:p>
          <a:p>
            <a:pPr marL="0" indent="0">
              <a:buNone/>
            </a:pPr>
            <a:r>
              <a:rPr lang="en-US" sz="200" dirty="0"/>
              <a:t>import {</a:t>
            </a:r>
          </a:p>
          <a:p>
            <a:pPr marL="0" indent="0">
              <a:buNone/>
            </a:pPr>
            <a:r>
              <a:rPr lang="en-US" sz="200" dirty="0"/>
              <a:t>  Card,</a:t>
            </a:r>
          </a:p>
          <a:p>
            <a:pPr marL="0" indent="0">
              <a:buNone/>
            </a:pPr>
            <a:r>
              <a:rPr lang="en-US" sz="200" dirty="0"/>
              <a:t>  </a:t>
            </a:r>
            <a:r>
              <a:rPr lang="en-US" sz="200" dirty="0" err="1"/>
              <a:t>CardHeader</a:t>
            </a:r>
            <a:r>
              <a:rPr lang="en-US" sz="200" dirty="0"/>
              <a:t>,</a:t>
            </a:r>
          </a:p>
          <a:p>
            <a:pPr marL="0" indent="0">
              <a:buNone/>
            </a:pPr>
            <a:r>
              <a:rPr lang="en-US" sz="200" dirty="0"/>
              <a:t>  </a:t>
            </a:r>
            <a:r>
              <a:rPr lang="en-US" sz="200" dirty="0" err="1"/>
              <a:t>CardMedia</a:t>
            </a:r>
            <a:r>
              <a:rPr lang="en-US" sz="200" dirty="0"/>
              <a:t>,</a:t>
            </a:r>
          </a:p>
          <a:p>
            <a:pPr marL="0" indent="0">
              <a:buNone/>
            </a:pPr>
            <a:r>
              <a:rPr lang="en-US" sz="200" dirty="0"/>
              <a:t>  Typography,</a:t>
            </a:r>
          </a:p>
          <a:p>
            <a:pPr marL="0" indent="0">
              <a:buNone/>
            </a:pPr>
            <a:r>
              <a:rPr lang="en-US" sz="200" dirty="0"/>
              <a:t>  Grid,</a:t>
            </a:r>
          </a:p>
          <a:p>
            <a:pPr marL="0" indent="0">
              <a:buNone/>
            </a:pPr>
            <a:r>
              <a:rPr lang="en-US" sz="200" dirty="0"/>
              <a:t>  Box,</a:t>
            </a:r>
          </a:p>
          <a:p>
            <a:pPr marL="0" indent="0">
              <a:buNone/>
            </a:pPr>
            <a:r>
              <a:rPr lang="en-US" sz="200" dirty="0"/>
              <a:t>  </a:t>
            </a:r>
            <a:r>
              <a:rPr lang="en-US" sz="200" dirty="0" err="1"/>
              <a:t>IconButton</a:t>
            </a:r>
            <a:r>
              <a:rPr lang="en-US" sz="200" dirty="0"/>
              <a:t>,</a:t>
            </a:r>
          </a:p>
          <a:p>
            <a:pPr marL="0" indent="0">
              <a:buNone/>
            </a:pPr>
            <a:r>
              <a:rPr lang="en-US" sz="200" dirty="0"/>
              <a:t>} from "@</a:t>
            </a:r>
            <a:r>
              <a:rPr lang="en-US" sz="200" dirty="0" err="1"/>
              <a:t>mui</a:t>
            </a:r>
            <a:r>
              <a:rPr lang="en-US" sz="200" dirty="0"/>
              <a:t>/material";</a:t>
            </a:r>
          </a:p>
          <a:p>
            <a:pPr marL="0" indent="0">
              <a:buNone/>
            </a:pPr>
            <a:r>
              <a:rPr lang="en-US" sz="200" dirty="0"/>
              <a:t>import </a:t>
            </a:r>
            <a:r>
              <a:rPr lang="en-US" sz="200" dirty="0" err="1"/>
              <a:t>ShoppingBasketIcon</a:t>
            </a:r>
            <a:r>
              <a:rPr lang="en-US" sz="200" dirty="0"/>
              <a:t> from "@</a:t>
            </a:r>
            <a:r>
              <a:rPr lang="en-US" sz="200" dirty="0" err="1"/>
              <a:t>mui</a:t>
            </a:r>
            <a:r>
              <a:rPr lang="en-US" sz="200" dirty="0"/>
              <a:t>/icons-material/</a:t>
            </a:r>
            <a:r>
              <a:rPr lang="en-US" sz="200" dirty="0" err="1"/>
              <a:t>ShoppingBasket</a:t>
            </a:r>
            <a:r>
              <a:rPr lang="en-US" sz="200" dirty="0"/>
              <a:t>";</a:t>
            </a:r>
          </a:p>
          <a:p>
            <a:pPr marL="0" indent="0">
              <a:buNone/>
            </a:pPr>
            <a:r>
              <a:rPr lang="en-US" sz="200" dirty="0"/>
              <a:t>import </a:t>
            </a:r>
            <a:r>
              <a:rPr lang="en-US" sz="200" dirty="0" err="1"/>
              <a:t>AddToCart</a:t>
            </a:r>
            <a:r>
              <a:rPr lang="en-US" sz="200" dirty="0"/>
              <a:t> from "./../cart/</a:t>
            </a:r>
            <a:r>
              <a:rPr lang="en-US" sz="200" dirty="0" err="1"/>
              <a:t>AddToCart</a:t>
            </a:r>
            <a:r>
              <a:rPr lang="en-US" sz="200" dirty="0"/>
              <a:t>";</a:t>
            </a:r>
          </a:p>
          <a:p>
            <a:pPr marL="0" indent="0">
              <a:buNone/>
            </a:pPr>
            <a:r>
              <a:rPr lang="en-US" sz="200" dirty="0"/>
              <a:t>import { read, </a:t>
            </a:r>
            <a:r>
              <a:rPr lang="en-US" sz="200" dirty="0" err="1"/>
              <a:t>listRelated</a:t>
            </a:r>
            <a:r>
              <a:rPr lang="en-US" sz="200" dirty="0"/>
              <a:t> } from "./api-product.js";</a:t>
            </a:r>
          </a:p>
          <a:p>
            <a:pPr marL="0" indent="0">
              <a:buNone/>
            </a:pPr>
            <a:r>
              <a:rPr lang="en-US" sz="200" dirty="0"/>
              <a:t>import { Link } from "react-router-</a:t>
            </a:r>
            <a:r>
              <a:rPr lang="en-US" sz="200" dirty="0" err="1"/>
              <a:t>dom</a:t>
            </a:r>
            <a:r>
              <a:rPr lang="en-US" sz="200" dirty="0"/>
              <a:t>";</a:t>
            </a:r>
          </a:p>
          <a:p>
            <a:pPr marL="0" indent="0">
              <a:buNone/>
            </a:pPr>
            <a:r>
              <a:rPr lang="en-US" sz="200" dirty="0"/>
              <a:t>import Suggestions from "./Suggestions";</a:t>
            </a:r>
          </a:p>
          <a:p>
            <a:pPr marL="0" indent="0">
              <a:buNone/>
            </a:pPr>
            <a:br>
              <a:rPr lang="en-US" sz="200" dirty="0"/>
            </a:br>
            <a:endParaRPr lang="en-US" sz="200" dirty="0"/>
          </a:p>
          <a:p>
            <a:pPr marL="0" indent="0">
              <a:buNone/>
            </a:pPr>
            <a:r>
              <a:rPr lang="en-US" sz="200" dirty="0"/>
              <a:t>export default function Product({ match }) {</a:t>
            </a:r>
          </a:p>
          <a:p>
            <a:pPr marL="0" indent="0">
              <a:buNone/>
            </a:pPr>
            <a:r>
              <a:rPr lang="en-US" sz="200" dirty="0"/>
              <a:t>  const [product, </a:t>
            </a:r>
            <a:r>
              <a:rPr lang="en-US" sz="200" dirty="0" err="1"/>
              <a:t>setProduct</a:t>
            </a:r>
            <a:r>
              <a:rPr lang="en-US" sz="200" dirty="0"/>
              <a:t>] = </a:t>
            </a:r>
            <a:r>
              <a:rPr lang="en-US" sz="200" dirty="0" err="1"/>
              <a:t>useState</a:t>
            </a:r>
            <a:r>
              <a:rPr lang="en-US" sz="200" dirty="0"/>
              <a:t>({ shop: {} });</a:t>
            </a:r>
          </a:p>
          <a:p>
            <a:pPr marL="0" indent="0">
              <a:buNone/>
            </a:pPr>
            <a:r>
              <a:rPr lang="en-US" sz="200" dirty="0"/>
              <a:t>  const [suggestions, </a:t>
            </a:r>
            <a:r>
              <a:rPr lang="en-US" sz="200" dirty="0" err="1"/>
              <a:t>setSuggestions</a:t>
            </a:r>
            <a:r>
              <a:rPr lang="en-US" sz="200" dirty="0"/>
              <a:t>] = </a:t>
            </a:r>
            <a:r>
              <a:rPr lang="en-US" sz="200" dirty="0" err="1"/>
              <a:t>useState</a:t>
            </a:r>
            <a:r>
              <a:rPr lang="en-US" sz="200" dirty="0"/>
              <a:t>([]);</a:t>
            </a:r>
          </a:p>
          <a:p>
            <a:pPr marL="0" indent="0">
              <a:buNone/>
            </a:pPr>
            <a:r>
              <a:rPr lang="en-US" sz="200" dirty="0"/>
              <a:t>  const [error, </a:t>
            </a:r>
            <a:r>
              <a:rPr lang="en-US" sz="200" dirty="0" err="1"/>
              <a:t>setError</a:t>
            </a:r>
            <a:r>
              <a:rPr lang="en-US" sz="200" dirty="0"/>
              <a:t>] = </a:t>
            </a:r>
            <a:r>
              <a:rPr lang="en-US" sz="200" dirty="0" err="1"/>
              <a:t>useState</a:t>
            </a:r>
            <a:r>
              <a:rPr lang="en-US" sz="200" dirty="0"/>
              <a:t>("");</a:t>
            </a:r>
          </a:p>
          <a:p>
            <a:pPr marL="0" indent="0">
              <a:buNone/>
            </a:pPr>
            <a:br>
              <a:rPr lang="en-US" sz="200" dirty="0"/>
            </a:br>
            <a:endParaRPr lang="en-US" sz="200" dirty="0"/>
          </a:p>
          <a:p>
            <a:pPr marL="0" indent="0">
              <a:buNone/>
            </a:pPr>
            <a:r>
              <a:rPr lang="en-US" sz="200" dirty="0"/>
              <a:t>  </a:t>
            </a:r>
            <a:r>
              <a:rPr lang="en-US" sz="200" dirty="0" err="1"/>
              <a:t>useEffect</a:t>
            </a:r>
            <a:r>
              <a:rPr lang="en-US" sz="200" dirty="0"/>
              <a:t>(() =&gt; {</a:t>
            </a:r>
          </a:p>
          <a:p>
            <a:pPr marL="0" indent="0">
              <a:buNone/>
            </a:pPr>
            <a:r>
              <a:rPr lang="en-US" sz="200" dirty="0"/>
              <a:t>    const </a:t>
            </a:r>
            <a:r>
              <a:rPr lang="en-US" sz="200" dirty="0" err="1"/>
              <a:t>abortController</a:t>
            </a:r>
            <a:r>
              <a:rPr lang="en-US" sz="200" dirty="0"/>
              <a:t> = new </a:t>
            </a:r>
            <a:r>
              <a:rPr lang="en-US" sz="200" dirty="0" err="1"/>
              <a:t>AbortController</a:t>
            </a:r>
            <a:r>
              <a:rPr lang="en-US" sz="200" dirty="0"/>
              <a:t>();</a:t>
            </a:r>
          </a:p>
          <a:p>
            <a:pPr marL="0" indent="0">
              <a:buNone/>
            </a:pPr>
            <a:r>
              <a:rPr lang="en-US" sz="200" dirty="0"/>
              <a:t>    const signal = </a:t>
            </a:r>
            <a:r>
              <a:rPr lang="en-US" sz="200" dirty="0" err="1"/>
              <a:t>abortController.signal</a:t>
            </a:r>
            <a:r>
              <a:rPr lang="en-US" sz="200" dirty="0"/>
              <a:t>;</a:t>
            </a:r>
          </a:p>
          <a:p>
            <a:pPr marL="0" indent="0">
              <a:buNone/>
            </a:pPr>
            <a:br>
              <a:rPr lang="en-US" sz="200" dirty="0"/>
            </a:br>
            <a:endParaRPr lang="en-US" sz="200" dirty="0"/>
          </a:p>
          <a:p>
            <a:pPr marL="0" indent="0">
              <a:buNone/>
            </a:pPr>
            <a:r>
              <a:rPr lang="en-US" sz="200" dirty="0"/>
              <a:t>    read({ </a:t>
            </a:r>
            <a:r>
              <a:rPr lang="en-US" sz="200" dirty="0" err="1"/>
              <a:t>productId</a:t>
            </a:r>
            <a:r>
              <a:rPr lang="en-US" sz="200" dirty="0"/>
              <a:t>: </a:t>
            </a:r>
            <a:r>
              <a:rPr lang="en-US" sz="200" dirty="0" err="1"/>
              <a:t>match.params.productId</a:t>
            </a:r>
            <a:r>
              <a:rPr lang="en-US" sz="200" dirty="0"/>
              <a:t> }, signal).then((data) =&gt; {</a:t>
            </a:r>
          </a:p>
          <a:p>
            <a:pPr marL="0" indent="0">
              <a:buNone/>
            </a:pPr>
            <a:r>
              <a:rPr lang="en-US" sz="200" dirty="0"/>
              <a:t>      if (</a:t>
            </a:r>
            <a:r>
              <a:rPr lang="en-US" sz="200" dirty="0" err="1"/>
              <a:t>data.error</a:t>
            </a:r>
            <a:r>
              <a:rPr lang="en-US" sz="200" dirty="0"/>
              <a:t>) {</a:t>
            </a:r>
          </a:p>
          <a:p>
            <a:pPr marL="0" indent="0">
              <a:buNone/>
            </a:pPr>
            <a:r>
              <a:rPr lang="en-US" sz="200" dirty="0"/>
              <a:t>        </a:t>
            </a:r>
            <a:r>
              <a:rPr lang="en-US" sz="200" dirty="0" err="1"/>
              <a:t>setError</a:t>
            </a:r>
            <a:r>
              <a:rPr lang="en-US" sz="200" dirty="0"/>
              <a:t>(</a:t>
            </a:r>
            <a:r>
              <a:rPr lang="en-US" sz="200" dirty="0" err="1"/>
              <a:t>data.error</a:t>
            </a:r>
            <a:r>
              <a:rPr lang="en-US" sz="200" dirty="0"/>
              <a:t>);</a:t>
            </a:r>
          </a:p>
          <a:p>
            <a:pPr marL="0" indent="0">
              <a:buNone/>
            </a:pPr>
            <a:r>
              <a:rPr lang="en-US" sz="200" dirty="0"/>
              <a:t>      } else {</a:t>
            </a:r>
          </a:p>
          <a:p>
            <a:pPr marL="0" indent="0">
              <a:buNone/>
            </a:pPr>
            <a:r>
              <a:rPr lang="en-US" sz="200" dirty="0"/>
              <a:t>        </a:t>
            </a:r>
            <a:r>
              <a:rPr lang="en-US" sz="200" dirty="0" err="1"/>
              <a:t>setProduct</a:t>
            </a:r>
            <a:r>
              <a:rPr lang="en-US" sz="200" dirty="0"/>
              <a:t>(data);</a:t>
            </a:r>
          </a:p>
          <a:p>
            <a:pPr marL="0" indent="0">
              <a:buNone/>
            </a:pPr>
            <a:r>
              <a:rPr lang="en-US" sz="200" dirty="0"/>
              <a:t>      }</a:t>
            </a:r>
          </a:p>
          <a:p>
            <a:pPr marL="0" indent="0">
              <a:buNone/>
            </a:pPr>
            <a:r>
              <a:rPr lang="en-US" sz="200" dirty="0"/>
              <a:t>    });</a:t>
            </a:r>
          </a:p>
          <a:p>
            <a:pPr marL="0" indent="0">
              <a:buNone/>
            </a:pPr>
            <a:br>
              <a:rPr lang="en-US" sz="200" dirty="0"/>
            </a:br>
            <a:endParaRPr lang="en-US" sz="200" dirty="0"/>
          </a:p>
          <a:p>
            <a:pPr marL="0" indent="0">
              <a:buNone/>
            </a:pPr>
            <a:r>
              <a:rPr lang="en-US" sz="200" dirty="0"/>
              <a:t>    return () =&gt; </a:t>
            </a:r>
            <a:r>
              <a:rPr lang="en-US" sz="200" dirty="0" err="1"/>
              <a:t>abortController.abort</a:t>
            </a:r>
            <a:r>
              <a:rPr lang="en-US" sz="200" dirty="0"/>
              <a:t>();</a:t>
            </a:r>
          </a:p>
          <a:p>
            <a:pPr marL="0" indent="0">
              <a:buNone/>
            </a:pPr>
            <a:r>
              <a:rPr lang="en-US" sz="200" dirty="0"/>
              <a:t>  }, [</a:t>
            </a:r>
            <a:r>
              <a:rPr lang="en-US" sz="200" dirty="0" err="1"/>
              <a:t>match.params.productId</a:t>
            </a:r>
            <a:r>
              <a:rPr lang="en-US" sz="200" dirty="0"/>
              <a:t>]);</a:t>
            </a:r>
          </a:p>
          <a:p>
            <a:pPr marL="0" indent="0">
              <a:buNone/>
            </a:pPr>
            <a:br>
              <a:rPr lang="en-US" sz="200" dirty="0"/>
            </a:br>
            <a:endParaRPr lang="en-US" sz="200" dirty="0"/>
          </a:p>
          <a:p>
            <a:pPr marL="0" indent="0">
              <a:buNone/>
            </a:pPr>
            <a:r>
              <a:rPr lang="en-US" sz="200" dirty="0"/>
              <a:t>  </a:t>
            </a:r>
            <a:r>
              <a:rPr lang="en-US" sz="200" dirty="0" err="1"/>
              <a:t>useEffect</a:t>
            </a:r>
            <a:r>
              <a:rPr lang="en-US" sz="200" dirty="0"/>
              <a:t>(() =&gt; {</a:t>
            </a:r>
          </a:p>
          <a:p>
            <a:pPr marL="0" indent="0">
              <a:buNone/>
            </a:pPr>
            <a:r>
              <a:rPr lang="en-US" sz="200" dirty="0"/>
              <a:t>    const </a:t>
            </a:r>
            <a:r>
              <a:rPr lang="en-US" sz="200" dirty="0" err="1"/>
              <a:t>abortController</a:t>
            </a:r>
            <a:r>
              <a:rPr lang="en-US" sz="200" dirty="0"/>
              <a:t> = new </a:t>
            </a:r>
            <a:r>
              <a:rPr lang="en-US" sz="200" dirty="0" err="1"/>
              <a:t>AbortController</a:t>
            </a:r>
            <a:r>
              <a:rPr lang="en-US" sz="200" dirty="0"/>
              <a:t>();</a:t>
            </a:r>
          </a:p>
          <a:p>
            <a:pPr marL="0" indent="0">
              <a:buNone/>
            </a:pPr>
            <a:r>
              <a:rPr lang="en-US" sz="200" dirty="0"/>
              <a:t>    const signal = </a:t>
            </a:r>
            <a:r>
              <a:rPr lang="en-US" sz="200" dirty="0" err="1"/>
              <a:t>abortController.signal</a:t>
            </a:r>
            <a:r>
              <a:rPr lang="en-US" sz="200" dirty="0"/>
              <a:t>;</a:t>
            </a:r>
          </a:p>
          <a:p>
            <a:pPr marL="0" indent="0">
              <a:buNone/>
            </a:pPr>
            <a:br>
              <a:rPr lang="en-US" sz="200" dirty="0"/>
            </a:br>
            <a:endParaRPr lang="en-US" sz="200" dirty="0"/>
          </a:p>
          <a:p>
            <a:pPr marL="0" indent="0">
              <a:buNone/>
            </a:pPr>
            <a:r>
              <a:rPr lang="en-US" sz="200" dirty="0"/>
              <a:t>    </a:t>
            </a:r>
            <a:r>
              <a:rPr lang="en-US" sz="200" dirty="0" err="1"/>
              <a:t>listRelated</a:t>
            </a:r>
            <a:r>
              <a:rPr lang="en-US" sz="200" dirty="0"/>
              <a:t>({ </a:t>
            </a:r>
            <a:r>
              <a:rPr lang="en-US" sz="200" dirty="0" err="1"/>
              <a:t>productId</a:t>
            </a:r>
            <a:r>
              <a:rPr lang="en-US" sz="200" dirty="0"/>
              <a:t>: </a:t>
            </a:r>
            <a:r>
              <a:rPr lang="en-US" sz="200" dirty="0" err="1"/>
              <a:t>match.params.productId</a:t>
            </a:r>
            <a:r>
              <a:rPr lang="en-US" sz="200" dirty="0"/>
              <a:t> }, signal).then((data) =&gt; {</a:t>
            </a:r>
          </a:p>
          <a:p>
            <a:pPr marL="0" indent="0">
              <a:buNone/>
            </a:pPr>
            <a:r>
              <a:rPr lang="en-US" sz="200" dirty="0"/>
              <a:t>      if (</a:t>
            </a:r>
            <a:r>
              <a:rPr lang="en-US" sz="200" dirty="0" err="1"/>
              <a:t>data.error</a:t>
            </a:r>
            <a:r>
              <a:rPr lang="en-US" sz="200" dirty="0"/>
              <a:t>) {</a:t>
            </a:r>
          </a:p>
          <a:p>
            <a:pPr marL="0" indent="0">
              <a:buNone/>
            </a:pPr>
            <a:r>
              <a:rPr lang="en-US" sz="200" dirty="0"/>
              <a:t>        </a:t>
            </a:r>
            <a:r>
              <a:rPr lang="en-US" sz="200" dirty="0" err="1"/>
              <a:t>setError</a:t>
            </a:r>
            <a:r>
              <a:rPr lang="en-US" sz="200" dirty="0"/>
              <a:t>(</a:t>
            </a:r>
            <a:r>
              <a:rPr lang="en-US" sz="200" dirty="0" err="1"/>
              <a:t>data.error</a:t>
            </a:r>
            <a:r>
              <a:rPr lang="en-US" sz="200" dirty="0"/>
              <a:t>);</a:t>
            </a:r>
          </a:p>
          <a:p>
            <a:pPr marL="0" indent="0">
              <a:buNone/>
            </a:pPr>
            <a:r>
              <a:rPr lang="en-US" sz="200" dirty="0"/>
              <a:t>      } else {</a:t>
            </a:r>
          </a:p>
          <a:p>
            <a:pPr marL="0" indent="0">
              <a:buNone/>
            </a:pPr>
            <a:r>
              <a:rPr lang="en-US" sz="200" dirty="0"/>
              <a:t>        </a:t>
            </a:r>
            <a:r>
              <a:rPr lang="en-US" sz="200" dirty="0" err="1"/>
              <a:t>setSuggestions</a:t>
            </a:r>
            <a:r>
              <a:rPr lang="en-US" sz="200" dirty="0"/>
              <a:t>(data);</a:t>
            </a:r>
          </a:p>
          <a:p>
            <a:pPr marL="0" indent="0">
              <a:buNone/>
            </a:pPr>
            <a:r>
              <a:rPr lang="en-US" sz="200" dirty="0"/>
              <a:t>      }</a:t>
            </a:r>
          </a:p>
          <a:p>
            <a:pPr marL="0" indent="0">
              <a:buNone/>
            </a:pPr>
            <a:r>
              <a:rPr lang="en-US" sz="200" dirty="0"/>
              <a:t>    });</a:t>
            </a:r>
          </a:p>
          <a:p>
            <a:pPr marL="0" indent="0">
              <a:buNone/>
            </a:pPr>
            <a:br>
              <a:rPr lang="en-US" sz="200" dirty="0"/>
            </a:br>
            <a:endParaRPr lang="en-US" sz="200" dirty="0"/>
          </a:p>
          <a:p>
            <a:pPr marL="0" indent="0">
              <a:buNone/>
            </a:pPr>
            <a:r>
              <a:rPr lang="en-US" sz="200" dirty="0"/>
              <a:t>    return () =&gt; </a:t>
            </a:r>
            <a:r>
              <a:rPr lang="en-US" sz="200" dirty="0" err="1"/>
              <a:t>abortController.abort</a:t>
            </a:r>
            <a:r>
              <a:rPr lang="en-US" sz="200" dirty="0"/>
              <a:t>();</a:t>
            </a:r>
          </a:p>
          <a:p>
            <a:pPr marL="0" indent="0">
              <a:buNone/>
            </a:pPr>
            <a:r>
              <a:rPr lang="en-US" sz="200" dirty="0"/>
              <a:t>  }, [</a:t>
            </a:r>
            <a:r>
              <a:rPr lang="en-US" sz="200" dirty="0" err="1"/>
              <a:t>match.params.productId</a:t>
            </a:r>
            <a:r>
              <a:rPr lang="en-US" sz="200" dirty="0"/>
              <a:t>]);</a:t>
            </a:r>
          </a:p>
          <a:p>
            <a:pPr marL="0" indent="0">
              <a:buNone/>
            </a:pPr>
            <a:br>
              <a:rPr lang="en-US" sz="200" dirty="0"/>
            </a:br>
            <a:endParaRPr lang="en-US" sz="200" dirty="0"/>
          </a:p>
          <a:p>
            <a:pPr marL="0" indent="0">
              <a:buNone/>
            </a:pPr>
            <a:r>
              <a:rPr lang="en-US" sz="200" dirty="0"/>
              <a:t>  const </a:t>
            </a:r>
            <a:r>
              <a:rPr lang="en-US" sz="200" dirty="0" err="1"/>
              <a:t>imageUrl</a:t>
            </a:r>
            <a:r>
              <a:rPr lang="en-US" sz="200" dirty="0"/>
              <a:t> = </a:t>
            </a:r>
            <a:r>
              <a:rPr lang="en-US" sz="200" dirty="0" err="1"/>
              <a:t>product._id</a:t>
            </a:r>
            <a:endParaRPr lang="en-US" sz="200" dirty="0"/>
          </a:p>
          <a:p>
            <a:pPr marL="0" indent="0">
              <a:buNone/>
            </a:pPr>
            <a:r>
              <a:rPr lang="en-US" sz="200" dirty="0"/>
              <a:t>    ? `/</a:t>
            </a:r>
            <a:r>
              <a:rPr lang="en-US" sz="200" dirty="0" err="1"/>
              <a:t>api</a:t>
            </a:r>
            <a:r>
              <a:rPr lang="en-US" sz="200" dirty="0"/>
              <a:t>/product/image/${</a:t>
            </a:r>
            <a:r>
              <a:rPr lang="en-US" sz="200" dirty="0" err="1"/>
              <a:t>product._id</a:t>
            </a:r>
            <a:r>
              <a:rPr lang="en-US" sz="200" dirty="0"/>
              <a:t>}?${new Date().</a:t>
            </a:r>
            <a:r>
              <a:rPr lang="en-US" sz="200" dirty="0" err="1"/>
              <a:t>getTime</a:t>
            </a:r>
            <a:r>
              <a:rPr lang="en-US" sz="200" dirty="0"/>
              <a:t>()}`</a:t>
            </a:r>
          </a:p>
          <a:p>
            <a:pPr marL="0" indent="0">
              <a:buNone/>
            </a:pPr>
            <a:r>
              <a:rPr lang="en-US" sz="200" dirty="0"/>
              <a:t>    : "/</a:t>
            </a:r>
            <a:r>
              <a:rPr lang="en-US" sz="200" dirty="0" err="1"/>
              <a:t>api</a:t>
            </a:r>
            <a:r>
              <a:rPr lang="en-US" sz="200" dirty="0"/>
              <a:t>/product/</a:t>
            </a:r>
            <a:r>
              <a:rPr lang="en-US" sz="200" dirty="0" err="1"/>
              <a:t>defaultphoto</a:t>
            </a:r>
            <a:r>
              <a:rPr lang="en-US" sz="200" dirty="0"/>
              <a:t>";</a:t>
            </a:r>
          </a:p>
          <a:p>
            <a:pPr marL="0" indent="0">
              <a:buNone/>
            </a:pPr>
            <a:br>
              <a:rPr lang="en-US" sz="200" dirty="0"/>
            </a:br>
            <a:endParaRPr lang="en-US" sz="200" dirty="0"/>
          </a:p>
          <a:p>
            <a:pPr marL="0" indent="0">
              <a:buNone/>
            </a:pPr>
            <a:r>
              <a:rPr lang="en-US" sz="200" dirty="0"/>
              <a:t>  return (</a:t>
            </a:r>
          </a:p>
          <a:p>
            <a:pPr marL="0" indent="0">
              <a:buNone/>
            </a:pPr>
            <a:r>
              <a:rPr lang="en-US" sz="200" dirty="0"/>
              <a:t>    &lt;Box </a:t>
            </a:r>
            <a:r>
              <a:rPr lang="en-US" sz="200" dirty="0" err="1"/>
              <a:t>sx</a:t>
            </a:r>
            <a:r>
              <a:rPr lang="en-US" sz="200" dirty="0"/>
              <a:t>={{ </a:t>
            </a:r>
            <a:r>
              <a:rPr lang="en-US" sz="200" dirty="0" err="1"/>
              <a:t>flexGrow</a:t>
            </a:r>
            <a:r>
              <a:rPr lang="en-US" sz="200" dirty="0"/>
              <a:t>: 1, m: 4 }}&gt;</a:t>
            </a:r>
          </a:p>
          <a:p>
            <a:pPr marL="0" indent="0">
              <a:buNone/>
            </a:pPr>
            <a:r>
              <a:rPr lang="en-US" sz="200" dirty="0"/>
              <a:t>      &lt;Grid container spacing={5}&gt;</a:t>
            </a:r>
          </a:p>
          <a:p>
            <a:pPr marL="0" indent="0">
              <a:buNone/>
            </a:pPr>
            <a:r>
              <a:rPr lang="en-US" sz="200" dirty="0"/>
              <a:t>        &lt;Grid item </a:t>
            </a:r>
            <a:r>
              <a:rPr lang="en-US" sz="200" dirty="0" err="1"/>
              <a:t>xs</a:t>
            </a:r>
            <a:r>
              <a:rPr lang="en-US" sz="200" dirty="0"/>
              <a:t>={12} md={7}&gt;</a:t>
            </a:r>
          </a:p>
          <a:p>
            <a:pPr marL="0" indent="0">
              <a:buNone/>
            </a:pPr>
            <a:r>
              <a:rPr lang="en-US" sz="200" dirty="0"/>
              <a:t>          &lt;Card </a:t>
            </a:r>
            <a:r>
              <a:rPr lang="en-US" sz="200" dirty="0" err="1"/>
              <a:t>sx</a:t>
            </a:r>
            <a:r>
              <a:rPr lang="en-US" sz="200" dirty="0"/>
              <a:t>={{ p: 3 }}&gt;</a:t>
            </a:r>
          </a:p>
          <a:p>
            <a:pPr marL="0" indent="0">
              <a:buNone/>
            </a:pPr>
            <a:r>
              <a:rPr lang="en-US" sz="200" dirty="0"/>
              <a:t>            &lt;</a:t>
            </a:r>
            <a:r>
              <a:rPr lang="en-US" sz="200" dirty="0" err="1"/>
              <a:t>CardHeader</a:t>
            </a:r>
            <a:endParaRPr lang="en-US" sz="200" dirty="0"/>
          </a:p>
          <a:p>
            <a:pPr marL="0" indent="0">
              <a:buNone/>
            </a:pPr>
            <a:r>
              <a:rPr lang="en-US" sz="200" dirty="0"/>
              <a:t>              title={product.name}</a:t>
            </a:r>
          </a:p>
          <a:p>
            <a:pPr marL="0" indent="0">
              <a:buNone/>
            </a:pPr>
            <a:r>
              <a:rPr lang="en-US" sz="200" dirty="0"/>
              <a:t>              </a:t>
            </a:r>
            <a:r>
              <a:rPr lang="en-US" sz="200" dirty="0" err="1"/>
              <a:t>subheader</a:t>
            </a:r>
            <a:r>
              <a:rPr lang="en-US" sz="200" dirty="0"/>
              <a:t>={</a:t>
            </a:r>
            <a:r>
              <a:rPr lang="en-US" sz="200" dirty="0" err="1"/>
              <a:t>product.quantity</a:t>
            </a:r>
            <a:r>
              <a:rPr lang="en-US" sz="200" dirty="0"/>
              <a:t> &gt; 0 ? "In Stock" : "Out of Stock"}</a:t>
            </a:r>
          </a:p>
          <a:p>
            <a:pPr marL="0" indent="0">
              <a:buNone/>
            </a:pPr>
            <a:r>
              <a:rPr lang="en-US" sz="200" dirty="0"/>
              <a:t>              action={</a:t>
            </a:r>
          </a:p>
          <a:p>
            <a:pPr marL="0" indent="0">
              <a:buNone/>
            </a:pPr>
            <a:r>
              <a:rPr lang="en-US" sz="200" dirty="0"/>
              <a:t>                &lt;Box </a:t>
            </a:r>
            <a:r>
              <a:rPr lang="en-US" sz="200" dirty="0" err="1"/>
              <a:t>sx</a:t>
            </a:r>
            <a:r>
              <a:rPr lang="en-US" sz="200" dirty="0"/>
              <a:t>={{ display: "inline-block", m: 1 }}&gt;</a:t>
            </a:r>
          </a:p>
          <a:p>
            <a:pPr marL="0" indent="0">
              <a:buNone/>
            </a:pPr>
            <a:r>
              <a:rPr lang="en-US" sz="200" dirty="0"/>
              <a:t>                  &lt;</a:t>
            </a:r>
            <a:r>
              <a:rPr lang="en-US" sz="200" dirty="0" err="1"/>
              <a:t>AddToCart</a:t>
            </a:r>
            <a:endParaRPr lang="en-US" sz="200" dirty="0"/>
          </a:p>
          <a:p>
            <a:pPr marL="0" indent="0">
              <a:buNone/>
            </a:pPr>
            <a:r>
              <a:rPr lang="en-US" sz="200" dirty="0"/>
              <a:t>                    item={product}</a:t>
            </a:r>
          </a:p>
          <a:p>
            <a:pPr marL="0" indent="0">
              <a:buNone/>
            </a:pPr>
            <a:r>
              <a:rPr lang="en-US" sz="200" dirty="0"/>
              <a:t>                    </a:t>
            </a:r>
            <a:r>
              <a:rPr lang="en-US" sz="200" dirty="0" err="1"/>
              <a:t>cartStyle</a:t>
            </a:r>
            <a:r>
              <a:rPr lang="en-US" sz="200" dirty="0"/>
              <a:t>={{</a:t>
            </a:r>
          </a:p>
          <a:p>
            <a:pPr marL="0" indent="0">
              <a:buNone/>
            </a:pPr>
            <a:r>
              <a:rPr lang="en-US" sz="200" dirty="0"/>
              <a:t>                      width: "35px",</a:t>
            </a:r>
          </a:p>
          <a:p>
            <a:pPr marL="0" indent="0">
              <a:buNone/>
            </a:pPr>
            <a:r>
              <a:rPr lang="en-US" sz="200" dirty="0"/>
              <a:t>                      height: "35px",</a:t>
            </a:r>
          </a:p>
          <a:p>
            <a:pPr marL="0" indent="0">
              <a:buNone/>
            </a:pPr>
            <a:r>
              <a:rPr lang="en-US" sz="200" dirty="0"/>
              <a:t>                      padding: "10px 12px",</a:t>
            </a:r>
          </a:p>
          <a:p>
            <a:pPr marL="0" indent="0">
              <a:buNone/>
            </a:pPr>
            <a:r>
              <a:rPr lang="en-US" sz="200" dirty="0"/>
              <a:t>                      </a:t>
            </a:r>
            <a:r>
              <a:rPr lang="en-US" sz="200" dirty="0" err="1"/>
              <a:t>borderRadius</a:t>
            </a:r>
            <a:r>
              <a:rPr lang="en-US" sz="200" dirty="0"/>
              <a:t>: "0.25em",</a:t>
            </a:r>
          </a:p>
          <a:p>
            <a:pPr marL="0" indent="0">
              <a:buNone/>
            </a:pPr>
            <a:r>
              <a:rPr lang="en-US" sz="200" dirty="0"/>
              <a:t>                      </a:t>
            </a:r>
            <a:r>
              <a:rPr lang="en-US" sz="200" dirty="0" err="1"/>
              <a:t>backgroundColor</a:t>
            </a:r>
            <a:r>
              <a:rPr lang="en-US" sz="200" dirty="0"/>
              <a:t>: "#5f7c8b",</a:t>
            </a:r>
          </a:p>
          <a:p>
            <a:pPr marL="0" indent="0">
              <a:buNone/>
            </a:pPr>
            <a:r>
              <a:rPr lang="en-US" sz="200" dirty="0"/>
              <a:t>                    }}</a:t>
            </a:r>
          </a:p>
          <a:p>
            <a:pPr marL="0" indent="0">
              <a:buNone/>
            </a:pPr>
            <a:r>
              <a:rPr lang="en-US" sz="200" dirty="0"/>
              <a:t>                  /&gt;</a:t>
            </a:r>
          </a:p>
          <a:p>
            <a:pPr marL="0" indent="0">
              <a:buNone/>
            </a:pPr>
            <a:r>
              <a:rPr lang="en-US" sz="200" dirty="0"/>
              <a:t>                &lt;/Box&gt;</a:t>
            </a:r>
          </a:p>
          <a:p>
            <a:pPr marL="0" indent="0">
              <a:buNone/>
            </a:pPr>
            <a:r>
              <a:rPr lang="en-US" sz="200" dirty="0"/>
              <a:t>              }</a:t>
            </a:r>
          </a:p>
          <a:p>
            <a:pPr marL="0" indent="0">
              <a:buNone/>
            </a:pPr>
            <a:r>
              <a:rPr lang="en-US" sz="200" dirty="0"/>
              <a:t>            /&gt;</a:t>
            </a:r>
          </a:p>
          <a:p>
            <a:pPr marL="0" indent="0">
              <a:buNone/>
            </a:pPr>
            <a:r>
              <a:rPr lang="en-US" sz="200" dirty="0"/>
              <a:t>            &lt;Box </a:t>
            </a:r>
            <a:r>
              <a:rPr lang="en-US" sz="200" dirty="0" err="1"/>
              <a:t>sx</a:t>
            </a:r>
            <a:r>
              <a:rPr lang="en-US" sz="200" dirty="0"/>
              <a:t>={{ display: "flex" }}&gt;</a:t>
            </a:r>
          </a:p>
          <a:p>
            <a:pPr marL="0" indent="0">
              <a:buNone/>
            </a:pPr>
            <a:r>
              <a:rPr lang="en-US" sz="200" dirty="0"/>
              <a:t>              &lt;</a:t>
            </a:r>
            <a:r>
              <a:rPr lang="en-US" sz="200" dirty="0" err="1"/>
              <a:t>CardMedia</a:t>
            </a:r>
            <a:endParaRPr lang="en-US" sz="200" dirty="0"/>
          </a:p>
          <a:p>
            <a:pPr marL="0" indent="0">
              <a:buNone/>
            </a:pPr>
            <a:r>
              <a:rPr lang="en-US" sz="200" dirty="0"/>
              <a:t>                component="</a:t>
            </a:r>
            <a:r>
              <a:rPr lang="en-US" sz="200" dirty="0" err="1"/>
              <a:t>img</a:t>
            </a:r>
            <a:r>
              <a:rPr lang="en-US" sz="200" dirty="0"/>
              <a:t>"</a:t>
            </a:r>
          </a:p>
          <a:p>
            <a:pPr marL="0" indent="0">
              <a:buNone/>
            </a:pPr>
            <a:r>
              <a:rPr lang="en-US" sz="200" dirty="0"/>
              <a:t>                </a:t>
            </a:r>
            <a:r>
              <a:rPr lang="en-US" sz="200" dirty="0" err="1"/>
              <a:t>sx</a:t>
            </a:r>
            <a:r>
              <a:rPr lang="en-US" sz="200" dirty="0"/>
              <a:t>={{ width: "50%", height: 200, ml: 3 }}</a:t>
            </a:r>
          </a:p>
          <a:p>
            <a:pPr marL="0" indent="0">
              <a:buNone/>
            </a:pPr>
            <a:r>
              <a:rPr lang="en-US" sz="200" dirty="0"/>
              <a:t>                image={</a:t>
            </a:r>
            <a:r>
              <a:rPr lang="en-US" sz="200" dirty="0" err="1"/>
              <a:t>imageUrl</a:t>
            </a:r>
            <a:r>
              <a:rPr lang="en-US" sz="200" dirty="0"/>
              <a:t>}</a:t>
            </a:r>
          </a:p>
          <a:p>
            <a:pPr marL="0" indent="0">
              <a:buNone/>
            </a:pPr>
            <a:r>
              <a:rPr lang="en-US" sz="200" dirty="0"/>
              <a:t>                title={product.name}</a:t>
            </a:r>
          </a:p>
          <a:p>
            <a:pPr marL="0" indent="0">
              <a:buNone/>
            </a:pPr>
            <a:r>
              <a:rPr lang="en-US" sz="200" dirty="0"/>
              <a:t>              /&gt;</a:t>
            </a:r>
          </a:p>
          <a:p>
            <a:pPr marL="0" indent="0">
              <a:buNone/>
            </a:pPr>
            <a:r>
              <a:rPr lang="en-US" sz="200" dirty="0"/>
              <a:t>              &lt;Box </a:t>
            </a:r>
            <a:r>
              <a:rPr lang="en-US" sz="200" dirty="0" err="1"/>
              <a:t>sx</a:t>
            </a:r>
            <a:r>
              <a:rPr lang="en-US" sz="200" dirty="0"/>
              <a:t>={{ p: 3 }}&gt;</a:t>
            </a:r>
          </a:p>
          <a:p>
            <a:pPr marL="0" indent="0">
              <a:buNone/>
            </a:pPr>
            <a:r>
              <a:rPr lang="en-US" sz="200" dirty="0"/>
              <a:t>                &lt;Typography</a:t>
            </a:r>
          </a:p>
          <a:p>
            <a:pPr marL="0" indent="0">
              <a:buNone/>
            </a:pPr>
            <a:r>
              <a:rPr lang="en-US" sz="200" dirty="0"/>
              <a:t>                  variant="subtitle1"</a:t>
            </a:r>
          </a:p>
          <a:p>
            <a:pPr marL="0" indent="0">
              <a:buNone/>
            </a:pPr>
            <a:r>
              <a:rPr lang="en-US" sz="200" dirty="0"/>
              <a:t>                  </a:t>
            </a:r>
            <a:r>
              <a:rPr lang="en-US" sz="200" dirty="0" err="1"/>
              <a:t>sx</a:t>
            </a:r>
            <a:r>
              <a:rPr lang="en-US" sz="200" dirty="0"/>
              <a:t>={{ mb: 2, color: "</a:t>
            </a:r>
            <a:r>
              <a:rPr lang="en-US" sz="200" dirty="0" err="1"/>
              <a:t>text.primary</a:t>
            </a:r>
            <a:r>
              <a:rPr lang="en-US" sz="200" dirty="0"/>
              <a:t>" }}</a:t>
            </a:r>
          </a:p>
          <a:p>
            <a:pPr marL="0" indent="0">
              <a:buNone/>
            </a:pPr>
            <a:r>
              <a:rPr lang="en-US" sz="200" dirty="0"/>
              <a:t>                &gt;</a:t>
            </a:r>
          </a:p>
          <a:p>
            <a:pPr marL="0" indent="0">
              <a:buNone/>
            </a:pPr>
            <a:r>
              <a:rPr lang="en-US" sz="200" dirty="0"/>
              <a:t>                  {</a:t>
            </a:r>
            <a:r>
              <a:rPr lang="en-US" sz="200" dirty="0" err="1"/>
              <a:t>product.description</a:t>
            </a:r>
            <a:r>
              <a:rPr lang="en-US" sz="200" dirty="0"/>
              <a:t>}</a:t>
            </a:r>
          </a:p>
          <a:p>
            <a:pPr marL="0" indent="0">
              <a:buNone/>
            </a:pPr>
            <a:r>
              <a:rPr lang="en-US" sz="200" dirty="0"/>
              <a:t>                &lt;/Typography&gt;</a:t>
            </a:r>
          </a:p>
          <a:p>
            <a:pPr marL="0" indent="0">
              <a:buNone/>
            </a:pPr>
            <a:r>
              <a:rPr lang="en-US" sz="200" dirty="0"/>
              <a:t>                &lt;Box</a:t>
            </a:r>
          </a:p>
          <a:p>
            <a:pPr marL="0" indent="0">
              <a:buNone/>
            </a:pPr>
            <a:r>
              <a:rPr lang="en-US" sz="200" dirty="0"/>
              <a:t>                  </a:t>
            </a:r>
            <a:r>
              <a:rPr lang="en-US" sz="200" dirty="0" err="1"/>
              <a:t>sx</a:t>
            </a:r>
            <a:r>
              <a:rPr lang="en-US" sz="200" dirty="0"/>
              <a:t>={{</a:t>
            </a:r>
          </a:p>
          <a:p>
            <a:pPr marL="0" indent="0">
              <a:buNone/>
            </a:pPr>
            <a:r>
              <a:rPr lang="en-US" sz="200" dirty="0"/>
              <a:t>                    </a:t>
            </a:r>
            <a:r>
              <a:rPr lang="en-US" sz="200" dirty="0" err="1"/>
              <a:t>backgroundColor</a:t>
            </a:r>
            <a:r>
              <a:rPr lang="en-US" sz="200" dirty="0"/>
              <a:t>: "#93c5ae3d",</a:t>
            </a:r>
          </a:p>
          <a:p>
            <a:pPr marL="0" indent="0">
              <a:buNone/>
            </a:pPr>
            <a:r>
              <a:rPr lang="en-US" sz="200" dirty="0"/>
              <a:t>                    color: "#375a53",</a:t>
            </a:r>
          </a:p>
          <a:p>
            <a:pPr marL="0" indent="0">
              <a:buNone/>
            </a:pPr>
            <a:r>
              <a:rPr lang="en-US" sz="200" dirty="0"/>
              <a:t>                    </a:t>
            </a:r>
            <a:r>
              <a:rPr lang="en-US" sz="200" dirty="0" err="1"/>
              <a:t>fontSize</a:t>
            </a:r>
            <a:r>
              <a:rPr lang="en-US" sz="200" dirty="0"/>
              <a:t>: "1.3em",</a:t>
            </a:r>
          </a:p>
          <a:p>
            <a:pPr marL="0" indent="0">
              <a:buNone/>
            </a:pPr>
            <a:r>
              <a:rPr lang="en-US" sz="200" dirty="0"/>
              <a:t>                    p: 2,</a:t>
            </a:r>
          </a:p>
          <a:p>
            <a:pPr marL="0" indent="0">
              <a:buNone/>
            </a:pPr>
            <a:r>
              <a:rPr lang="en-US" sz="200" dirty="0"/>
              <a:t>                    mb: 2,</a:t>
            </a:r>
          </a:p>
          <a:p>
            <a:pPr marL="0" indent="0">
              <a:buNone/>
            </a:pPr>
            <a:r>
              <a:rPr lang="en-US" sz="200" dirty="0"/>
              <a:t>                    display: "inline-block",</a:t>
            </a:r>
          </a:p>
          <a:p>
            <a:pPr marL="0" indent="0">
              <a:buNone/>
            </a:pPr>
            <a:r>
              <a:rPr lang="en-US" sz="200" dirty="0"/>
              <a:t>                  }}</a:t>
            </a:r>
          </a:p>
          <a:p>
            <a:pPr marL="0" indent="0">
              <a:buNone/>
            </a:pPr>
            <a:r>
              <a:rPr lang="en-US" sz="200" dirty="0"/>
              <a:t>                &gt;</a:t>
            </a:r>
          </a:p>
          <a:p>
            <a:pPr marL="0" indent="0">
              <a:buNone/>
            </a:pPr>
            <a:r>
              <a:rPr lang="en-US" sz="200" dirty="0"/>
              <a:t>                  $ {</a:t>
            </a:r>
            <a:r>
              <a:rPr lang="en-US" sz="200" dirty="0" err="1"/>
              <a:t>product.price</a:t>
            </a:r>
            <a:r>
              <a:rPr lang="en-US" sz="200" dirty="0"/>
              <a:t>}</a:t>
            </a:r>
          </a:p>
          <a:p>
            <a:pPr marL="0" indent="0">
              <a:buNone/>
            </a:pPr>
            <a:r>
              <a:rPr lang="en-US" sz="200" dirty="0"/>
              <a:t>                &lt;/Box&gt;</a:t>
            </a:r>
          </a:p>
          <a:p>
            <a:pPr marL="0" indent="0">
              <a:buNone/>
            </a:pPr>
            <a:r>
              <a:rPr lang="en-US" sz="200" dirty="0"/>
              <a:t>                &lt;Box&gt;</a:t>
            </a:r>
          </a:p>
          <a:p>
            <a:pPr marL="0" indent="0">
              <a:buNone/>
            </a:pPr>
            <a:r>
              <a:rPr lang="en-US" sz="200" dirty="0"/>
              <a:t>                  &lt;Link</a:t>
            </a:r>
          </a:p>
          <a:p>
            <a:pPr marL="0" indent="0">
              <a:buNone/>
            </a:pPr>
            <a:r>
              <a:rPr lang="en-US" sz="200" dirty="0"/>
              <a:t>                    to={`/shops/${</a:t>
            </a:r>
            <a:r>
              <a:rPr lang="en-US" sz="200" dirty="0" err="1"/>
              <a:t>product.shop._id</a:t>
            </a:r>
            <a:r>
              <a:rPr lang="en-US" sz="200" dirty="0"/>
              <a:t>}`}</a:t>
            </a:r>
          </a:p>
          <a:p>
            <a:pPr marL="0" indent="0">
              <a:buNone/>
            </a:pPr>
            <a:r>
              <a:rPr lang="en-US" sz="200" dirty="0"/>
              <a:t>                    style={{</a:t>
            </a:r>
          </a:p>
          <a:p>
            <a:pPr marL="0" indent="0">
              <a:buNone/>
            </a:pPr>
            <a:r>
              <a:rPr lang="en-US" sz="200" dirty="0"/>
              <a:t>                      color: "#3e4c54b3",</a:t>
            </a:r>
          </a:p>
          <a:p>
            <a:pPr marL="0" indent="0">
              <a:buNone/>
            </a:pPr>
            <a:r>
              <a:rPr lang="en-US" sz="200" dirty="0"/>
              <a:t>                      </a:t>
            </a:r>
            <a:r>
              <a:rPr lang="en-US" sz="200" dirty="0" err="1"/>
              <a:t>fontSize</a:t>
            </a:r>
            <a:r>
              <a:rPr lang="en-US" sz="200" dirty="0"/>
              <a:t>: "0.9em",</a:t>
            </a:r>
          </a:p>
          <a:p>
            <a:pPr marL="0" indent="0">
              <a:buNone/>
            </a:pPr>
            <a:r>
              <a:rPr lang="en-US" sz="200" dirty="0"/>
              <a:t>                      </a:t>
            </a:r>
            <a:r>
              <a:rPr lang="en-US" sz="200" dirty="0" err="1"/>
              <a:t>textDecoration</a:t>
            </a:r>
            <a:r>
              <a:rPr lang="en-US" sz="200" dirty="0"/>
              <a:t>: "none",</a:t>
            </a:r>
          </a:p>
          <a:p>
            <a:pPr marL="0" indent="0">
              <a:buNone/>
            </a:pPr>
            <a:r>
              <a:rPr lang="en-US" sz="200" dirty="0"/>
              <a:t>                    }}</a:t>
            </a:r>
          </a:p>
          <a:p>
            <a:pPr marL="0" indent="0">
              <a:buNone/>
            </a:pPr>
            <a:r>
              <a:rPr lang="en-US" sz="200" dirty="0"/>
              <a:t>                  &gt;</a:t>
            </a:r>
          </a:p>
          <a:p>
            <a:pPr marL="0" indent="0">
              <a:buNone/>
            </a:pPr>
            <a:r>
              <a:rPr lang="en-US" sz="200" dirty="0"/>
              <a:t>                    &lt;</a:t>
            </a:r>
            <a:r>
              <a:rPr lang="en-US" sz="200" dirty="0" err="1"/>
              <a:t>ShoppingBasketIcon</a:t>
            </a:r>
            <a:endParaRPr lang="en-US" sz="200" dirty="0"/>
          </a:p>
          <a:p>
            <a:pPr marL="0" indent="0">
              <a:buNone/>
            </a:pPr>
            <a:r>
              <a:rPr lang="en-US" sz="200" dirty="0"/>
              <a:t>                      </a:t>
            </a:r>
            <a:r>
              <a:rPr lang="en-US" sz="200" dirty="0" err="1"/>
              <a:t>sx</a:t>
            </a:r>
            <a:r>
              <a:rPr lang="en-US" sz="200" dirty="0"/>
              <a:t>={{ </a:t>
            </a:r>
            <a:r>
              <a:rPr lang="en-US" sz="200" dirty="0" err="1"/>
              <a:t>verticalAlign</a:t>
            </a:r>
            <a:r>
              <a:rPr lang="en-US" sz="200" dirty="0"/>
              <a:t>: "sub", </a:t>
            </a:r>
            <a:r>
              <a:rPr lang="en-US" sz="200" dirty="0" err="1"/>
              <a:t>fontSize</a:t>
            </a:r>
            <a:r>
              <a:rPr lang="en-US" sz="200" dirty="0"/>
              <a:t>: "1rem", </a:t>
            </a:r>
            <a:r>
              <a:rPr lang="en-US" sz="200" dirty="0" err="1"/>
              <a:t>mr</a:t>
            </a:r>
            <a:r>
              <a:rPr lang="en-US" sz="200" dirty="0"/>
              <a:t>: 0.5 }}</a:t>
            </a:r>
          </a:p>
          <a:p>
            <a:pPr marL="0" indent="0">
              <a:buNone/>
            </a:pPr>
            <a:r>
              <a:rPr lang="en-US" sz="200" dirty="0"/>
              <a:t>                    /&gt;</a:t>
            </a:r>
          </a:p>
          <a:p>
            <a:pPr marL="0" indent="0">
              <a:buNone/>
            </a:pPr>
            <a:r>
              <a:rPr lang="en-US" sz="200" dirty="0"/>
              <a:t>                    {product.shop.name}</a:t>
            </a:r>
          </a:p>
          <a:p>
            <a:pPr marL="0" indent="0">
              <a:buNone/>
            </a:pPr>
            <a:r>
              <a:rPr lang="en-US" sz="200" dirty="0"/>
              <a:t>                  &lt;/Link&gt;</a:t>
            </a:r>
          </a:p>
          <a:p>
            <a:pPr marL="0" indent="0">
              <a:buNone/>
            </a:pPr>
            <a:r>
              <a:rPr lang="en-US" sz="200" dirty="0"/>
              <a:t>                &lt;/Box&gt;</a:t>
            </a:r>
          </a:p>
          <a:p>
            <a:pPr marL="0" indent="0">
              <a:buNone/>
            </a:pPr>
            <a:r>
              <a:rPr lang="en-US" sz="200" dirty="0"/>
              <a:t>              &lt;/Box&gt;</a:t>
            </a:r>
          </a:p>
          <a:p>
            <a:pPr marL="0" indent="0">
              <a:buNone/>
            </a:pPr>
            <a:r>
              <a:rPr lang="en-US" sz="200" dirty="0"/>
              <a:t>            &lt;/Box&gt;</a:t>
            </a:r>
          </a:p>
          <a:p>
            <a:pPr marL="0" indent="0">
              <a:buNone/>
            </a:pPr>
            <a:r>
              <a:rPr lang="en-US" sz="200" dirty="0"/>
              <a:t>          &lt;/Card&gt;</a:t>
            </a:r>
          </a:p>
          <a:p>
            <a:pPr marL="0" indent="0">
              <a:buNone/>
            </a:pPr>
            <a:r>
              <a:rPr lang="en-US" sz="200" dirty="0"/>
              <a:t>        &lt;/Grid&gt;</a:t>
            </a:r>
          </a:p>
          <a:p>
            <a:pPr marL="0" indent="0">
              <a:buNone/>
            </a:pPr>
            <a:br>
              <a:rPr lang="en-US" sz="200" dirty="0"/>
            </a:br>
            <a:endParaRPr lang="en-US" sz="200" dirty="0"/>
          </a:p>
          <a:p>
            <a:pPr marL="0" indent="0">
              <a:buNone/>
            </a:pPr>
            <a:r>
              <a:rPr lang="en-US" sz="200" dirty="0"/>
              <a:t>        {</a:t>
            </a:r>
            <a:r>
              <a:rPr lang="en-US" sz="200" dirty="0" err="1"/>
              <a:t>suggestions.length</a:t>
            </a:r>
            <a:r>
              <a:rPr lang="en-US" sz="200" dirty="0"/>
              <a:t> &gt; 0 &amp;&amp; (</a:t>
            </a:r>
          </a:p>
          <a:p>
            <a:pPr marL="0" indent="0">
              <a:buNone/>
            </a:pPr>
            <a:r>
              <a:rPr lang="en-US" sz="200" dirty="0"/>
              <a:t>          &lt;Grid item </a:t>
            </a:r>
            <a:r>
              <a:rPr lang="en-US" sz="200" dirty="0" err="1"/>
              <a:t>xs</a:t>
            </a:r>
            <a:r>
              <a:rPr lang="en-US" sz="200" dirty="0"/>
              <a:t>={12} md={5}&gt;</a:t>
            </a:r>
          </a:p>
          <a:p>
            <a:pPr marL="0" indent="0">
              <a:buNone/>
            </a:pPr>
            <a:r>
              <a:rPr lang="en-US" sz="200" dirty="0"/>
              <a:t>            &lt;Suggestions products={suggestions} title="Related Products" /&gt;</a:t>
            </a:r>
          </a:p>
          <a:p>
            <a:pPr marL="0" indent="0">
              <a:buNone/>
            </a:pPr>
            <a:r>
              <a:rPr lang="en-US" sz="200" dirty="0"/>
              <a:t>          &lt;/Grid&gt;</a:t>
            </a:r>
          </a:p>
          <a:p>
            <a:pPr marL="0" indent="0">
              <a:buNone/>
            </a:pPr>
            <a:r>
              <a:rPr lang="en-US" sz="200" dirty="0"/>
              <a:t>        )}</a:t>
            </a:r>
          </a:p>
          <a:p>
            <a:pPr marL="0" indent="0">
              <a:buNone/>
            </a:pPr>
            <a:r>
              <a:rPr lang="en-US" sz="200" dirty="0"/>
              <a:t>      &lt;/Grid&gt;</a:t>
            </a:r>
          </a:p>
          <a:p>
            <a:pPr marL="0" indent="0">
              <a:buNone/>
            </a:pPr>
            <a:r>
              <a:rPr lang="en-US" sz="200" dirty="0"/>
              <a:t>    &lt;/Box&gt;</a:t>
            </a:r>
          </a:p>
          <a:p>
            <a:pPr marL="0" indent="0">
              <a:buNone/>
            </a:pPr>
            <a:r>
              <a:rPr lang="en-US" sz="200" dirty="0"/>
              <a:t>  );</a:t>
            </a:r>
          </a:p>
          <a:p>
            <a:pPr marL="0" indent="0">
              <a:buNone/>
            </a:pPr>
            <a:r>
              <a:rPr lang="en-US" sz="200" dirty="0"/>
              <a:t>}</a:t>
            </a:r>
          </a:p>
          <a:p>
            <a:pPr marL="0" indent="0">
              <a:buNone/>
            </a:pPr>
            <a:endParaRPr lang="en-US" sz="200" dirty="0"/>
          </a:p>
        </p:txBody>
      </p:sp>
      <p:sp>
        <p:nvSpPr>
          <p:cNvPr id="4" name="Date Placeholder 3">
            <a:extLst>
              <a:ext uri="{FF2B5EF4-FFF2-40B4-BE49-F238E27FC236}">
                <a16:creationId xmlns:a16="http://schemas.microsoft.com/office/drawing/2014/main" id="{A205F280-3F2A-A740-C306-73434FABE8C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AD5AF93-645E-14CA-92D1-5EAF230E854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098D94E4-1B36-4F2D-BD80-751E21B4576C}"/>
              </a:ext>
            </a:extLst>
          </p:cNvPr>
          <p:cNvSpPr>
            <a:spLocks noGrp="1"/>
          </p:cNvSpPr>
          <p:nvPr>
            <p:ph type="sldNum" sz="quarter" idx="12"/>
          </p:nvPr>
        </p:nvSpPr>
        <p:spPr/>
        <p:txBody>
          <a:bodyPr/>
          <a:lstStyle/>
          <a:p>
            <a:fld id="{7C5CF243-786F-4254-B068-4C9F0B6EA12F}" type="slidenum">
              <a:rPr lang="en-US" altLang="en-US" smtClean="0"/>
              <a:pPr/>
              <a:t>92</a:t>
            </a:fld>
            <a:endParaRPr lang="en-US" altLang="en-US"/>
          </a:p>
        </p:txBody>
      </p:sp>
    </p:spTree>
    <p:extLst>
      <p:ext uri="{BB962C8B-B14F-4D97-AF65-F5344CB8AC3E}">
        <p14:creationId xmlns:p14="http://schemas.microsoft.com/office/powerpoint/2010/main" val="25010922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1F71A-7B31-F94A-ABDC-CAC02DBDEE80}"/>
              </a:ext>
            </a:extLst>
          </p:cNvPr>
          <p:cNvSpPr>
            <a:spLocks noGrp="1"/>
          </p:cNvSpPr>
          <p:nvPr>
            <p:ph type="title"/>
          </p:nvPr>
        </p:nvSpPr>
        <p:spPr/>
        <p:txBody>
          <a:bodyPr/>
          <a:lstStyle/>
          <a:p>
            <a:r>
              <a:rPr lang="en-US" dirty="0"/>
              <a:t>Client/product/</a:t>
            </a:r>
            <a:r>
              <a:rPr lang="en-US" dirty="0" err="1"/>
              <a:t>Products.jsx</a:t>
            </a:r>
            <a:endParaRPr lang="en-US" dirty="0"/>
          </a:p>
        </p:txBody>
      </p:sp>
      <p:sp>
        <p:nvSpPr>
          <p:cNvPr id="3" name="Content Placeholder 2">
            <a:extLst>
              <a:ext uri="{FF2B5EF4-FFF2-40B4-BE49-F238E27FC236}">
                <a16:creationId xmlns:a16="http://schemas.microsoft.com/office/drawing/2014/main" id="{D7EC7173-3122-9EAD-92D7-5F30A4E65FD3}"/>
              </a:ext>
            </a:extLst>
          </p:cNvPr>
          <p:cNvSpPr>
            <a:spLocks noGrp="1"/>
          </p:cNvSpPr>
          <p:nvPr>
            <p:ph idx="1"/>
          </p:nvPr>
        </p:nvSpPr>
        <p:spPr/>
        <p:txBody>
          <a:bodyPr/>
          <a:lstStyle/>
          <a:p>
            <a:pPr marL="0" indent="0">
              <a:buNone/>
            </a:pPr>
            <a:r>
              <a:rPr lang="en-US" sz="330" dirty="0"/>
              <a:t>import React from "react";</a:t>
            </a:r>
          </a:p>
          <a:p>
            <a:pPr marL="0" indent="0">
              <a:buNone/>
            </a:pPr>
            <a:r>
              <a:rPr lang="en-US" sz="330" dirty="0"/>
              <a:t>import </a:t>
            </a:r>
            <a:r>
              <a:rPr lang="en-US" sz="330" dirty="0" err="1"/>
              <a:t>PropTypes</a:t>
            </a:r>
            <a:r>
              <a:rPr lang="en-US" sz="330" dirty="0"/>
              <a:t> from "prop-types";</a:t>
            </a:r>
          </a:p>
          <a:p>
            <a:pPr marL="0" indent="0">
              <a:buNone/>
            </a:pPr>
            <a:r>
              <a:rPr lang="en-US" sz="330" dirty="0"/>
              <a:t>import {</a:t>
            </a:r>
          </a:p>
          <a:p>
            <a:pPr marL="0" indent="0">
              <a:buNone/>
            </a:pPr>
            <a:r>
              <a:rPr lang="en-US" sz="330" dirty="0"/>
              <a:t>  Typography,</a:t>
            </a:r>
          </a:p>
          <a:p>
            <a:pPr marL="0" indent="0">
              <a:buNone/>
            </a:pPr>
            <a:r>
              <a:rPr lang="en-US" sz="330" dirty="0"/>
              <a:t>  </a:t>
            </a:r>
            <a:r>
              <a:rPr lang="en-US" sz="330" dirty="0" err="1"/>
              <a:t>ImageList</a:t>
            </a:r>
            <a:r>
              <a:rPr lang="en-US" sz="330" dirty="0"/>
              <a:t>,</a:t>
            </a:r>
          </a:p>
          <a:p>
            <a:pPr marL="0" indent="0">
              <a:buNone/>
            </a:pPr>
            <a:r>
              <a:rPr lang="en-US" sz="330" dirty="0"/>
              <a:t>  </a:t>
            </a:r>
            <a:r>
              <a:rPr lang="en-US" sz="330" dirty="0" err="1"/>
              <a:t>ImageListItem</a:t>
            </a:r>
            <a:r>
              <a:rPr lang="en-US" sz="330" dirty="0"/>
              <a:t>,</a:t>
            </a:r>
          </a:p>
          <a:p>
            <a:pPr marL="0" indent="0">
              <a:buNone/>
            </a:pPr>
            <a:r>
              <a:rPr lang="en-US" sz="330" dirty="0"/>
              <a:t>  </a:t>
            </a:r>
            <a:r>
              <a:rPr lang="en-US" sz="330" dirty="0" err="1"/>
              <a:t>ImageListItemBar</a:t>
            </a:r>
            <a:r>
              <a:rPr lang="en-US" sz="330" dirty="0"/>
              <a:t>,</a:t>
            </a:r>
          </a:p>
          <a:p>
            <a:pPr marL="0" indent="0">
              <a:buNone/>
            </a:pPr>
            <a:r>
              <a:rPr lang="en-US" sz="330" dirty="0"/>
              <a:t>  Box,</a:t>
            </a:r>
          </a:p>
          <a:p>
            <a:pPr marL="0" indent="0">
              <a:buNone/>
            </a:pPr>
            <a:r>
              <a:rPr lang="en-US" sz="330" dirty="0"/>
              <a:t>} from "@</a:t>
            </a:r>
            <a:r>
              <a:rPr lang="en-US" sz="330" dirty="0" err="1"/>
              <a:t>mui</a:t>
            </a:r>
            <a:r>
              <a:rPr lang="en-US" sz="330" dirty="0"/>
              <a:t>/material";</a:t>
            </a:r>
          </a:p>
          <a:p>
            <a:pPr marL="0" indent="0">
              <a:buNone/>
            </a:pPr>
            <a:r>
              <a:rPr lang="en-US" sz="330" dirty="0"/>
              <a:t>import { Link } from "react-router-</a:t>
            </a:r>
            <a:r>
              <a:rPr lang="en-US" sz="330" dirty="0" err="1"/>
              <a:t>dom</a:t>
            </a:r>
            <a:r>
              <a:rPr lang="en-US" sz="330" dirty="0"/>
              <a:t>";</a:t>
            </a:r>
          </a:p>
          <a:p>
            <a:pPr marL="0" indent="0">
              <a:buNone/>
            </a:pPr>
            <a:r>
              <a:rPr lang="en-US" sz="330"/>
              <a:t>//import </a:t>
            </a:r>
            <a:r>
              <a:rPr lang="en-US" sz="330" dirty="0" err="1"/>
              <a:t>AddToCart</a:t>
            </a:r>
            <a:r>
              <a:rPr lang="en-US" sz="330" dirty="0"/>
              <a:t> from "./../cart/</a:t>
            </a:r>
            <a:r>
              <a:rPr lang="en-US" sz="330" dirty="0" err="1"/>
              <a:t>AddToCart</a:t>
            </a:r>
            <a:r>
              <a:rPr lang="en-US" sz="330" dirty="0"/>
              <a:t>";</a:t>
            </a:r>
          </a:p>
          <a:p>
            <a:pPr marL="0" indent="0">
              <a:buNone/>
            </a:pPr>
            <a:br>
              <a:rPr lang="en-US" sz="330" dirty="0"/>
            </a:br>
            <a:endParaRPr lang="en-US" sz="330" dirty="0"/>
          </a:p>
          <a:p>
            <a:pPr marL="0" indent="0">
              <a:buNone/>
            </a:pPr>
            <a:r>
              <a:rPr lang="en-US" sz="330" dirty="0"/>
              <a:t>export default function Products({ products, searched }) {</a:t>
            </a:r>
          </a:p>
          <a:p>
            <a:pPr marL="0" indent="0">
              <a:buNone/>
            </a:pPr>
            <a:r>
              <a:rPr lang="en-US" sz="330" dirty="0"/>
              <a:t>  return (</a:t>
            </a:r>
          </a:p>
          <a:p>
            <a:pPr marL="0" indent="0">
              <a:buNone/>
            </a:pPr>
            <a:r>
              <a:rPr lang="en-US" sz="330" dirty="0"/>
              <a:t>    &lt;Box</a:t>
            </a:r>
          </a:p>
          <a:p>
            <a:pPr marL="0" indent="0">
              <a:buNone/>
            </a:pPr>
            <a:r>
              <a:rPr lang="en-US" sz="330" dirty="0"/>
              <a:t>      </a:t>
            </a:r>
            <a:r>
              <a:rPr lang="en-US" sz="330" dirty="0" err="1"/>
              <a:t>sx</a:t>
            </a:r>
            <a:r>
              <a:rPr lang="en-US" sz="330" dirty="0"/>
              <a:t>={{</a:t>
            </a:r>
          </a:p>
          <a:p>
            <a:pPr marL="0" indent="0">
              <a:buNone/>
            </a:pPr>
            <a:r>
              <a:rPr lang="en-US" sz="330" dirty="0"/>
              <a:t>        display: "flex",</a:t>
            </a:r>
          </a:p>
          <a:p>
            <a:pPr marL="0" indent="0">
              <a:buNone/>
            </a:pPr>
            <a:r>
              <a:rPr lang="en-US" sz="330" dirty="0"/>
              <a:t>        </a:t>
            </a:r>
            <a:r>
              <a:rPr lang="en-US" sz="330" dirty="0" err="1"/>
              <a:t>flexWrap</a:t>
            </a:r>
            <a:r>
              <a:rPr lang="en-US" sz="330" dirty="0"/>
              <a:t>: "wrap",</a:t>
            </a:r>
          </a:p>
          <a:p>
            <a:pPr marL="0" indent="0">
              <a:buNone/>
            </a:pPr>
            <a:r>
              <a:rPr lang="en-US" sz="330" dirty="0"/>
              <a:t>        </a:t>
            </a:r>
            <a:r>
              <a:rPr lang="en-US" sz="330" dirty="0" err="1"/>
              <a:t>justifyContent</a:t>
            </a:r>
            <a:r>
              <a:rPr lang="en-US" sz="330" dirty="0"/>
              <a:t>: "space-around",</a:t>
            </a:r>
          </a:p>
          <a:p>
            <a:pPr marL="0" indent="0">
              <a:buNone/>
            </a:pPr>
            <a:r>
              <a:rPr lang="en-US" sz="330" dirty="0"/>
              <a:t>        overflow: "hidden",</a:t>
            </a:r>
          </a:p>
          <a:p>
            <a:pPr marL="0" indent="0">
              <a:buNone/>
            </a:pPr>
            <a:r>
              <a:rPr lang="en-US" sz="330" dirty="0"/>
              <a:t>        </a:t>
            </a:r>
            <a:r>
              <a:rPr lang="en-US" sz="330" dirty="0" err="1"/>
              <a:t>bgcolor</a:t>
            </a:r>
            <a:r>
              <a:rPr lang="en-US" sz="330" dirty="0"/>
              <a:t>: "</a:t>
            </a:r>
            <a:r>
              <a:rPr lang="en-US" sz="330" dirty="0" err="1"/>
              <a:t>background.paper</a:t>
            </a:r>
            <a:r>
              <a:rPr lang="en-US" sz="330" dirty="0"/>
              <a:t>",</a:t>
            </a:r>
          </a:p>
          <a:p>
            <a:pPr marL="0" indent="0">
              <a:buNone/>
            </a:pPr>
            <a:r>
              <a:rPr lang="en-US" sz="330" dirty="0"/>
              <a:t>        </a:t>
            </a:r>
            <a:r>
              <a:rPr lang="en-US" sz="330" dirty="0" err="1"/>
              <a:t>textAlign</a:t>
            </a:r>
            <a:r>
              <a:rPr lang="en-US" sz="330" dirty="0"/>
              <a:t>: "left",</a:t>
            </a:r>
          </a:p>
          <a:p>
            <a:pPr marL="0" indent="0">
              <a:buNone/>
            </a:pPr>
            <a:r>
              <a:rPr lang="en-US" sz="330" dirty="0"/>
              <a:t>        </a:t>
            </a:r>
            <a:r>
              <a:rPr lang="en-US" sz="330" dirty="0" err="1"/>
              <a:t>px</a:t>
            </a:r>
            <a:r>
              <a:rPr lang="en-US" sz="330" dirty="0"/>
              <a:t>: 1,</a:t>
            </a:r>
          </a:p>
          <a:p>
            <a:pPr marL="0" indent="0">
              <a:buNone/>
            </a:pPr>
            <a:r>
              <a:rPr lang="en-US" sz="330" dirty="0"/>
              <a:t>      }}</a:t>
            </a:r>
          </a:p>
          <a:p>
            <a:pPr marL="0" indent="0">
              <a:buNone/>
            </a:pPr>
            <a:r>
              <a:rPr lang="en-US" sz="330" dirty="0"/>
              <a:t>    &gt;</a:t>
            </a:r>
          </a:p>
          <a:p>
            <a:pPr marL="0" indent="0">
              <a:buNone/>
            </a:pPr>
            <a:r>
              <a:rPr lang="en-US" sz="330" dirty="0"/>
              <a:t>      {</a:t>
            </a:r>
            <a:r>
              <a:rPr lang="en-US" sz="330" dirty="0" err="1"/>
              <a:t>products.length</a:t>
            </a:r>
            <a:r>
              <a:rPr lang="en-US" sz="330" dirty="0"/>
              <a:t> &gt; 0 ? (</a:t>
            </a:r>
          </a:p>
          <a:p>
            <a:pPr marL="0" indent="0">
              <a:buNone/>
            </a:pPr>
            <a:r>
              <a:rPr lang="en-US" sz="330" dirty="0"/>
              <a:t>        &lt;Box </a:t>
            </a:r>
            <a:r>
              <a:rPr lang="en-US" sz="330" dirty="0" err="1"/>
              <a:t>sx</a:t>
            </a:r>
            <a:r>
              <a:rPr lang="en-US" sz="330" dirty="0"/>
              <a:t>={{ width: "100%", pb: "14px" }}&gt;</a:t>
            </a:r>
          </a:p>
          <a:p>
            <a:pPr marL="0" indent="0">
              <a:buNone/>
            </a:pPr>
            <a:r>
              <a:rPr lang="en-US" sz="330" dirty="0"/>
              <a:t>          &lt;</a:t>
            </a:r>
            <a:r>
              <a:rPr lang="en-US" sz="330" dirty="0" err="1"/>
              <a:t>ImageList</a:t>
            </a:r>
            <a:endParaRPr lang="en-US" sz="330" dirty="0"/>
          </a:p>
          <a:p>
            <a:pPr marL="0" indent="0">
              <a:buNone/>
            </a:pPr>
            <a:r>
              <a:rPr lang="en-US" sz="330" dirty="0"/>
              <a:t>            </a:t>
            </a:r>
            <a:r>
              <a:rPr lang="en-US" sz="330" dirty="0" err="1"/>
              <a:t>sx</a:t>
            </a:r>
            <a:r>
              <a:rPr lang="en-US" sz="330" dirty="0"/>
              <a:t>={{ width: "100%", </a:t>
            </a:r>
            <a:r>
              <a:rPr lang="en-US" sz="330" dirty="0" err="1"/>
              <a:t>minHeight</a:t>
            </a:r>
            <a:r>
              <a:rPr lang="en-US" sz="330" dirty="0"/>
              <a:t>: 200, </a:t>
            </a:r>
            <a:r>
              <a:rPr lang="en-US" sz="330" dirty="0" err="1"/>
              <a:t>py</a:t>
            </a:r>
            <a:r>
              <a:rPr lang="en-US" sz="330" dirty="0"/>
              <a:t>: "16px" }}</a:t>
            </a:r>
          </a:p>
          <a:p>
            <a:pPr marL="0" indent="0">
              <a:buNone/>
            </a:pPr>
            <a:r>
              <a:rPr lang="en-US" sz="330" dirty="0"/>
              <a:t>            cols={3}</a:t>
            </a:r>
          </a:p>
          <a:p>
            <a:pPr marL="0" indent="0">
              <a:buNone/>
            </a:pPr>
            <a:r>
              <a:rPr lang="en-US" sz="330" dirty="0"/>
              <a:t>            </a:t>
            </a:r>
            <a:r>
              <a:rPr lang="en-US" sz="330" dirty="0" err="1"/>
              <a:t>rowHeight</a:t>
            </a:r>
            <a:r>
              <a:rPr lang="en-US" sz="330" dirty="0"/>
              <a:t>={200}</a:t>
            </a:r>
          </a:p>
          <a:p>
            <a:pPr marL="0" indent="0">
              <a:buNone/>
            </a:pPr>
            <a:r>
              <a:rPr lang="en-US" sz="330" dirty="0"/>
              <a:t>          &gt;</a:t>
            </a:r>
          </a:p>
          <a:p>
            <a:pPr marL="0" indent="0">
              <a:buNone/>
            </a:pPr>
            <a:r>
              <a:rPr lang="en-US" sz="330" dirty="0"/>
              <a:t>            {</a:t>
            </a:r>
            <a:r>
              <a:rPr lang="en-US" sz="330" dirty="0" err="1"/>
              <a:t>products.map</a:t>
            </a:r>
            <a:r>
              <a:rPr lang="en-US" sz="330" dirty="0"/>
              <a:t>((product, </a:t>
            </a:r>
            <a:r>
              <a:rPr lang="en-US" sz="330" dirty="0" err="1"/>
              <a:t>i</a:t>
            </a:r>
            <a:r>
              <a:rPr lang="en-US" sz="330" dirty="0"/>
              <a:t>) =&gt; (</a:t>
            </a:r>
          </a:p>
          <a:p>
            <a:pPr marL="0" indent="0">
              <a:buNone/>
            </a:pPr>
            <a:r>
              <a:rPr lang="en-US" sz="330" dirty="0"/>
              <a:t>              &lt;</a:t>
            </a:r>
            <a:r>
              <a:rPr lang="en-US" sz="330" dirty="0" err="1"/>
              <a:t>ImageListItem</a:t>
            </a:r>
            <a:r>
              <a:rPr lang="en-US" sz="330" dirty="0"/>
              <a:t> key={</a:t>
            </a:r>
            <a:r>
              <a:rPr lang="en-US" sz="330" dirty="0" err="1"/>
              <a:t>i</a:t>
            </a:r>
            <a:r>
              <a:rPr lang="en-US" sz="330" dirty="0"/>
              <a:t>} </a:t>
            </a:r>
            <a:r>
              <a:rPr lang="en-US" sz="330" dirty="0" err="1"/>
              <a:t>sx</a:t>
            </a:r>
            <a:r>
              <a:rPr lang="en-US" sz="330" dirty="0"/>
              <a:t>={{ </a:t>
            </a:r>
            <a:r>
              <a:rPr lang="en-US" sz="330" dirty="0" err="1"/>
              <a:t>textAlign</a:t>
            </a:r>
            <a:r>
              <a:rPr lang="en-US" sz="330" dirty="0"/>
              <a:t>: "center" }}&gt;</a:t>
            </a:r>
          </a:p>
          <a:p>
            <a:pPr marL="0" indent="0">
              <a:buNone/>
            </a:pPr>
            <a:r>
              <a:rPr lang="en-US" sz="330" dirty="0"/>
              <a:t>                &lt;Link to={`/product/${</a:t>
            </a:r>
            <a:r>
              <a:rPr lang="en-US" sz="330" dirty="0" err="1"/>
              <a:t>product._id</a:t>
            </a:r>
            <a:r>
              <a:rPr lang="en-US" sz="330" dirty="0"/>
              <a:t>}`}&gt;</a:t>
            </a:r>
          </a:p>
          <a:p>
            <a:pPr marL="0" indent="0">
              <a:buNone/>
            </a:pPr>
            <a:r>
              <a:rPr lang="en-US" sz="330" dirty="0"/>
              <a:t>                  &lt;</a:t>
            </a:r>
            <a:r>
              <a:rPr lang="en-US" sz="330" dirty="0" err="1"/>
              <a:t>img</a:t>
            </a:r>
            <a:endParaRPr lang="en-US" sz="330" dirty="0"/>
          </a:p>
          <a:p>
            <a:pPr marL="0" indent="0">
              <a:buNone/>
            </a:pPr>
            <a:r>
              <a:rPr lang="en-US" sz="330" dirty="0"/>
              <a:t>                    </a:t>
            </a:r>
            <a:r>
              <a:rPr lang="en-US" sz="330" dirty="0" err="1"/>
              <a:t>src</a:t>
            </a:r>
            <a:r>
              <a:rPr lang="en-US" sz="330" dirty="0"/>
              <a:t>={`/</a:t>
            </a:r>
            <a:r>
              <a:rPr lang="en-US" sz="330" dirty="0" err="1"/>
              <a:t>api</a:t>
            </a:r>
            <a:r>
              <a:rPr lang="en-US" sz="330" dirty="0"/>
              <a:t>/product/image/${</a:t>
            </a:r>
            <a:r>
              <a:rPr lang="en-US" sz="330" dirty="0" err="1"/>
              <a:t>product._id</a:t>
            </a:r>
            <a:r>
              <a:rPr lang="en-US" sz="330" dirty="0"/>
              <a:t>}`}</a:t>
            </a:r>
          </a:p>
          <a:p>
            <a:pPr marL="0" indent="0">
              <a:buNone/>
            </a:pPr>
            <a:r>
              <a:rPr lang="en-US" sz="330" dirty="0"/>
              <a:t>                    alt={product.name}</a:t>
            </a:r>
          </a:p>
          <a:p>
            <a:pPr marL="0" indent="0">
              <a:buNone/>
            </a:pPr>
            <a:r>
              <a:rPr lang="en-US" sz="330" dirty="0"/>
              <a:t>                    loading="lazy"</a:t>
            </a:r>
          </a:p>
          <a:p>
            <a:pPr marL="0" indent="0">
              <a:buNone/>
            </a:pPr>
            <a:r>
              <a:rPr lang="en-US" sz="330" dirty="0"/>
              <a:t>                    style={{ height: "100%" }}</a:t>
            </a:r>
          </a:p>
          <a:p>
            <a:pPr marL="0" indent="0">
              <a:buNone/>
            </a:pPr>
            <a:r>
              <a:rPr lang="en-US" sz="330" dirty="0"/>
              <a:t>                  /&gt;</a:t>
            </a:r>
          </a:p>
          <a:p>
            <a:pPr marL="0" indent="0">
              <a:buNone/>
            </a:pPr>
            <a:r>
              <a:rPr lang="en-US" sz="330" dirty="0"/>
              <a:t>                &lt;/Link&gt;</a:t>
            </a:r>
          </a:p>
          <a:p>
            <a:pPr marL="0" indent="0">
              <a:buNone/>
            </a:pPr>
            <a:r>
              <a:rPr lang="en-US" sz="330" dirty="0"/>
              <a:t>                &lt;</a:t>
            </a:r>
            <a:r>
              <a:rPr lang="en-US" sz="330" dirty="0" err="1"/>
              <a:t>ImageListItemBar</a:t>
            </a:r>
            <a:endParaRPr lang="en-US" sz="330" dirty="0"/>
          </a:p>
          <a:p>
            <a:pPr marL="0" indent="0">
              <a:buNone/>
            </a:pPr>
            <a:r>
              <a:rPr lang="en-US" sz="330" dirty="0"/>
              <a:t>                  </a:t>
            </a:r>
            <a:r>
              <a:rPr lang="en-US" sz="330" dirty="0" err="1"/>
              <a:t>sx</a:t>
            </a:r>
            <a:r>
              <a:rPr lang="en-US" sz="330" dirty="0"/>
              <a:t>={{</a:t>
            </a:r>
          </a:p>
          <a:p>
            <a:pPr marL="0" indent="0">
              <a:buNone/>
            </a:pPr>
            <a:r>
              <a:rPr lang="en-US" sz="330" dirty="0"/>
              <a:t>                    </a:t>
            </a:r>
            <a:r>
              <a:rPr lang="en-US" sz="330" dirty="0" err="1"/>
              <a:t>backgroundColor</a:t>
            </a:r>
            <a:r>
              <a:rPr lang="en-US" sz="330" dirty="0"/>
              <a:t>: "</a:t>
            </a:r>
            <a:r>
              <a:rPr lang="en-US" sz="330" dirty="0" err="1"/>
              <a:t>rgba</a:t>
            </a:r>
            <a:r>
              <a:rPr lang="en-US" sz="330" dirty="0"/>
              <a:t>(0, 0, 0, 0.72)",</a:t>
            </a:r>
          </a:p>
          <a:p>
            <a:pPr marL="0" indent="0">
              <a:buNone/>
            </a:pPr>
            <a:r>
              <a:rPr lang="en-US" sz="330" dirty="0"/>
              <a:t>                    </a:t>
            </a:r>
            <a:r>
              <a:rPr lang="en-US" sz="330" dirty="0" err="1"/>
              <a:t>textAlign</a:t>
            </a:r>
            <a:r>
              <a:rPr lang="en-US" sz="330" dirty="0"/>
              <a:t>: "left",</a:t>
            </a:r>
          </a:p>
          <a:p>
            <a:pPr marL="0" indent="0">
              <a:buNone/>
            </a:pPr>
            <a:r>
              <a:rPr lang="en-US" sz="330" dirty="0"/>
              <a:t>                  }}</a:t>
            </a:r>
          </a:p>
          <a:p>
            <a:pPr marL="0" indent="0">
              <a:buNone/>
            </a:pPr>
            <a:r>
              <a:rPr lang="en-US" sz="330" dirty="0"/>
              <a:t>                  title={</a:t>
            </a:r>
          </a:p>
          <a:p>
            <a:pPr marL="0" indent="0">
              <a:buNone/>
            </a:pPr>
            <a:r>
              <a:rPr lang="en-US" sz="330" dirty="0"/>
              <a:t>                    &lt;Link</a:t>
            </a:r>
          </a:p>
          <a:p>
            <a:pPr marL="0" indent="0">
              <a:buNone/>
            </a:pPr>
            <a:r>
              <a:rPr lang="en-US" sz="330" dirty="0"/>
              <a:t>                      to={`/product/${</a:t>
            </a:r>
            <a:r>
              <a:rPr lang="en-US" sz="330" dirty="0" err="1"/>
              <a:t>product._id</a:t>
            </a:r>
            <a:r>
              <a:rPr lang="en-US" sz="330" dirty="0"/>
              <a:t>}`}</a:t>
            </a:r>
          </a:p>
          <a:p>
            <a:pPr marL="0" indent="0">
              <a:buNone/>
            </a:pPr>
            <a:r>
              <a:rPr lang="en-US" sz="330" dirty="0"/>
              <a:t>                      style={{</a:t>
            </a:r>
          </a:p>
          <a:p>
            <a:pPr marL="0" indent="0">
              <a:buNone/>
            </a:pPr>
            <a:r>
              <a:rPr lang="en-US" sz="330" dirty="0"/>
              <a:t>                        </a:t>
            </a:r>
            <a:r>
              <a:rPr lang="en-US" sz="330" dirty="0" err="1"/>
              <a:t>fontSize</a:t>
            </a:r>
            <a:r>
              <a:rPr lang="en-US" sz="330" dirty="0"/>
              <a:t>: "1.1em",</a:t>
            </a:r>
          </a:p>
          <a:p>
            <a:pPr marL="0" indent="0">
              <a:buNone/>
            </a:pPr>
            <a:r>
              <a:rPr lang="en-US" sz="330" dirty="0"/>
              <a:t>                        </a:t>
            </a:r>
            <a:r>
              <a:rPr lang="en-US" sz="330" dirty="0" err="1"/>
              <a:t>marginBottom</a:t>
            </a:r>
            <a:r>
              <a:rPr lang="en-US" sz="330" dirty="0"/>
              <a:t>: "5px",</a:t>
            </a:r>
          </a:p>
          <a:p>
            <a:pPr marL="0" indent="0">
              <a:buNone/>
            </a:pPr>
            <a:r>
              <a:rPr lang="en-US" sz="330" dirty="0"/>
              <a:t>                        color: "</a:t>
            </a:r>
            <a:r>
              <a:rPr lang="en-US" sz="330" dirty="0" err="1"/>
              <a:t>rgb</a:t>
            </a:r>
            <a:r>
              <a:rPr lang="en-US" sz="330" dirty="0"/>
              <a:t>(189, 222, 219)",</a:t>
            </a:r>
          </a:p>
          <a:p>
            <a:pPr marL="0" indent="0">
              <a:buNone/>
            </a:pPr>
            <a:r>
              <a:rPr lang="en-US" sz="330" dirty="0"/>
              <a:t>                        display: "block",</a:t>
            </a:r>
          </a:p>
          <a:p>
            <a:pPr marL="0" indent="0">
              <a:buNone/>
            </a:pPr>
            <a:r>
              <a:rPr lang="en-US" sz="330" dirty="0"/>
              <a:t>                        </a:t>
            </a:r>
            <a:r>
              <a:rPr lang="en-US" sz="330" dirty="0" err="1"/>
              <a:t>textDecoration</a:t>
            </a:r>
            <a:r>
              <a:rPr lang="en-US" sz="330" dirty="0"/>
              <a:t>: "none",</a:t>
            </a:r>
          </a:p>
          <a:p>
            <a:pPr marL="0" indent="0">
              <a:buNone/>
            </a:pPr>
            <a:r>
              <a:rPr lang="en-US" sz="330" dirty="0"/>
              <a:t>                      }}</a:t>
            </a:r>
          </a:p>
          <a:p>
            <a:pPr marL="0" indent="0">
              <a:buNone/>
            </a:pPr>
            <a:r>
              <a:rPr lang="en-US" sz="330" dirty="0"/>
              <a:t>                    &gt;</a:t>
            </a:r>
          </a:p>
          <a:p>
            <a:pPr marL="0" indent="0">
              <a:buNone/>
            </a:pPr>
            <a:r>
              <a:rPr lang="en-US" sz="330" dirty="0"/>
              <a:t>                      {product.name}</a:t>
            </a:r>
          </a:p>
          <a:p>
            <a:pPr marL="0" indent="0">
              <a:buNone/>
            </a:pPr>
            <a:r>
              <a:rPr lang="en-US" sz="330" dirty="0"/>
              <a:t>                    &lt;/Link&gt;</a:t>
            </a:r>
          </a:p>
          <a:p>
            <a:pPr marL="0" indent="0">
              <a:buNone/>
            </a:pPr>
            <a:r>
              <a:rPr lang="en-US" sz="330" dirty="0"/>
              <a:t>                  }</a:t>
            </a:r>
          </a:p>
          <a:p>
            <a:pPr marL="0" indent="0">
              <a:buNone/>
            </a:pPr>
            <a:r>
              <a:rPr lang="en-US" sz="330" dirty="0"/>
              <a:t>                  subtitle={&lt;span&gt;$ {</a:t>
            </a:r>
            <a:r>
              <a:rPr lang="en-US" sz="330" dirty="0" err="1"/>
              <a:t>product.price</a:t>
            </a:r>
            <a:r>
              <a:rPr lang="en-US" sz="330" dirty="0"/>
              <a:t>}&lt;/span&gt;}</a:t>
            </a:r>
          </a:p>
          <a:p>
            <a:pPr marL="0" indent="0">
              <a:buNone/>
            </a:pPr>
            <a:r>
              <a:rPr lang="en-US" sz="330" dirty="0"/>
              <a:t>                  </a:t>
            </a:r>
            <a:r>
              <a:rPr lang="en-US" sz="330" dirty="0" err="1"/>
              <a:t>actionIcon</a:t>
            </a:r>
            <a:r>
              <a:rPr lang="en-US" sz="330" dirty="0"/>
              <a:t>={&lt;</a:t>
            </a:r>
            <a:r>
              <a:rPr lang="en-US" sz="330" dirty="0" err="1"/>
              <a:t>AddToCart</a:t>
            </a:r>
            <a:r>
              <a:rPr lang="en-US" sz="330" dirty="0"/>
              <a:t> item={product} /&gt;}</a:t>
            </a:r>
          </a:p>
          <a:p>
            <a:pPr marL="0" indent="0">
              <a:buNone/>
            </a:pPr>
            <a:r>
              <a:rPr lang="en-US" sz="330" dirty="0"/>
              <a:t>                /&gt;</a:t>
            </a:r>
          </a:p>
          <a:p>
            <a:pPr marL="0" indent="0">
              <a:buNone/>
            </a:pPr>
            <a:r>
              <a:rPr lang="en-US" sz="330" dirty="0"/>
              <a:t>              &lt;/</a:t>
            </a:r>
            <a:r>
              <a:rPr lang="en-US" sz="330" dirty="0" err="1"/>
              <a:t>ImageListItem</a:t>
            </a:r>
            <a:r>
              <a:rPr lang="en-US" sz="330" dirty="0"/>
              <a:t>&gt;</a:t>
            </a:r>
          </a:p>
          <a:p>
            <a:pPr marL="0" indent="0">
              <a:buNone/>
            </a:pPr>
            <a:r>
              <a:rPr lang="en-US" sz="330" dirty="0"/>
              <a:t>            ))}</a:t>
            </a:r>
          </a:p>
          <a:p>
            <a:pPr marL="0" indent="0">
              <a:buNone/>
            </a:pPr>
            <a:r>
              <a:rPr lang="en-US" sz="330" dirty="0"/>
              <a:t>          &lt;/</a:t>
            </a:r>
            <a:r>
              <a:rPr lang="en-US" sz="330" dirty="0" err="1"/>
              <a:t>ImageList</a:t>
            </a:r>
            <a:r>
              <a:rPr lang="en-US" sz="330" dirty="0"/>
              <a:t>&gt;</a:t>
            </a:r>
          </a:p>
          <a:p>
            <a:pPr marL="0" indent="0">
              <a:buNone/>
            </a:pPr>
            <a:r>
              <a:rPr lang="en-US" sz="330" dirty="0"/>
              <a:t>        &lt;/Box&gt;</a:t>
            </a:r>
          </a:p>
          <a:p>
            <a:pPr marL="0" indent="0">
              <a:buNone/>
            </a:pPr>
            <a:r>
              <a:rPr lang="en-US" sz="330" dirty="0"/>
              <a:t>      ) : (</a:t>
            </a:r>
          </a:p>
          <a:p>
            <a:pPr marL="0" indent="0">
              <a:buNone/>
            </a:pPr>
            <a:r>
              <a:rPr lang="en-US" sz="330" dirty="0"/>
              <a:t>        searched &amp;&amp; (</a:t>
            </a:r>
          </a:p>
          <a:p>
            <a:pPr marL="0" indent="0">
              <a:buNone/>
            </a:pPr>
            <a:r>
              <a:rPr lang="en-US" sz="330" dirty="0"/>
              <a:t>          &lt;Typography variant="subtitle1" component="h4" </a:t>
            </a:r>
            <a:r>
              <a:rPr lang="en-US" sz="330" dirty="0" err="1"/>
              <a:t>sx</a:t>
            </a:r>
            <a:r>
              <a:rPr lang="en-US" sz="330" dirty="0"/>
              <a:t>={{ p: 3 }}&gt;</a:t>
            </a:r>
          </a:p>
          <a:p>
            <a:pPr marL="0" indent="0">
              <a:buNone/>
            </a:pPr>
            <a:r>
              <a:rPr lang="en-US" sz="330" dirty="0"/>
              <a:t>            No products found! :(</a:t>
            </a:r>
          </a:p>
          <a:p>
            <a:pPr marL="0" indent="0">
              <a:buNone/>
            </a:pPr>
            <a:r>
              <a:rPr lang="en-US" sz="330" dirty="0"/>
              <a:t>          &lt;/Typography&gt;</a:t>
            </a:r>
          </a:p>
          <a:p>
            <a:pPr marL="0" indent="0">
              <a:buNone/>
            </a:pPr>
            <a:r>
              <a:rPr lang="en-US" sz="330" dirty="0"/>
              <a:t>        )</a:t>
            </a:r>
          </a:p>
          <a:p>
            <a:pPr marL="0" indent="0">
              <a:buNone/>
            </a:pPr>
            <a:r>
              <a:rPr lang="en-US" sz="330" dirty="0"/>
              <a:t>      )}</a:t>
            </a:r>
          </a:p>
          <a:p>
            <a:pPr marL="0" indent="0">
              <a:buNone/>
            </a:pPr>
            <a:r>
              <a:rPr lang="en-US" sz="330" dirty="0"/>
              <a:t>    &lt;/Box&gt;</a:t>
            </a:r>
          </a:p>
          <a:p>
            <a:pPr marL="0" indent="0">
              <a:buNone/>
            </a:pPr>
            <a:r>
              <a:rPr lang="en-US" sz="330" dirty="0"/>
              <a:t>  );</a:t>
            </a:r>
          </a:p>
          <a:p>
            <a:pPr marL="0" indent="0">
              <a:buNone/>
            </a:pPr>
            <a:r>
              <a:rPr lang="en-US" sz="330" dirty="0"/>
              <a:t>}</a:t>
            </a:r>
          </a:p>
          <a:p>
            <a:pPr marL="0" indent="0">
              <a:buNone/>
            </a:pPr>
            <a:br>
              <a:rPr lang="en-US" sz="330" dirty="0"/>
            </a:br>
            <a:endParaRPr lang="en-US" sz="330" dirty="0"/>
          </a:p>
          <a:p>
            <a:pPr marL="0" indent="0">
              <a:buNone/>
            </a:pPr>
            <a:r>
              <a:rPr lang="en-US" sz="330" dirty="0" err="1"/>
              <a:t>Products.propTypes</a:t>
            </a:r>
            <a:r>
              <a:rPr lang="en-US" sz="330" dirty="0"/>
              <a:t> = {</a:t>
            </a:r>
          </a:p>
          <a:p>
            <a:pPr marL="0" indent="0">
              <a:buNone/>
            </a:pPr>
            <a:r>
              <a:rPr lang="en-US" sz="330" dirty="0"/>
              <a:t>  products: </a:t>
            </a:r>
            <a:r>
              <a:rPr lang="en-US" sz="330" dirty="0" err="1"/>
              <a:t>PropTypes.array.isRequired</a:t>
            </a:r>
            <a:r>
              <a:rPr lang="en-US" sz="330" dirty="0"/>
              <a:t>,</a:t>
            </a:r>
          </a:p>
          <a:p>
            <a:pPr marL="0" indent="0">
              <a:buNone/>
            </a:pPr>
            <a:r>
              <a:rPr lang="en-US" sz="330" dirty="0"/>
              <a:t>  searched: </a:t>
            </a:r>
            <a:r>
              <a:rPr lang="en-US" sz="330" dirty="0" err="1"/>
              <a:t>PropTypes.bool.isRequired</a:t>
            </a:r>
            <a:r>
              <a:rPr lang="en-US" sz="330" dirty="0"/>
              <a:t>,</a:t>
            </a:r>
          </a:p>
          <a:p>
            <a:pPr marL="0" indent="0">
              <a:buNone/>
            </a:pPr>
            <a:r>
              <a:rPr lang="en-US" sz="330" dirty="0"/>
              <a:t>};</a:t>
            </a:r>
          </a:p>
          <a:p>
            <a:pPr marL="0" indent="0">
              <a:buNone/>
            </a:pPr>
            <a:endParaRPr lang="en-US" sz="330" dirty="0"/>
          </a:p>
        </p:txBody>
      </p:sp>
      <p:sp>
        <p:nvSpPr>
          <p:cNvPr id="4" name="Date Placeholder 3">
            <a:extLst>
              <a:ext uri="{FF2B5EF4-FFF2-40B4-BE49-F238E27FC236}">
                <a16:creationId xmlns:a16="http://schemas.microsoft.com/office/drawing/2014/main" id="{06B118B3-428B-94A9-5BC7-D69819143656}"/>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D1B35A3C-0359-13C1-EEF3-A2492E80455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B3CFCC5-6AA4-B4A4-CE2F-8DC6AB29EE24}"/>
              </a:ext>
            </a:extLst>
          </p:cNvPr>
          <p:cNvSpPr>
            <a:spLocks noGrp="1"/>
          </p:cNvSpPr>
          <p:nvPr>
            <p:ph type="sldNum" sz="quarter" idx="12"/>
          </p:nvPr>
        </p:nvSpPr>
        <p:spPr/>
        <p:txBody>
          <a:bodyPr/>
          <a:lstStyle/>
          <a:p>
            <a:fld id="{7C5CF243-786F-4254-B068-4C9F0B6EA12F}" type="slidenum">
              <a:rPr lang="en-US" altLang="en-US" smtClean="0"/>
              <a:pPr/>
              <a:t>93</a:t>
            </a:fld>
            <a:endParaRPr lang="en-US" altLang="en-US"/>
          </a:p>
        </p:txBody>
      </p:sp>
    </p:spTree>
    <p:extLst>
      <p:ext uri="{BB962C8B-B14F-4D97-AF65-F5344CB8AC3E}">
        <p14:creationId xmlns:p14="http://schemas.microsoft.com/office/powerpoint/2010/main" val="11871604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28E4D-3B38-4504-3833-94AE413A9695}"/>
              </a:ext>
            </a:extLst>
          </p:cNvPr>
          <p:cNvSpPr>
            <a:spLocks noGrp="1"/>
          </p:cNvSpPr>
          <p:nvPr>
            <p:ph type="title"/>
          </p:nvPr>
        </p:nvSpPr>
        <p:spPr/>
        <p:txBody>
          <a:bodyPr/>
          <a:lstStyle/>
          <a:p>
            <a:r>
              <a:rPr lang="en-US" dirty="0"/>
              <a:t>Updated Client/</a:t>
            </a:r>
            <a:r>
              <a:rPr lang="en-US" dirty="0" err="1"/>
              <a:t>MainRouter.jsx</a:t>
            </a:r>
            <a:endParaRPr lang="en-US" dirty="0"/>
          </a:p>
        </p:txBody>
      </p:sp>
      <p:sp>
        <p:nvSpPr>
          <p:cNvPr id="3" name="Content Placeholder 2">
            <a:extLst>
              <a:ext uri="{FF2B5EF4-FFF2-40B4-BE49-F238E27FC236}">
                <a16:creationId xmlns:a16="http://schemas.microsoft.com/office/drawing/2014/main" id="{80664481-ED42-D216-3D9B-4AE52E71C6A8}"/>
              </a:ext>
            </a:extLst>
          </p:cNvPr>
          <p:cNvSpPr>
            <a:spLocks noGrp="1"/>
          </p:cNvSpPr>
          <p:nvPr>
            <p:ph idx="1"/>
          </p:nvPr>
        </p:nvSpPr>
        <p:spPr/>
        <p:txBody>
          <a:bodyPr/>
          <a:lstStyle/>
          <a:p>
            <a:r>
              <a:rPr lang="en-US" sz="320" dirty="0"/>
              <a:t>import React from "react";</a:t>
            </a:r>
          </a:p>
          <a:p>
            <a:r>
              <a:rPr lang="en-US" sz="320" dirty="0"/>
              <a:t>import { Route, Routes } from "react-router-</a:t>
            </a:r>
            <a:r>
              <a:rPr lang="en-US" sz="320" dirty="0" err="1"/>
              <a:t>dom</a:t>
            </a:r>
            <a:r>
              <a:rPr lang="en-US" sz="320" dirty="0"/>
              <a:t>";</a:t>
            </a:r>
          </a:p>
          <a:p>
            <a:r>
              <a:rPr lang="en-US" sz="320" dirty="0"/>
              <a:t>import Home from "./core/Home";</a:t>
            </a:r>
          </a:p>
          <a:p>
            <a:r>
              <a:rPr lang="en-US" sz="320" dirty="0"/>
              <a:t>import Users from "./user/</a:t>
            </a:r>
            <a:r>
              <a:rPr lang="en-US" sz="320" dirty="0" err="1"/>
              <a:t>Users.jsx</a:t>
            </a:r>
            <a:r>
              <a:rPr lang="en-US" sz="320" dirty="0"/>
              <a:t>";</a:t>
            </a:r>
          </a:p>
          <a:p>
            <a:r>
              <a:rPr lang="en-US" sz="320" dirty="0"/>
              <a:t>import Signup from "./user/</a:t>
            </a:r>
            <a:r>
              <a:rPr lang="en-US" sz="320" dirty="0" err="1"/>
              <a:t>Signup.jsx</a:t>
            </a:r>
            <a:r>
              <a:rPr lang="en-US" sz="320" dirty="0"/>
              <a:t>";</a:t>
            </a:r>
          </a:p>
          <a:p>
            <a:r>
              <a:rPr lang="en-US" sz="320" dirty="0"/>
              <a:t>import </a:t>
            </a:r>
            <a:r>
              <a:rPr lang="en-US" sz="320" dirty="0" err="1"/>
              <a:t>Signin</a:t>
            </a:r>
            <a:r>
              <a:rPr lang="en-US" sz="320" dirty="0"/>
              <a:t> from './lib/</a:t>
            </a:r>
            <a:r>
              <a:rPr lang="en-US" sz="320" dirty="0" err="1"/>
              <a:t>Signin.jsx</a:t>
            </a:r>
            <a:r>
              <a:rPr lang="en-US" sz="320" dirty="0"/>
              <a:t>'</a:t>
            </a:r>
          </a:p>
          <a:p>
            <a:r>
              <a:rPr lang="en-US" sz="320" dirty="0"/>
              <a:t>import Profile from "./user/</a:t>
            </a:r>
            <a:r>
              <a:rPr lang="en-US" sz="320" dirty="0" err="1"/>
              <a:t>Profile.jsx</a:t>
            </a:r>
            <a:r>
              <a:rPr lang="en-US" sz="320" dirty="0"/>
              <a:t>";</a:t>
            </a:r>
          </a:p>
          <a:p>
            <a:r>
              <a:rPr lang="en-US" sz="320" dirty="0"/>
              <a:t>import </a:t>
            </a:r>
            <a:r>
              <a:rPr lang="en-US" sz="320" dirty="0" err="1"/>
              <a:t>PrivateRoute</a:t>
            </a:r>
            <a:r>
              <a:rPr lang="en-US" sz="320" dirty="0"/>
              <a:t> from "./lib/</a:t>
            </a:r>
            <a:r>
              <a:rPr lang="en-US" sz="320" dirty="0" err="1"/>
              <a:t>PrivateRoute.jsx</a:t>
            </a:r>
            <a:r>
              <a:rPr lang="en-US" sz="320" dirty="0"/>
              <a:t>";</a:t>
            </a:r>
          </a:p>
          <a:p>
            <a:r>
              <a:rPr lang="en-US" sz="320" dirty="0"/>
              <a:t>import </a:t>
            </a:r>
            <a:r>
              <a:rPr lang="en-US" sz="320" dirty="0" err="1"/>
              <a:t>EditProfile</a:t>
            </a:r>
            <a:r>
              <a:rPr lang="en-US" sz="320" dirty="0"/>
              <a:t> from "./user/</a:t>
            </a:r>
            <a:r>
              <a:rPr lang="en-US" sz="320" dirty="0" err="1"/>
              <a:t>EditProfile.jsx</a:t>
            </a:r>
            <a:r>
              <a:rPr lang="en-US" sz="320" dirty="0"/>
              <a:t>";</a:t>
            </a:r>
          </a:p>
          <a:p>
            <a:r>
              <a:rPr lang="en-US" sz="320" dirty="0"/>
              <a:t>import Shops from "./shop/Shops";</a:t>
            </a:r>
          </a:p>
          <a:p>
            <a:r>
              <a:rPr lang="en-US" sz="320" dirty="0"/>
              <a:t>import </a:t>
            </a:r>
            <a:r>
              <a:rPr lang="en-US" sz="320" dirty="0" err="1"/>
              <a:t>MyShops</a:t>
            </a:r>
            <a:r>
              <a:rPr lang="en-US" sz="320" dirty="0"/>
              <a:t> from "./shop/</a:t>
            </a:r>
            <a:r>
              <a:rPr lang="en-US" sz="320" dirty="0" err="1"/>
              <a:t>MyShops</a:t>
            </a:r>
            <a:r>
              <a:rPr lang="en-US" sz="320" dirty="0"/>
              <a:t>";</a:t>
            </a:r>
          </a:p>
          <a:p>
            <a:r>
              <a:rPr lang="en-US" sz="320" dirty="0"/>
              <a:t>import </a:t>
            </a:r>
            <a:r>
              <a:rPr lang="en-US" sz="320" dirty="0" err="1"/>
              <a:t>NewShop</a:t>
            </a:r>
            <a:r>
              <a:rPr lang="en-US" sz="320" dirty="0"/>
              <a:t> from "./shop/</a:t>
            </a:r>
            <a:r>
              <a:rPr lang="en-US" sz="320" dirty="0" err="1"/>
              <a:t>NewShop</a:t>
            </a:r>
            <a:r>
              <a:rPr lang="en-US" sz="320" dirty="0"/>
              <a:t>";</a:t>
            </a:r>
          </a:p>
          <a:p>
            <a:r>
              <a:rPr lang="en-US" sz="320" dirty="0"/>
              <a:t>import </a:t>
            </a:r>
            <a:r>
              <a:rPr lang="en-US" sz="320" dirty="0" err="1"/>
              <a:t>EditShop</a:t>
            </a:r>
            <a:r>
              <a:rPr lang="en-US" sz="320" dirty="0"/>
              <a:t> from "./shop/</a:t>
            </a:r>
            <a:r>
              <a:rPr lang="en-US" sz="320" dirty="0" err="1"/>
              <a:t>EditShop</a:t>
            </a:r>
            <a:r>
              <a:rPr lang="en-US" sz="320" dirty="0"/>
              <a:t>";</a:t>
            </a:r>
          </a:p>
          <a:p>
            <a:r>
              <a:rPr lang="en-US" sz="320" dirty="0">
                <a:highlight>
                  <a:srgbClr val="FFFF00"/>
                </a:highlight>
              </a:rPr>
              <a:t>import </a:t>
            </a:r>
            <a:r>
              <a:rPr lang="en-US" sz="320" dirty="0" err="1">
                <a:highlight>
                  <a:srgbClr val="FFFF00"/>
                </a:highlight>
              </a:rPr>
              <a:t>NewProduct</a:t>
            </a:r>
            <a:r>
              <a:rPr lang="en-US" sz="320" dirty="0">
                <a:highlight>
                  <a:srgbClr val="FFFF00"/>
                </a:highlight>
              </a:rPr>
              <a:t> from "./product/</a:t>
            </a:r>
            <a:r>
              <a:rPr lang="en-US" sz="320" dirty="0" err="1">
                <a:highlight>
                  <a:srgbClr val="FFFF00"/>
                </a:highlight>
              </a:rPr>
              <a:t>NewProduct</a:t>
            </a:r>
            <a:r>
              <a:rPr lang="en-US" sz="320" dirty="0">
                <a:highlight>
                  <a:srgbClr val="FFFF00"/>
                </a:highlight>
              </a:rPr>
              <a:t>";</a:t>
            </a:r>
          </a:p>
          <a:p>
            <a:r>
              <a:rPr lang="en-US" sz="320" dirty="0">
                <a:highlight>
                  <a:srgbClr val="FFFF00"/>
                </a:highlight>
              </a:rPr>
              <a:t>import </a:t>
            </a:r>
            <a:r>
              <a:rPr lang="en-US" sz="320" dirty="0" err="1">
                <a:highlight>
                  <a:srgbClr val="FFFF00"/>
                </a:highlight>
              </a:rPr>
              <a:t>EditProduct</a:t>
            </a:r>
            <a:r>
              <a:rPr lang="en-US" sz="320" dirty="0">
                <a:highlight>
                  <a:srgbClr val="FFFF00"/>
                </a:highlight>
              </a:rPr>
              <a:t> from "./product/</a:t>
            </a:r>
            <a:r>
              <a:rPr lang="en-US" sz="320" dirty="0" err="1">
                <a:highlight>
                  <a:srgbClr val="FFFF00"/>
                </a:highlight>
              </a:rPr>
              <a:t>EditProduct</a:t>
            </a:r>
            <a:r>
              <a:rPr lang="en-US" sz="320" dirty="0">
                <a:highlight>
                  <a:srgbClr val="FFFF00"/>
                </a:highlight>
              </a:rPr>
              <a:t>";</a:t>
            </a:r>
          </a:p>
          <a:p>
            <a:br>
              <a:rPr lang="en-US" sz="320" dirty="0"/>
            </a:br>
            <a:r>
              <a:rPr lang="en-US" sz="320" dirty="0"/>
              <a:t>import Menu from "./core/Menu";</a:t>
            </a:r>
          </a:p>
          <a:p>
            <a:r>
              <a:rPr lang="en-US" sz="320" dirty="0"/>
              <a:t>function </a:t>
            </a:r>
            <a:r>
              <a:rPr lang="en-US" sz="320" dirty="0" err="1"/>
              <a:t>MainRouter</a:t>
            </a:r>
            <a:r>
              <a:rPr lang="en-US" sz="320" dirty="0"/>
              <a:t>() {</a:t>
            </a:r>
          </a:p>
          <a:p>
            <a:r>
              <a:rPr lang="en-US" sz="320" dirty="0"/>
              <a:t>  return (</a:t>
            </a:r>
          </a:p>
          <a:p>
            <a:r>
              <a:rPr lang="en-US" sz="320" dirty="0"/>
              <a:t>    &lt;div&gt;</a:t>
            </a:r>
          </a:p>
          <a:p>
            <a:r>
              <a:rPr lang="en-US" sz="320" dirty="0"/>
              <a:t>      &lt;Menu /&gt;</a:t>
            </a:r>
          </a:p>
          <a:p>
            <a:br>
              <a:rPr lang="en-US" sz="320" dirty="0"/>
            </a:br>
            <a:r>
              <a:rPr lang="en-US" sz="320" dirty="0"/>
              <a:t>      &lt;Routes&gt;</a:t>
            </a:r>
          </a:p>
          <a:p>
            <a:r>
              <a:rPr lang="en-US" sz="320" dirty="0"/>
              <a:t>        &lt;Route path="/" element={&lt;Home /&gt;} /&gt;</a:t>
            </a:r>
          </a:p>
          <a:p>
            <a:r>
              <a:rPr lang="en-US" sz="320" dirty="0"/>
              <a:t>        &lt;Route path="/users" element={&lt;Users /&gt;} /&gt;</a:t>
            </a:r>
          </a:p>
          <a:p>
            <a:r>
              <a:rPr lang="en-US" sz="320" dirty="0"/>
              <a:t>        &lt;Route path="/shops/all" element={&lt;Shops /&gt;} /&gt;</a:t>
            </a:r>
          </a:p>
          <a:p>
            <a:r>
              <a:rPr lang="en-US" sz="320" dirty="0"/>
              <a:t>        &lt;Route path="/signup" element={&lt;Signup /&gt;} /&gt;</a:t>
            </a:r>
          </a:p>
          <a:p>
            <a:r>
              <a:rPr lang="en-US" sz="320" dirty="0"/>
              <a:t>        &lt;Route path="/</a:t>
            </a:r>
            <a:r>
              <a:rPr lang="en-US" sz="320" dirty="0" err="1"/>
              <a:t>signin</a:t>
            </a:r>
            <a:r>
              <a:rPr lang="en-US" sz="320" dirty="0"/>
              <a:t>" element={&lt;</a:t>
            </a:r>
            <a:r>
              <a:rPr lang="en-US" sz="320" dirty="0" err="1"/>
              <a:t>Signin</a:t>
            </a:r>
            <a:r>
              <a:rPr lang="en-US" sz="320" dirty="0"/>
              <a:t> /&gt;} /&gt;</a:t>
            </a:r>
          </a:p>
          <a:p>
            <a:r>
              <a:rPr lang="en-US" sz="320" dirty="0"/>
              <a:t>        &lt;Route</a:t>
            </a:r>
          </a:p>
          <a:p>
            <a:r>
              <a:rPr lang="en-US" sz="320" dirty="0"/>
              <a:t>          path="/user/edit/:</a:t>
            </a:r>
            <a:r>
              <a:rPr lang="en-US" sz="320" dirty="0" err="1"/>
              <a:t>userId</a:t>
            </a:r>
            <a:r>
              <a:rPr lang="en-US" sz="320" dirty="0"/>
              <a:t>"</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EditProfile</a:t>
            </a:r>
            <a:r>
              <a:rPr lang="en-US" sz="320" dirty="0"/>
              <a:t> /&gt;</a:t>
            </a:r>
          </a:p>
          <a:p>
            <a:r>
              <a:rPr lang="en-US" sz="320" dirty="0"/>
              <a:t>            &lt;/</a:t>
            </a:r>
            <a:r>
              <a:rPr lang="en-US" sz="320" dirty="0" err="1"/>
              <a:t>PrivateRoute</a:t>
            </a:r>
            <a:r>
              <a:rPr lang="en-US" sz="320" dirty="0"/>
              <a:t>&gt;</a:t>
            </a:r>
          </a:p>
          <a:p>
            <a:r>
              <a:rPr lang="en-US" sz="320" dirty="0"/>
              <a:t>          }</a:t>
            </a:r>
          </a:p>
          <a:p>
            <a:r>
              <a:rPr lang="en-US" sz="320" dirty="0"/>
              <a:t>        /&gt;</a:t>
            </a:r>
          </a:p>
          <a:p>
            <a:r>
              <a:rPr lang="en-US" sz="320" dirty="0"/>
              <a:t>        &lt;Route path="/user/:</a:t>
            </a:r>
            <a:r>
              <a:rPr lang="en-US" sz="320" dirty="0" err="1"/>
              <a:t>userId</a:t>
            </a:r>
            <a:r>
              <a:rPr lang="en-US" sz="320" dirty="0"/>
              <a:t>" element={&lt;Profile /&gt;} /&gt;</a:t>
            </a:r>
          </a:p>
          <a:p>
            <a:r>
              <a:rPr lang="en-US" sz="320" dirty="0"/>
              <a:t>        &lt;Route</a:t>
            </a:r>
          </a:p>
          <a:p>
            <a:r>
              <a:rPr lang="en-US" sz="320" dirty="0"/>
              <a:t>          path="/seller/shops"</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MyShops</a:t>
            </a:r>
            <a:r>
              <a:rPr lang="en-US" sz="320" dirty="0"/>
              <a:t> /&gt;</a:t>
            </a:r>
          </a:p>
          <a:p>
            <a:r>
              <a:rPr lang="en-US" sz="320" dirty="0"/>
              <a:t>            &lt;/</a:t>
            </a:r>
            <a:r>
              <a:rPr lang="en-US" sz="320" dirty="0" err="1"/>
              <a:t>PrivateRoute</a:t>
            </a:r>
            <a:r>
              <a:rPr lang="en-US" sz="320" dirty="0"/>
              <a:t>&gt;</a:t>
            </a:r>
          </a:p>
          <a:p>
            <a:r>
              <a:rPr lang="en-US" sz="320" dirty="0"/>
              <a:t>          }</a:t>
            </a:r>
          </a:p>
          <a:p>
            <a:r>
              <a:rPr lang="en-US" sz="320" dirty="0"/>
              <a:t>        /&gt;</a:t>
            </a:r>
          </a:p>
          <a:p>
            <a:r>
              <a:rPr lang="en-US" sz="320" dirty="0"/>
              <a:t>        &lt;Route</a:t>
            </a:r>
          </a:p>
          <a:p>
            <a:r>
              <a:rPr lang="en-US" sz="320" dirty="0"/>
              <a:t>          path="/seller/shop/new"</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NewShop</a:t>
            </a:r>
            <a:r>
              <a:rPr lang="en-US" sz="320" dirty="0"/>
              <a:t> /&gt;</a:t>
            </a:r>
          </a:p>
          <a:p>
            <a:r>
              <a:rPr lang="en-US" sz="320" dirty="0"/>
              <a:t>            &lt;/</a:t>
            </a:r>
            <a:r>
              <a:rPr lang="en-US" sz="320" dirty="0" err="1"/>
              <a:t>PrivateRoute</a:t>
            </a:r>
            <a:r>
              <a:rPr lang="en-US" sz="320" dirty="0"/>
              <a:t>&gt;</a:t>
            </a:r>
          </a:p>
          <a:p>
            <a:r>
              <a:rPr lang="en-US" sz="320" dirty="0"/>
              <a:t>          }</a:t>
            </a:r>
          </a:p>
          <a:p>
            <a:r>
              <a:rPr lang="en-US" sz="320" dirty="0"/>
              <a:t>        /&gt;</a:t>
            </a:r>
          </a:p>
          <a:p>
            <a:r>
              <a:rPr lang="en-US" sz="320" dirty="0"/>
              <a:t>        &lt;Route</a:t>
            </a:r>
          </a:p>
          <a:p>
            <a:r>
              <a:rPr lang="en-US" sz="320" dirty="0"/>
              <a:t>          path="/seller/shop/edit/:</a:t>
            </a:r>
            <a:r>
              <a:rPr lang="en-US" sz="320" dirty="0" err="1"/>
              <a:t>shopId</a:t>
            </a:r>
            <a:r>
              <a:rPr lang="en-US" sz="320" dirty="0"/>
              <a:t>"</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EditShop</a:t>
            </a:r>
            <a:r>
              <a:rPr lang="en-US" sz="320" dirty="0"/>
              <a:t> /&gt;</a:t>
            </a:r>
          </a:p>
          <a:p>
            <a:r>
              <a:rPr lang="en-US" sz="320" dirty="0"/>
              <a:t>            &lt;/</a:t>
            </a:r>
            <a:r>
              <a:rPr lang="en-US" sz="320" dirty="0" err="1"/>
              <a:t>PrivateRoute</a:t>
            </a:r>
            <a:r>
              <a:rPr lang="en-US" sz="320" dirty="0"/>
              <a:t>&gt;</a:t>
            </a:r>
          </a:p>
          <a:p>
            <a:r>
              <a:rPr lang="en-US" sz="320" dirty="0"/>
              <a:t>          }</a:t>
            </a:r>
          </a:p>
          <a:p>
            <a:r>
              <a:rPr lang="en-US" sz="320" dirty="0"/>
              <a:t>        /&gt;</a:t>
            </a:r>
          </a:p>
          <a:p>
            <a:r>
              <a:rPr lang="en-US" sz="320" dirty="0"/>
              <a:t>        </a:t>
            </a:r>
          </a:p>
          <a:p>
            <a:r>
              <a:rPr lang="en-US" sz="320" dirty="0"/>
              <a:t>        &lt;Route</a:t>
            </a:r>
          </a:p>
          <a:p>
            <a:r>
              <a:rPr lang="en-US" sz="320" dirty="0"/>
              <a:t>          path="/seller/:</a:t>
            </a:r>
            <a:r>
              <a:rPr lang="en-US" sz="320" dirty="0" err="1"/>
              <a:t>shopId</a:t>
            </a:r>
            <a:r>
              <a:rPr lang="en-US" sz="320" dirty="0"/>
              <a:t>/products/new"</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NewProduct</a:t>
            </a:r>
            <a:r>
              <a:rPr lang="en-US" sz="320" dirty="0"/>
              <a:t> /&gt;</a:t>
            </a:r>
          </a:p>
          <a:p>
            <a:r>
              <a:rPr lang="en-US" sz="320" dirty="0"/>
              <a:t>            &lt;/</a:t>
            </a:r>
            <a:r>
              <a:rPr lang="en-US" sz="320" dirty="0" err="1"/>
              <a:t>PrivateRoute</a:t>
            </a:r>
            <a:r>
              <a:rPr lang="en-US" sz="320" dirty="0"/>
              <a:t>&gt;</a:t>
            </a:r>
          </a:p>
          <a:p>
            <a:r>
              <a:rPr lang="en-US" sz="320" dirty="0"/>
              <a:t>          }</a:t>
            </a:r>
          </a:p>
          <a:p>
            <a:r>
              <a:rPr lang="en-US" sz="320" dirty="0"/>
              <a:t>          component={</a:t>
            </a:r>
            <a:r>
              <a:rPr lang="en-US" sz="320" dirty="0" err="1"/>
              <a:t>NewProduct</a:t>
            </a:r>
            <a:r>
              <a:rPr lang="en-US" sz="320" dirty="0"/>
              <a:t>}</a:t>
            </a:r>
          </a:p>
          <a:p>
            <a:r>
              <a:rPr lang="en-US" sz="320" dirty="0"/>
              <a:t>        /&gt;</a:t>
            </a:r>
          </a:p>
          <a:p>
            <a:r>
              <a:rPr lang="en-US" sz="320" dirty="0"/>
              <a:t>        </a:t>
            </a:r>
          </a:p>
          <a:p>
            <a:r>
              <a:rPr lang="en-US" sz="320" dirty="0"/>
              <a:t>        &lt;Route</a:t>
            </a:r>
          </a:p>
          <a:p>
            <a:r>
              <a:rPr lang="en-US" sz="320" dirty="0"/>
              <a:t>          path="/seller/:</a:t>
            </a:r>
            <a:r>
              <a:rPr lang="en-US" sz="320" dirty="0" err="1"/>
              <a:t>shopId</a:t>
            </a:r>
            <a:r>
              <a:rPr lang="en-US" sz="320" dirty="0"/>
              <a:t>/:</a:t>
            </a:r>
            <a:r>
              <a:rPr lang="en-US" sz="320" dirty="0" err="1"/>
              <a:t>productId</a:t>
            </a:r>
            <a:r>
              <a:rPr lang="en-US" sz="320" dirty="0"/>
              <a:t>/edit"</a:t>
            </a:r>
          </a:p>
          <a:p>
            <a:r>
              <a:rPr lang="en-US" sz="320" dirty="0"/>
              <a:t>          element={</a:t>
            </a:r>
          </a:p>
          <a:p>
            <a:r>
              <a:rPr lang="en-US" sz="320" dirty="0"/>
              <a:t>            &lt;</a:t>
            </a:r>
            <a:r>
              <a:rPr lang="en-US" sz="320" dirty="0" err="1"/>
              <a:t>PrivateRoute</a:t>
            </a:r>
            <a:r>
              <a:rPr lang="en-US" sz="320" dirty="0"/>
              <a:t>&gt;</a:t>
            </a:r>
          </a:p>
          <a:p>
            <a:r>
              <a:rPr lang="en-US" sz="320" dirty="0"/>
              <a:t>               &lt;</a:t>
            </a:r>
            <a:r>
              <a:rPr lang="en-US" sz="320" dirty="0" err="1"/>
              <a:t>EditProduct</a:t>
            </a:r>
            <a:r>
              <a:rPr lang="en-US" sz="320" dirty="0"/>
              <a:t> /&gt;</a:t>
            </a:r>
          </a:p>
          <a:p>
            <a:r>
              <a:rPr lang="en-US" sz="320" dirty="0"/>
              <a:t>            &lt;/</a:t>
            </a:r>
            <a:r>
              <a:rPr lang="en-US" sz="320" dirty="0" err="1"/>
              <a:t>PrivateRoute</a:t>
            </a:r>
            <a:r>
              <a:rPr lang="en-US" sz="320" dirty="0"/>
              <a:t>&gt;</a:t>
            </a:r>
          </a:p>
          <a:p>
            <a:r>
              <a:rPr lang="en-US" sz="320" dirty="0"/>
              <a:t>          }</a:t>
            </a:r>
          </a:p>
          <a:p>
            <a:r>
              <a:rPr lang="en-US" sz="320" dirty="0"/>
              <a:t>        /&gt;</a:t>
            </a:r>
          </a:p>
          <a:p>
            <a:r>
              <a:rPr lang="en-US" sz="320" dirty="0"/>
              <a:t>      &lt;/Routes&gt;</a:t>
            </a:r>
          </a:p>
          <a:p>
            <a:r>
              <a:rPr lang="en-US" sz="320" dirty="0"/>
              <a:t>    &lt;/div&gt;</a:t>
            </a:r>
          </a:p>
          <a:p>
            <a:r>
              <a:rPr lang="en-US" sz="320" dirty="0"/>
              <a:t>  );</a:t>
            </a:r>
          </a:p>
          <a:p>
            <a:r>
              <a:rPr lang="en-US" sz="320" dirty="0"/>
              <a:t>}</a:t>
            </a:r>
          </a:p>
          <a:p>
            <a:br>
              <a:rPr lang="en-US" sz="320" dirty="0"/>
            </a:br>
            <a:r>
              <a:rPr lang="en-US" sz="320" dirty="0"/>
              <a:t>export default </a:t>
            </a:r>
            <a:r>
              <a:rPr lang="en-US" sz="320" dirty="0" err="1"/>
              <a:t>MainRouter</a:t>
            </a:r>
            <a:r>
              <a:rPr lang="en-US" sz="320" dirty="0"/>
              <a:t>;</a:t>
            </a:r>
          </a:p>
          <a:p>
            <a:pPr marL="0" indent="0">
              <a:buNone/>
            </a:pPr>
            <a:endParaRPr lang="en-US" sz="320" dirty="0"/>
          </a:p>
        </p:txBody>
      </p:sp>
      <p:sp>
        <p:nvSpPr>
          <p:cNvPr id="4" name="Date Placeholder 3">
            <a:extLst>
              <a:ext uri="{FF2B5EF4-FFF2-40B4-BE49-F238E27FC236}">
                <a16:creationId xmlns:a16="http://schemas.microsoft.com/office/drawing/2014/main" id="{8B7A9DDD-59C1-847B-5CD4-FE973142C29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36C0444-5064-3297-D23B-C16BE48A98B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7E48AF8-683E-12E5-3D59-FD14D0C7E5EC}"/>
              </a:ext>
            </a:extLst>
          </p:cNvPr>
          <p:cNvSpPr>
            <a:spLocks noGrp="1"/>
          </p:cNvSpPr>
          <p:nvPr>
            <p:ph type="sldNum" sz="quarter" idx="12"/>
          </p:nvPr>
        </p:nvSpPr>
        <p:spPr/>
        <p:txBody>
          <a:bodyPr/>
          <a:lstStyle/>
          <a:p>
            <a:fld id="{7C5CF243-786F-4254-B068-4C9F0B6EA12F}" type="slidenum">
              <a:rPr lang="en-US" altLang="en-US" smtClean="0"/>
              <a:pPr/>
              <a:t>94</a:t>
            </a:fld>
            <a:endParaRPr lang="en-US" altLang="en-US"/>
          </a:p>
        </p:txBody>
      </p:sp>
    </p:spTree>
    <p:extLst>
      <p:ext uri="{BB962C8B-B14F-4D97-AF65-F5344CB8AC3E}">
        <p14:creationId xmlns:p14="http://schemas.microsoft.com/office/powerpoint/2010/main" val="8248284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B33EF-8C63-9697-EC45-47F2D9F4148D}"/>
              </a:ext>
            </a:extLst>
          </p:cNvPr>
          <p:cNvSpPr>
            <a:spLocks noGrp="1"/>
          </p:cNvSpPr>
          <p:nvPr>
            <p:ph type="title"/>
          </p:nvPr>
        </p:nvSpPr>
        <p:spPr>
          <a:xfrm>
            <a:off x="1066800" y="2667000"/>
            <a:ext cx="7772400" cy="1752600"/>
          </a:xfrm>
        </p:spPr>
        <p:txBody>
          <a:bodyPr/>
          <a:lstStyle/>
          <a:p>
            <a:r>
              <a:rPr lang="en-US" dirty="0"/>
              <a:t>Admin Role</a:t>
            </a:r>
          </a:p>
        </p:txBody>
      </p:sp>
      <p:sp>
        <p:nvSpPr>
          <p:cNvPr id="4" name="Date Placeholder 3">
            <a:extLst>
              <a:ext uri="{FF2B5EF4-FFF2-40B4-BE49-F238E27FC236}">
                <a16:creationId xmlns:a16="http://schemas.microsoft.com/office/drawing/2014/main" id="{0BFD23E4-1AB6-3474-21E4-F5F068504874}"/>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851DC39-4143-77FF-BF26-5003668CE294}"/>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BC4ADB4D-84FE-1A8C-1DD5-D8E18901D284}"/>
              </a:ext>
            </a:extLst>
          </p:cNvPr>
          <p:cNvSpPr>
            <a:spLocks noGrp="1"/>
          </p:cNvSpPr>
          <p:nvPr>
            <p:ph type="sldNum" sz="quarter" idx="12"/>
          </p:nvPr>
        </p:nvSpPr>
        <p:spPr/>
        <p:txBody>
          <a:bodyPr/>
          <a:lstStyle/>
          <a:p>
            <a:fld id="{7C5CF243-786F-4254-B068-4C9F0B6EA12F}" type="slidenum">
              <a:rPr lang="en-US" altLang="en-US" smtClean="0"/>
              <a:pPr/>
              <a:t>95</a:t>
            </a:fld>
            <a:endParaRPr lang="en-US" altLang="en-US"/>
          </a:p>
        </p:txBody>
      </p:sp>
    </p:spTree>
    <p:extLst>
      <p:ext uri="{BB962C8B-B14F-4D97-AF65-F5344CB8AC3E}">
        <p14:creationId xmlns:p14="http://schemas.microsoft.com/office/powerpoint/2010/main" val="2898254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F559C-B623-BE93-525A-5353A12B260E}"/>
              </a:ext>
            </a:extLst>
          </p:cNvPr>
          <p:cNvSpPr>
            <a:spLocks noGrp="1"/>
          </p:cNvSpPr>
          <p:nvPr>
            <p:ph type="title"/>
          </p:nvPr>
        </p:nvSpPr>
        <p:spPr/>
        <p:txBody>
          <a:bodyPr/>
          <a:lstStyle/>
          <a:p>
            <a:r>
              <a:rPr lang="en-US" sz="2800" b="1" dirty="0"/>
              <a:t>Updated </a:t>
            </a:r>
            <a:r>
              <a:rPr lang="en-US" sz="2800" b="1" dirty="0" err="1"/>
              <a:t>mern</a:t>
            </a:r>
            <a:r>
              <a:rPr lang="en-US" sz="2800" b="1" dirty="0"/>
              <a:t>-marketplace/server/models/user.model.js:</a:t>
            </a:r>
            <a:endParaRPr lang="en-US" sz="2800" dirty="0"/>
          </a:p>
        </p:txBody>
      </p:sp>
      <p:sp>
        <p:nvSpPr>
          <p:cNvPr id="3" name="Content Placeholder 2">
            <a:extLst>
              <a:ext uri="{FF2B5EF4-FFF2-40B4-BE49-F238E27FC236}">
                <a16:creationId xmlns:a16="http://schemas.microsoft.com/office/drawing/2014/main" id="{45F67364-B3FF-4E0A-22A3-D7C925203C34}"/>
              </a:ext>
            </a:extLst>
          </p:cNvPr>
          <p:cNvSpPr>
            <a:spLocks noGrp="1"/>
          </p:cNvSpPr>
          <p:nvPr>
            <p:ph idx="1"/>
          </p:nvPr>
        </p:nvSpPr>
        <p:spPr/>
        <p:txBody>
          <a:bodyPr/>
          <a:lstStyle/>
          <a:p>
            <a:pPr marL="0" indent="0">
              <a:buNone/>
            </a:pPr>
            <a:r>
              <a:rPr lang="en-US" sz="350" dirty="0"/>
              <a:t>import mongoose from "mongoose";</a:t>
            </a:r>
          </a:p>
          <a:p>
            <a:pPr marL="0" indent="0">
              <a:buNone/>
            </a:pPr>
            <a:r>
              <a:rPr lang="en-US" sz="350" dirty="0"/>
              <a:t>import crypto from "crypto";</a:t>
            </a:r>
          </a:p>
          <a:p>
            <a:pPr marL="0" indent="0">
              <a:buNone/>
            </a:pPr>
            <a:r>
              <a:rPr lang="en-US" sz="350" dirty="0"/>
              <a:t>const </a:t>
            </a:r>
            <a:r>
              <a:rPr lang="en-US" sz="350" dirty="0" err="1"/>
              <a:t>UserSchema</a:t>
            </a:r>
            <a:r>
              <a:rPr lang="en-US" sz="350" dirty="0"/>
              <a:t> = new </a:t>
            </a:r>
            <a:r>
              <a:rPr lang="en-US" sz="350" dirty="0" err="1"/>
              <a:t>mongoose.Schema</a:t>
            </a:r>
            <a:r>
              <a:rPr lang="en-US" sz="350" dirty="0"/>
              <a:t>({</a:t>
            </a:r>
          </a:p>
          <a:p>
            <a:pPr marL="0" indent="0">
              <a:buNone/>
            </a:pPr>
            <a:r>
              <a:rPr lang="en-US" sz="350" dirty="0"/>
              <a:t>  name: {</a:t>
            </a:r>
          </a:p>
          <a:p>
            <a:pPr marL="0" indent="0">
              <a:buNone/>
            </a:pPr>
            <a:r>
              <a:rPr lang="en-US" sz="350" dirty="0"/>
              <a:t>    type: String,</a:t>
            </a:r>
          </a:p>
          <a:p>
            <a:pPr marL="0" indent="0">
              <a:buNone/>
            </a:pPr>
            <a:r>
              <a:rPr lang="en-US" sz="350" dirty="0"/>
              <a:t>    trim: true,</a:t>
            </a:r>
          </a:p>
          <a:p>
            <a:pPr marL="0" indent="0">
              <a:buNone/>
            </a:pPr>
            <a:r>
              <a:rPr lang="en-US" sz="350" dirty="0"/>
              <a:t>    required: "Name is required",</a:t>
            </a:r>
          </a:p>
          <a:p>
            <a:pPr marL="0" indent="0">
              <a:buNone/>
            </a:pPr>
            <a:r>
              <a:rPr lang="en-US" sz="350" dirty="0"/>
              <a:t>  },</a:t>
            </a:r>
          </a:p>
          <a:p>
            <a:pPr marL="0" indent="0">
              <a:buNone/>
            </a:pPr>
            <a:r>
              <a:rPr lang="en-US" sz="350" dirty="0"/>
              <a:t>  email: {</a:t>
            </a:r>
          </a:p>
          <a:p>
            <a:pPr marL="0" indent="0">
              <a:buNone/>
            </a:pPr>
            <a:r>
              <a:rPr lang="en-US" sz="350" dirty="0"/>
              <a:t>    type: String,</a:t>
            </a:r>
          </a:p>
          <a:p>
            <a:pPr marL="0" indent="0">
              <a:buNone/>
            </a:pPr>
            <a:r>
              <a:rPr lang="en-US" sz="350" dirty="0"/>
              <a:t>    trim: true,</a:t>
            </a:r>
          </a:p>
          <a:p>
            <a:pPr marL="0" indent="0">
              <a:buNone/>
            </a:pPr>
            <a:r>
              <a:rPr lang="en-US" sz="350" dirty="0"/>
              <a:t>    unique: "Email already exists",</a:t>
            </a:r>
          </a:p>
          <a:p>
            <a:pPr marL="0" indent="0">
              <a:buNone/>
            </a:pPr>
            <a:r>
              <a:rPr lang="en-US" sz="350" dirty="0"/>
              <a:t>    match: [/.+\@.+\..+/, "Please fill a valid email address"],</a:t>
            </a:r>
          </a:p>
          <a:p>
            <a:pPr marL="0" indent="0">
              <a:buNone/>
            </a:pPr>
            <a:r>
              <a:rPr lang="en-US" sz="350" dirty="0"/>
              <a:t>    required: "Email is required",</a:t>
            </a:r>
          </a:p>
          <a:p>
            <a:pPr marL="0" indent="0">
              <a:buNone/>
            </a:pPr>
            <a:r>
              <a:rPr lang="en-US" sz="350" dirty="0"/>
              <a:t>  },</a:t>
            </a:r>
          </a:p>
          <a:p>
            <a:pPr marL="0" indent="0">
              <a:buNone/>
            </a:pPr>
            <a:br>
              <a:rPr lang="en-US" sz="350" dirty="0"/>
            </a:br>
            <a:r>
              <a:rPr lang="en-US" sz="350" dirty="0"/>
              <a:t>  seller: {</a:t>
            </a:r>
          </a:p>
          <a:p>
            <a:pPr marL="0" indent="0">
              <a:buNone/>
            </a:pPr>
            <a:r>
              <a:rPr lang="en-US" sz="350" dirty="0"/>
              <a:t>    type: Boolean,</a:t>
            </a:r>
          </a:p>
          <a:p>
            <a:pPr marL="0" indent="0">
              <a:buNone/>
            </a:pPr>
            <a:r>
              <a:rPr lang="en-US" sz="350" dirty="0"/>
              <a:t>    default: false,</a:t>
            </a:r>
          </a:p>
          <a:p>
            <a:pPr marL="0" indent="0">
              <a:buNone/>
            </a:pPr>
            <a:r>
              <a:rPr lang="en-US" sz="350" dirty="0"/>
              <a:t>  },</a:t>
            </a:r>
          </a:p>
          <a:p>
            <a:pPr marL="0" indent="0">
              <a:buNone/>
            </a:pPr>
            <a:br>
              <a:rPr lang="en-US" sz="350" dirty="0"/>
            </a:br>
            <a:r>
              <a:rPr lang="en-US" sz="350" dirty="0"/>
              <a:t>  </a:t>
            </a:r>
          </a:p>
          <a:p>
            <a:pPr marL="0" indent="0">
              <a:buNone/>
            </a:pPr>
            <a:r>
              <a:rPr lang="en-US" sz="350" dirty="0">
                <a:highlight>
                  <a:srgbClr val="FFFF00"/>
                </a:highlight>
              </a:rPr>
              <a:t>role: { type: String, </a:t>
            </a:r>
            <a:r>
              <a:rPr lang="en-US" sz="350" dirty="0" err="1">
                <a:highlight>
                  <a:srgbClr val="FFFF00"/>
                </a:highlight>
              </a:rPr>
              <a:t>enum</a:t>
            </a:r>
            <a:r>
              <a:rPr lang="en-US" sz="350" dirty="0">
                <a:highlight>
                  <a:srgbClr val="FFFF00"/>
                </a:highlight>
              </a:rPr>
              <a:t>: ["user", "Admin"], default: "user" },</a:t>
            </a:r>
          </a:p>
          <a:p>
            <a:pPr marL="0" indent="0">
              <a:buNone/>
            </a:pPr>
            <a:br>
              <a:rPr lang="en-US" sz="350" dirty="0"/>
            </a:br>
            <a:r>
              <a:rPr lang="en-US" sz="350" dirty="0"/>
              <a:t>  created: {</a:t>
            </a:r>
          </a:p>
          <a:p>
            <a:pPr marL="0" indent="0">
              <a:buNone/>
            </a:pPr>
            <a:r>
              <a:rPr lang="en-US" sz="350" dirty="0"/>
              <a:t>    type: Date,</a:t>
            </a:r>
          </a:p>
          <a:p>
            <a:pPr marL="0" indent="0">
              <a:buNone/>
            </a:pPr>
            <a:r>
              <a:rPr lang="en-US" sz="350" dirty="0"/>
              <a:t>    default: </a:t>
            </a:r>
            <a:r>
              <a:rPr lang="en-US" sz="350" dirty="0" err="1"/>
              <a:t>Date.now</a:t>
            </a:r>
            <a:r>
              <a:rPr lang="en-US" sz="350" dirty="0"/>
              <a:t>,</a:t>
            </a:r>
          </a:p>
          <a:p>
            <a:pPr marL="0" indent="0">
              <a:buNone/>
            </a:pPr>
            <a:r>
              <a:rPr lang="en-US" sz="350" dirty="0"/>
              <a:t>  },</a:t>
            </a:r>
          </a:p>
          <a:p>
            <a:pPr marL="0" indent="0">
              <a:buNone/>
            </a:pPr>
            <a:r>
              <a:rPr lang="en-US" sz="350" dirty="0"/>
              <a:t>  updated: {</a:t>
            </a:r>
          </a:p>
          <a:p>
            <a:pPr marL="0" indent="0">
              <a:buNone/>
            </a:pPr>
            <a:r>
              <a:rPr lang="en-US" sz="350" dirty="0"/>
              <a:t>    type: Date,</a:t>
            </a:r>
          </a:p>
          <a:p>
            <a:pPr marL="0" indent="0">
              <a:buNone/>
            </a:pPr>
            <a:r>
              <a:rPr lang="en-US" sz="350" dirty="0"/>
              <a:t>    default: </a:t>
            </a:r>
            <a:r>
              <a:rPr lang="en-US" sz="350" dirty="0" err="1"/>
              <a:t>Date.now</a:t>
            </a:r>
            <a:r>
              <a:rPr lang="en-US" sz="350" dirty="0"/>
              <a:t>,</a:t>
            </a:r>
          </a:p>
          <a:p>
            <a:pPr marL="0" indent="0">
              <a:buNone/>
            </a:pPr>
            <a:r>
              <a:rPr lang="en-US" sz="350" dirty="0"/>
              <a:t>  },</a:t>
            </a:r>
          </a:p>
          <a:p>
            <a:pPr marL="0" indent="0">
              <a:buNone/>
            </a:pPr>
            <a:r>
              <a:rPr lang="en-US" sz="350" dirty="0"/>
              <a:t>  </a:t>
            </a:r>
            <a:r>
              <a:rPr lang="en-US" sz="350" dirty="0" err="1"/>
              <a:t>hashed_password</a:t>
            </a:r>
            <a:r>
              <a:rPr lang="en-US" sz="350" dirty="0"/>
              <a:t>: {</a:t>
            </a:r>
          </a:p>
          <a:p>
            <a:pPr marL="0" indent="0">
              <a:buNone/>
            </a:pPr>
            <a:r>
              <a:rPr lang="en-US" sz="350" dirty="0"/>
              <a:t>    type: String,</a:t>
            </a:r>
          </a:p>
          <a:p>
            <a:pPr marL="0" indent="0">
              <a:buNone/>
            </a:pPr>
            <a:r>
              <a:rPr lang="en-US" sz="350" dirty="0"/>
              <a:t>    required: "Password is required",</a:t>
            </a:r>
          </a:p>
          <a:p>
            <a:pPr marL="0" indent="0">
              <a:buNone/>
            </a:pPr>
            <a:r>
              <a:rPr lang="en-US" sz="350" dirty="0"/>
              <a:t>  },</a:t>
            </a:r>
          </a:p>
          <a:p>
            <a:pPr marL="0" indent="0">
              <a:buNone/>
            </a:pPr>
            <a:r>
              <a:rPr lang="en-US" sz="350" dirty="0"/>
              <a:t>  salt: String,</a:t>
            </a:r>
          </a:p>
          <a:p>
            <a:pPr marL="0" indent="0">
              <a:buNone/>
            </a:pPr>
            <a:r>
              <a:rPr lang="en-US" sz="350" dirty="0"/>
              <a:t>});</a:t>
            </a:r>
          </a:p>
          <a:p>
            <a:pPr marL="0" indent="0">
              <a:buNone/>
            </a:pPr>
            <a:r>
              <a:rPr lang="en-US" sz="350" dirty="0" err="1"/>
              <a:t>UserSchema.virtual</a:t>
            </a:r>
            <a:r>
              <a:rPr lang="en-US" sz="350" dirty="0"/>
              <a:t>("password")</a:t>
            </a:r>
          </a:p>
          <a:p>
            <a:pPr marL="0" indent="0">
              <a:buNone/>
            </a:pPr>
            <a:r>
              <a:rPr lang="en-US" sz="350" dirty="0"/>
              <a:t>  .set(function (password) {</a:t>
            </a:r>
          </a:p>
          <a:p>
            <a:pPr marL="0" indent="0">
              <a:buNone/>
            </a:pPr>
            <a:r>
              <a:rPr lang="en-US" sz="350" dirty="0"/>
              <a:t>    </a:t>
            </a:r>
            <a:r>
              <a:rPr lang="en-US" sz="350" dirty="0" err="1"/>
              <a:t>this._password</a:t>
            </a:r>
            <a:r>
              <a:rPr lang="en-US" sz="350" dirty="0"/>
              <a:t> = password;</a:t>
            </a:r>
          </a:p>
          <a:p>
            <a:pPr marL="0" indent="0">
              <a:buNone/>
            </a:pPr>
            <a:r>
              <a:rPr lang="en-US" sz="350" dirty="0"/>
              <a:t>    </a:t>
            </a:r>
            <a:r>
              <a:rPr lang="en-US" sz="350" dirty="0" err="1"/>
              <a:t>this.salt</a:t>
            </a:r>
            <a:r>
              <a:rPr lang="en-US" sz="350" dirty="0"/>
              <a:t> = </a:t>
            </a:r>
            <a:r>
              <a:rPr lang="en-US" sz="350" dirty="0" err="1"/>
              <a:t>this.makeSalt</a:t>
            </a:r>
            <a:r>
              <a:rPr lang="en-US" sz="350" dirty="0"/>
              <a:t>();</a:t>
            </a:r>
          </a:p>
          <a:p>
            <a:pPr marL="0" indent="0">
              <a:buNone/>
            </a:pPr>
            <a:r>
              <a:rPr lang="en-US" sz="350" dirty="0"/>
              <a:t>    //</a:t>
            </a:r>
            <a:r>
              <a:rPr lang="en-US" sz="350" dirty="0" err="1"/>
              <a:t>this.hashed_password</a:t>
            </a:r>
            <a:r>
              <a:rPr lang="en-US" sz="350" dirty="0"/>
              <a:t> = password;</a:t>
            </a:r>
          </a:p>
          <a:p>
            <a:pPr marL="0" indent="0">
              <a:buNone/>
            </a:pPr>
            <a:r>
              <a:rPr lang="en-US" sz="350" dirty="0"/>
              <a:t>    </a:t>
            </a:r>
            <a:r>
              <a:rPr lang="en-US" sz="350" dirty="0" err="1"/>
              <a:t>this.hashed_password</a:t>
            </a:r>
            <a:r>
              <a:rPr lang="en-US" sz="350" dirty="0"/>
              <a:t> = </a:t>
            </a:r>
            <a:r>
              <a:rPr lang="en-US" sz="350" dirty="0" err="1"/>
              <a:t>this.encryptPassword</a:t>
            </a:r>
            <a:r>
              <a:rPr lang="en-US" sz="350" dirty="0"/>
              <a:t>(password);</a:t>
            </a:r>
          </a:p>
          <a:p>
            <a:pPr marL="0" indent="0">
              <a:buNone/>
            </a:pPr>
            <a:r>
              <a:rPr lang="en-US" sz="350" dirty="0"/>
              <a:t>  })</a:t>
            </a:r>
          </a:p>
          <a:p>
            <a:pPr marL="0" indent="0">
              <a:buNone/>
            </a:pPr>
            <a:r>
              <a:rPr lang="en-US" sz="350" dirty="0"/>
              <a:t>  .get(function () {</a:t>
            </a:r>
          </a:p>
          <a:p>
            <a:pPr marL="0" indent="0">
              <a:buNone/>
            </a:pPr>
            <a:r>
              <a:rPr lang="en-US" sz="350" dirty="0"/>
              <a:t>    return </a:t>
            </a:r>
            <a:r>
              <a:rPr lang="en-US" sz="350" dirty="0" err="1"/>
              <a:t>this._password</a:t>
            </a:r>
            <a:r>
              <a:rPr lang="en-US" sz="350" dirty="0"/>
              <a:t>;</a:t>
            </a:r>
          </a:p>
          <a:p>
            <a:pPr marL="0" indent="0">
              <a:buNone/>
            </a:pPr>
            <a:r>
              <a:rPr lang="en-US" sz="350" dirty="0"/>
              <a:t>  });</a:t>
            </a:r>
          </a:p>
          <a:p>
            <a:pPr marL="0" indent="0">
              <a:buNone/>
            </a:pPr>
            <a:r>
              <a:rPr lang="en-US" sz="350" dirty="0" err="1"/>
              <a:t>UserSchema.path</a:t>
            </a:r>
            <a:r>
              <a:rPr lang="en-US" sz="350" dirty="0"/>
              <a:t>("</a:t>
            </a:r>
            <a:r>
              <a:rPr lang="en-US" sz="350" dirty="0" err="1"/>
              <a:t>hashed_password</a:t>
            </a:r>
            <a:r>
              <a:rPr lang="en-US" sz="350" dirty="0"/>
              <a:t>").validate(function (v) {</a:t>
            </a:r>
          </a:p>
          <a:p>
            <a:pPr marL="0" indent="0">
              <a:buNone/>
            </a:pPr>
            <a:r>
              <a:rPr lang="en-US" sz="350" dirty="0"/>
              <a:t>  if (</a:t>
            </a:r>
            <a:r>
              <a:rPr lang="en-US" sz="350" dirty="0" err="1"/>
              <a:t>this._password</a:t>
            </a:r>
            <a:r>
              <a:rPr lang="en-US" sz="350" dirty="0"/>
              <a:t> &amp;&amp; this._</a:t>
            </a:r>
            <a:r>
              <a:rPr lang="en-US" sz="350" dirty="0" err="1"/>
              <a:t>password.length</a:t>
            </a:r>
            <a:r>
              <a:rPr lang="en-US" sz="350" dirty="0"/>
              <a:t> &lt; 6) {</a:t>
            </a:r>
          </a:p>
          <a:p>
            <a:pPr marL="0" indent="0">
              <a:buNone/>
            </a:pPr>
            <a:r>
              <a:rPr lang="en-US" sz="350" dirty="0"/>
              <a:t>    </a:t>
            </a:r>
            <a:r>
              <a:rPr lang="en-US" sz="350" dirty="0" err="1"/>
              <a:t>this.invalidate</a:t>
            </a:r>
            <a:r>
              <a:rPr lang="en-US" sz="350" dirty="0"/>
              <a:t>("password", "Password must be at least 6 characters.");</a:t>
            </a:r>
          </a:p>
          <a:p>
            <a:pPr marL="0" indent="0">
              <a:buNone/>
            </a:pPr>
            <a:r>
              <a:rPr lang="en-US" sz="350" dirty="0"/>
              <a:t>  }</a:t>
            </a:r>
          </a:p>
          <a:p>
            <a:pPr marL="0" indent="0">
              <a:buNone/>
            </a:pPr>
            <a:r>
              <a:rPr lang="en-US" sz="350" dirty="0"/>
              <a:t>  if (</a:t>
            </a:r>
            <a:r>
              <a:rPr lang="en-US" sz="350" dirty="0" err="1"/>
              <a:t>this.isNew</a:t>
            </a:r>
            <a:r>
              <a:rPr lang="en-US" sz="350" dirty="0"/>
              <a:t> &amp;&amp; !</a:t>
            </a:r>
            <a:r>
              <a:rPr lang="en-US" sz="350" dirty="0" err="1"/>
              <a:t>this._password</a:t>
            </a:r>
            <a:r>
              <a:rPr lang="en-US" sz="350" dirty="0"/>
              <a:t>) {</a:t>
            </a:r>
          </a:p>
          <a:p>
            <a:pPr marL="0" indent="0">
              <a:buNone/>
            </a:pPr>
            <a:r>
              <a:rPr lang="en-US" sz="350" dirty="0"/>
              <a:t>    </a:t>
            </a:r>
            <a:r>
              <a:rPr lang="en-US" sz="350" dirty="0" err="1"/>
              <a:t>this.invalidate</a:t>
            </a:r>
            <a:r>
              <a:rPr lang="en-US" sz="350" dirty="0"/>
              <a:t>("password", "Password is required");</a:t>
            </a:r>
          </a:p>
          <a:p>
            <a:pPr marL="0" indent="0">
              <a:buNone/>
            </a:pPr>
            <a:r>
              <a:rPr lang="en-US" sz="350" dirty="0"/>
              <a:t>  }</a:t>
            </a:r>
          </a:p>
          <a:p>
            <a:pPr marL="0" indent="0">
              <a:buNone/>
            </a:pPr>
            <a:r>
              <a:rPr lang="en-US" sz="350" dirty="0"/>
              <a:t>}, null);</a:t>
            </a:r>
          </a:p>
          <a:p>
            <a:pPr marL="0" indent="0">
              <a:buNone/>
            </a:pPr>
            <a:r>
              <a:rPr lang="en-US" sz="350" dirty="0" err="1"/>
              <a:t>UserSchema.methods</a:t>
            </a:r>
            <a:r>
              <a:rPr lang="en-US" sz="350" dirty="0"/>
              <a:t> = {</a:t>
            </a:r>
          </a:p>
          <a:p>
            <a:pPr marL="0" indent="0">
              <a:buNone/>
            </a:pPr>
            <a:r>
              <a:rPr lang="en-US" sz="350" dirty="0"/>
              <a:t>  authenticate: function (</a:t>
            </a:r>
            <a:r>
              <a:rPr lang="en-US" sz="350" dirty="0" err="1"/>
              <a:t>plainText</a:t>
            </a:r>
            <a:r>
              <a:rPr lang="en-US" sz="350" dirty="0"/>
              <a:t>) {</a:t>
            </a:r>
          </a:p>
          <a:p>
            <a:pPr marL="0" indent="0">
              <a:buNone/>
            </a:pPr>
            <a:r>
              <a:rPr lang="en-US" sz="350" dirty="0"/>
              <a:t>    return </a:t>
            </a:r>
            <a:r>
              <a:rPr lang="en-US" sz="350" dirty="0" err="1"/>
              <a:t>this.encryptPassword</a:t>
            </a:r>
            <a:r>
              <a:rPr lang="en-US" sz="350" dirty="0"/>
              <a:t>(</a:t>
            </a:r>
            <a:r>
              <a:rPr lang="en-US" sz="350" dirty="0" err="1"/>
              <a:t>plainText</a:t>
            </a:r>
            <a:r>
              <a:rPr lang="en-US" sz="350" dirty="0"/>
              <a:t>) === </a:t>
            </a:r>
            <a:r>
              <a:rPr lang="en-US" sz="350" dirty="0" err="1"/>
              <a:t>this.hashed_password</a:t>
            </a:r>
            <a:r>
              <a:rPr lang="en-US" sz="350" dirty="0"/>
              <a:t>;</a:t>
            </a:r>
          </a:p>
          <a:p>
            <a:pPr marL="0" indent="0">
              <a:buNone/>
            </a:pPr>
            <a:r>
              <a:rPr lang="en-US" sz="350" dirty="0"/>
              <a:t>  },</a:t>
            </a:r>
          </a:p>
          <a:p>
            <a:pPr marL="0" indent="0">
              <a:buNone/>
            </a:pPr>
            <a:r>
              <a:rPr lang="en-US" sz="350" dirty="0"/>
              <a:t>  </a:t>
            </a:r>
            <a:r>
              <a:rPr lang="en-US" sz="350" dirty="0" err="1"/>
              <a:t>encryptPassword</a:t>
            </a:r>
            <a:r>
              <a:rPr lang="en-US" sz="350" dirty="0"/>
              <a:t>: function (password) {</a:t>
            </a:r>
          </a:p>
          <a:p>
            <a:pPr marL="0" indent="0">
              <a:buNone/>
            </a:pPr>
            <a:r>
              <a:rPr lang="en-US" sz="350" dirty="0"/>
              <a:t>    if (!password) return "";</a:t>
            </a:r>
          </a:p>
          <a:p>
            <a:pPr marL="0" indent="0">
              <a:buNone/>
            </a:pPr>
            <a:r>
              <a:rPr lang="en-US" sz="350" dirty="0"/>
              <a:t>    try {</a:t>
            </a:r>
          </a:p>
          <a:p>
            <a:pPr marL="0" indent="0">
              <a:buNone/>
            </a:pPr>
            <a:r>
              <a:rPr lang="en-US" sz="350" dirty="0"/>
              <a:t>      return crypto</a:t>
            </a:r>
          </a:p>
          <a:p>
            <a:pPr marL="0" indent="0">
              <a:buNone/>
            </a:pPr>
            <a:r>
              <a:rPr lang="en-US" sz="350" dirty="0"/>
              <a:t>        .</a:t>
            </a:r>
            <a:r>
              <a:rPr lang="en-US" sz="350" dirty="0" err="1"/>
              <a:t>createHmac</a:t>
            </a:r>
            <a:r>
              <a:rPr lang="en-US" sz="350" dirty="0"/>
              <a:t>("sha1", </a:t>
            </a:r>
            <a:r>
              <a:rPr lang="en-US" sz="350" dirty="0" err="1"/>
              <a:t>this.salt</a:t>
            </a:r>
            <a:r>
              <a:rPr lang="en-US" sz="350" dirty="0"/>
              <a:t>)</a:t>
            </a:r>
          </a:p>
          <a:p>
            <a:pPr marL="0" indent="0">
              <a:buNone/>
            </a:pPr>
            <a:r>
              <a:rPr lang="en-US" sz="350" dirty="0"/>
              <a:t>        .update(password)</a:t>
            </a:r>
          </a:p>
          <a:p>
            <a:pPr marL="0" indent="0">
              <a:buNone/>
            </a:pPr>
            <a:r>
              <a:rPr lang="en-US" sz="350" dirty="0"/>
              <a:t>        .digest("hex");</a:t>
            </a:r>
          </a:p>
          <a:p>
            <a:pPr marL="0" indent="0">
              <a:buNone/>
            </a:pPr>
            <a:r>
              <a:rPr lang="en-US" sz="350" dirty="0"/>
              <a:t>    } catch (err) {</a:t>
            </a:r>
          </a:p>
          <a:p>
            <a:pPr marL="0" indent="0">
              <a:buNone/>
            </a:pPr>
            <a:r>
              <a:rPr lang="en-US" sz="350" dirty="0"/>
              <a:t>      return "";</a:t>
            </a:r>
          </a:p>
          <a:p>
            <a:pPr marL="0" indent="0">
              <a:buNone/>
            </a:pPr>
            <a:r>
              <a:rPr lang="en-US" sz="350" dirty="0"/>
              <a:t>    }</a:t>
            </a:r>
          </a:p>
          <a:p>
            <a:pPr marL="0" indent="0">
              <a:buNone/>
            </a:pPr>
            <a:r>
              <a:rPr lang="en-US" sz="350" dirty="0"/>
              <a:t>  },</a:t>
            </a:r>
          </a:p>
          <a:p>
            <a:pPr marL="0" indent="0">
              <a:buNone/>
            </a:pPr>
            <a:r>
              <a:rPr lang="en-US" sz="350" dirty="0"/>
              <a:t>  </a:t>
            </a:r>
            <a:r>
              <a:rPr lang="en-US" sz="350" dirty="0" err="1"/>
              <a:t>makeSalt</a:t>
            </a:r>
            <a:r>
              <a:rPr lang="en-US" sz="350" dirty="0"/>
              <a:t>: function () {</a:t>
            </a:r>
          </a:p>
          <a:p>
            <a:pPr marL="0" indent="0">
              <a:buNone/>
            </a:pPr>
            <a:r>
              <a:rPr lang="en-US" sz="350" dirty="0"/>
              <a:t>    return </a:t>
            </a:r>
            <a:r>
              <a:rPr lang="en-US" sz="350" dirty="0" err="1"/>
              <a:t>Math.round</a:t>
            </a:r>
            <a:r>
              <a:rPr lang="en-US" sz="350" dirty="0"/>
              <a:t>(new Date().</a:t>
            </a:r>
            <a:r>
              <a:rPr lang="en-US" sz="350" dirty="0" err="1"/>
              <a:t>valueOf</a:t>
            </a:r>
            <a:r>
              <a:rPr lang="en-US" sz="350" dirty="0"/>
              <a:t>() * </a:t>
            </a:r>
            <a:r>
              <a:rPr lang="en-US" sz="350" dirty="0" err="1"/>
              <a:t>Math.random</a:t>
            </a:r>
            <a:r>
              <a:rPr lang="en-US" sz="350" dirty="0"/>
              <a:t>()) + "";</a:t>
            </a:r>
          </a:p>
          <a:p>
            <a:pPr marL="0" indent="0">
              <a:buNone/>
            </a:pPr>
            <a:r>
              <a:rPr lang="en-US" sz="350" dirty="0"/>
              <a:t>  },</a:t>
            </a:r>
          </a:p>
          <a:p>
            <a:pPr marL="0" indent="0">
              <a:buNone/>
            </a:pPr>
            <a:r>
              <a:rPr lang="en-US" sz="350" dirty="0"/>
              <a:t>};</a:t>
            </a:r>
          </a:p>
          <a:p>
            <a:pPr marL="0" indent="0">
              <a:buNone/>
            </a:pPr>
            <a:r>
              <a:rPr lang="en-US" sz="350" dirty="0"/>
              <a:t>  </a:t>
            </a:r>
          </a:p>
          <a:p>
            <a:pPr marL="0" indent="0">
              <a:buNone/>
            </a:pPr>
            <a:r>
              <a:rPr lang="en-US" sz="350" dirty="0"/>
              <a:t>export default </a:t>
            </a:r>
            <a:r>
              <a:rPr lang="en-US" sz="350" dirty="0" err="1"/>
              <a:t>mongoose.model</a:t>
            </a:r>
            <a:r>
              <a:rPr lang="en-US" sz="350" dirty="0"/>
              <a:t>("User", </a:t>
            </a:r>
            <a:r>
              <a:rPr lang="en-US" sz="350" dirty="0" err="1"/>
              <a:t>UserSchema</a:t>
            </a:r>
            <a:r>
              <a:rPr lang="en-US" sz="350" dirty="0"/>
              <a:t>);</a:t>
            </a:r>
          </a:p>
          <a:p>
            <a:pPr marL="0" indent="0">
              <a:buNone/>
            </a:pPr>
            <a:endParaRPr lang="en-US" sz="350" dirty="0"/>
          </a:p>
        </p:txBody>
      </p:sp>
      <p:sp>
        <p:nvSpPr>
          <p:cNvPr id="4" name="Date Placeholder 3">
            <a:extLst>
              <a:ext uri="{FF2B5EF4-FFF2-40B4-BE49-F238E27FC236}">
                <a16:creationId xmlns:a16="http://schemas.microsoft.com/office/drawing/2014/main" id="{1758F01B-0DEE-BF73-29CF-85B89347732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61FD2F9-4520-7E52-D5A1-E913E0EDADD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42F2D69-354E-4E5F-960A-BA4D846687BC}"/>
              </a:ext>
            </a:extLst>
          </p:cNvPr>
          <p:cNvSpPr>
            <a:spLocks noGrp="1"/>
          </p:cNvSpPr>
          <p:nvPr>
            <p:ph type="sldNum" sz="quarter" idx="12"/>
          </p:nvPr>
        </p:nvSpPr>
        <p:spPr/>
        <p:txBody>
          <a:bodyPr/>
          <a:lstStyle/>
          <a:p>
            <a:fld id="{7C5CF243-786F-4254-B068-4C9F0B6EA12F}" type="slidenum">
              <a:rPr lang="en-US" altLang="en-US" smtClean="0"/>
              <a:pPr/>
              <a:t>96</a:t>
            </a:fld>
            <a:endParaRPr lang="en-US" altLang="en-US"/>
          </a:p>
        </p:txBody>
      </p:sp>
    </p:spTree>
    <p:extLst>
      <p:ext uri="{BB962C8B-B14F-4D97-AF65-F5344CB8AC3E}">
        <p14:creationId xmlns:p14="http://schemas.microsoft.com/office/powerpoint/2010/main" val="38361154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D3F2-4414-2DDE-9A51-B5C6216DA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7D51D-15FE-7199-E4A2-D0CD783E1A47}"/>
              </a:ext>
            </a:extLst>
          </p:cNvPr>
          <p:cNvSpPr>
            <a:spLocks noGrp="1"/>
          </p:cNvSpPr>
          <p:nvPr>
            <p:ph type="title"/>
          </p:nvPr>
        </p:nvSpPr>
        <p:spPr/>
        <p:txBody>
          <a:bodyPr/>
          <a:lstStyle/>
          <a:p>
            <a:r>
              <a:rPr lang="en-US" dirty="0"/>
              <a:t>Update server/controllers/user.controller.js</a:t>
            </a:r>
          </a:p>
        </p:txBody>
      </p:sp>
      <p:sp>
        <p:nvSpPr>
          <p:cNvPr id="3" name="Content Placeholder 2">
            <a:extLst>
              <a:ext uri="{FF2B5EF4-FFF2-40B4-BE49-F238E27FC236}">
                <a16:creationId xmlns:a16="http://schemas.microsoft.com/office/drawing/2014/main" id="{E96C42F2-E542-851C-16AB-BF3741EE6A39}"/>
              </a:ext>
            </a:extLst>
          </p:cNvPr>
          <p:cNvSpPr>
            <a:spLocks noGrp="1"/>
          </p:cNvSpPr>
          <p:nvPr>
            <p:ph idx="1"/>
          </p:nvPr>
        </p:nvSpPr>
        <p:spPr>
          <a:xfrm>
            <a:off x="990600" y="914400"/>
            <a:ext cx="8077200" cy="5638800"/>
          </a:xfrm>
        </p:spPr>
        <p:txBody>
          <a:bodyPr/>
          <a:lstStyle/>
          <a:p>
            <a:r>
              <a:rPr lang="en-US" dirty="0"/>
              <a:t>Add a new function </a:t>
            </a:r>
            <a:r>
              <a:rPr lang="en-US" dirty="0" err="1"/>
              <a:t>isAdmin</a:t>
            </a:r>
            <a:r>
              <a:rPr lang="en-US" dirty="0"/>
              <a:t> in user.controller.js in server side</a:t>
            </a:r>
          </a:p>
          <a:p>
            <a:r>
              <a:rPr lang="en-US" sz="260" b="0" dirty="0">
                <a:solidFill>
                  <a:srgbClr val="008000"/>
                </a:solidFill>
                <a:effectLst/>
                <a:latin typeface="Consolas" panose="020B0609020204030204" pitchFamily="49" charset="0"/>
              </a:rPr>
              <a:t>import User from '../models/user.model.js'</a:t>
            </a:r>
          </a:p>
          <a:p>
            <a:r>
              <a:rPr lang="en-US" sz="260" b="0" dirty="0">
                <a:solidFill>
                  <a:srgbClr val="008000"/>
                </a:solidFill>
                <a:effectLst/>
                <a:latin typeface="Consolas" panose="020B0609020204030204" pitchFamily="49" charset="0"/>
              </a:rPr>
              <a:t>import extend from '</a:t>
            </a:r>
            <a:r>
              <a:rPr lang="en-US" sz="260" b="0" dirty="0" err="1">
                <a:solidFill>
                  <a:srgbClr val="008000"/>
                </a:solidFill>
                <a:effectLst/>
                <a:latin typeface="Consolas" panose="020B0609020204030204" pitchFamily="49" charset="0"/>
              </a:rPr>
              <a:t>lodash</a:t>
            </a:r>
            <a:r>
              <a:rPr lang="en-US" sz="260" b="0" dirty="0">
                <a:solidFill>
                  <a:srgbClr val="008000"/>
                </a:solidFill>
                <a:effectLst/>
                <a:latin typeface="Consolas" panose="020B0609020204030204" pitchFamily="49" charset="0"/>
              </a:rPr>
              <a:t>/extend.js'</a:t>
            </a:r>
          </a:p>
          <a:p>
            <a:r>
              <a:rPr lang="en-US" sz="260" b="0" dirty="0">
                <a:solidFill>
                  <a:srgbClr val="008000"/>
                </a:solidFill>
                <a:effectLst/>
                <a:latin typeface="Consolas" panose="020B0609020204030204" pitchFamily="49" charset="0"/>
              </a:rPr>
              <a:t>import </a:t>
            </a:r>
            <a:r>
              <a:rPr lang="en-US" sz="260" b="0" dirty="0" err="1">
                <a:solidFill>
                  <a:srgbClr val="008000"/>
                </a:solidFill>
                <a:effectLst/>
                <a:latin typeface="Consolas" panose="020B0609020204030204" pitchFamily="49" charset="0"/>
              </a:rPr>
              <a:t>errorHandler</a:t>
            </a:r>
            <a:r>
              <a:rPr lang="en-US" sz="260" b="0" dirty="0">
                <a:solidFill>
                  <a:srgbClr val="008000"/>
                </a:solidFill>
                <a:effectLst/>
                <a:latin typeface="Consolas" panose="020B0609020204030204" pitchFamily="49" charset="0"/>
              </a:rPr>
              <a:t> from './error.controller.js'</a:t>
            </a:r>
          </a:p>
          <a:p>
            <a:r>
              <a:rPr lang="en-US" sz="260" b="0" dirty="0">
                <a:solidFill>
                  <a:srgbClr val="008000"/>
                </a:solidFill>
                <a:effectLst/>
                <a:latin typeface="Consolas" panose="020B0609020204030204" pitchFamily="49" charset="0"/>
              </a:rPr>
              <a:t>const create = async (req, res) =&gt; { </a:t>
            </a:r>
          </a:p>
          <a:p>
            <a:r>
              <a:rPr lang="en-US" sz="260" b="0" dirty="0">
                <a:solidFill>
                  <a:srgbClr val="008000"/>
                </a:solidFill>
                <a:effectLst/>
                <a:latin typeface="Consolas" panose="020B0609020204030204" pitchFamily="49" charset="0"/>
              </a:rPr>
              <a:t>const user = new User(</a:t>
            </a:r>
            <a:r>
              <a:rPr lang="en-US" sz="260" b="0" dirty="0" err="1">
                <a:solidFill>
                  <a:srgbClr val="008000"/>
                </a:solidFill>
                <a:effectLst/>
                <a:latin typeface="Consolas" panose="020B0609020204030204" pitchFamily="49" charset="0"/>
              </a:rPr>
              <a:t>req.body</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try {</a:t>
            </a:r>
          </a:p>
          <a:p>
            <a:r>
              <a:rPr lang="en-US" sz="260" b="0" dirty="0">
                <a:solidFill>
                  <a:srgbClr val="008000"/>
                </a:solidFill>
                <a:effectLst/>
                <a:latin typeface="Consolas" panose="020B0609020204030204" pitchFamily="49" charset="0"/>
              </a:rPr>
              <a:t>await </a:t>
            </a:r>
            <a:r>
              <a:rPr lang="en-US" sz="260" b="0" dirty="0" err="1">
                <a:solidFill>
                  <a:srgbClr val="008000"/>
                </a:solidFill>
                <a:effectLst/>
                <a:latin typeface="Consolas" panose="020B0609020204030204" pitchFamily="49" charset="0"/>
              </a:rPr>
              <a:t>user.save</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(200).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message: "Successfully signed up!"</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catch (err) {</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error: </a:t>
            </a:r>
            <a:r>
              <a:rPr lang="en-US" sz="260" b="0" dirty="0" err="1">
                <a:solidFill>
                  <a:srgbClr val="008000"/>
                </a:solidFill>
                <a:effectLst/>
                <a:latin typeface="Consolas" panose="020B0609020204030204" pitchFamily="49" charset="0"/>
              </a:rPr>
              <a:t>errorHandler.getErrorMessage</a:t>
            </a:r>
            <a:r>
              <a:rPr lang="en-US" sz="260" b="0" dirty="0">
                <a:solidFill>
                  <a:srgbClr val="008000"/>
                </a:solidFill>
                <a:effectLst/>
                <a:latin typeface="Consolas" panose="020B0609020204030204" pitchFamily="49" charset="0"/>
              </a:rPr>
              <a:t>(err)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const list = async (req, res) =&gt; { </a:t>
            </a:r>
          </a:p>
          <a:p>
            <a:r>
              <a:rPr lang="en-US" sz="260" b="0" dirty="0">
                <a:solidFill>
                  <a:srgbClr val="008000"/>
                </a:solidFill>
                <a:effectLst/>
                <a:latin typeface="Consolas" panose="020B0609020204030204" pitchFamily="49" charset="0"/>
              </a:rPr>
              <a:t>try {</a:t>
            </a:r>
          </a:p>
          <a:p>
            <a:r>
              <a:rPr lang="en-US" sz="260" b="0" dirty="0">
                <a:solidFill>
                  <a:srgbClr val="008000"/>
                </a:solidFill>
                <a:effectLst/>
                <a:latin typeface="Consolas" panose="020B0609020204030204" pitchFamily="49" charset="0"/>
              </a:rPr>
              <a:t>let users = await </a:t>
            </a:r>
            <a:r>
              <a:rPr lang="en-US" sz="260" b="0" dirty="0" err="1">
                <a:solidFill>
                  <a:srgbClr val="008000"/>
                </a:solidFill>
                <a:effectLst/>
                <a:latin typeface="Consolas" panose="020B0609020204030204" pitchFamily="49" charset="0"/>
              </a:rPr>
              <a:t>User.find</a:t>
            </a:r>
            <a:r>
              <a:rPr lang="en-US" sz="260" b="0" dirty="0">
                <a:solidFill>
                  <a:srgbClr val="008000"/>
                </a:solidFill>
                <a:effectLst/>
                <a:latin typeface="Consolas" panose="020B0609020204030204" pitchFamily="49" charset="0"/>
              </a:rPr>
              <a:t>().select('name email updated created') </a:t>
            </a:r>
          </a:p>
          <a:p>
            <a:r>
              <a:rPr lang="en-US" sz="260" b="0" dirty="0" err="1">
                <a:solidFill>
                  <a:srgbClr val="008000"/>
                </a:solidFill>
                <a:effectLst/>
                <a:latin typeface="Consolas" panose="020B0609020204030204" pitchFamily="49" charset="0"/>
              </a:rPr>
              <a:t>res.json</a:t>
            </a:r>
            <a:r>
              <a:rPr lang="en-US" sz="260" b="0" dirty="0">
                <a:solidFill>
                  <a:srgbClr val="008000"/>
                </a:solidFill>
                <a:effectLst/>
                <a:latin typeface="Consolas" panose="020B0609020204030204" pitchFamily="49" charset="0"/>
              </a:rPr>
              <a:t>(users)</a:t>
            </a:r>
          </a:p>
          <a:p>
            <a:r>
              <a:rPr lang="en-US" sz="260" b="0" dirty="0">
                <a:solidFill>
                  <a:srgbClr val="008000"/>
                </a:solidFill>
                <a:effectLst/>
                <a:latin typeface="Consolas" panose="020B0609020204030204" pitchFamily="49" charset="0"/>
              </a:rPr>
              <a:t>} catch (err) {</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error: </a:t>
            </a:r>
            <a:r>
              <a:rPr lang="en-US" sz="260" b="0" dirty="0" err="1">
                <a:solidFill>
                  <a:srgbClr val="008000"/>
                </a:solidFill>
                <a:effectLst/>
                <a:latin typeface="Consolas" panose="020B0609020204030204" pitchFamily="49" charset="0"/>
              </a:rPr>
              <a:t>errorHandler.getErrorMessage</a:t>
            </a:r>
            <a:r>
              <a:rPr lang="en-US" sz="260" b="0" dirty="0">
                <a:solidFill>
                  <a:srgbClr val="008000"/>
                </a:solidFill>
                <a:effectLst/>
                <a:latin typeface="Consolas" panose="020B0609020204030204" pitchFamily="49" charset="0"/>
              </a:rPr>
              <a:t>(err)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const </a:t>
            </a:r>
            <a:r>
              <a:rPr lang="en-US" sz="260" b="0" dirty="0" err="1">
                <a:solidFill>
                  <a:srgbClr val="008000"/>
                </a:solidFill>
                <a:effectLst/>
                <a:latin typeface="Consolas" panose="020B0609020204030204" pitchFamily="49" charset="0"/>
              </a:rPr>
              <a:t>userByID</a:t>
            </a:r>
            <a:r>
              <a:rPr lang="en-US" sz="260" b="0" dirty="0">
                <a:solidFill>
                  <a:srgbClr val="008000"/>
                </a:solidFill>
                <a:effectLst/>
                <a:latin typeface="Consolas" panose="020B0609020204030204" pitchFamily="49" charset="0"/>
              </a:rPr>
              <a:t> = async (req, res, next, id) =&gt; { </a:t>
            </a:r>
          </a:p>
          <a:p>
            <a:r>
              <a:rPr lang="en-US" sz="260" b="0" dirty="0">
                <a:solidFill>
                  <a:srgbClr val="008000"/>
                </a:solidFill>
                <a:effectLst/>
                <a:latin typeface="Consolas" panose="020B0609020204030204" pitchFamily="49" charset="0"/>
              </a:rPr>
              <a:t>try {</a:t>
            </a:r>
          </a:p>
          <a:p>
            <a:r>
              <a:rPr lang="en-US" sz="260" b="0" dirty="0">
                <a:solidFill>
                  <a:srgbClr val="008000"/>
                </a:solidFill>
                <a:effectLst/>
                <a:latin typeface="Consolas" panose="020B0609020204030204" pitchFamily="49" charset="0"/>
              </a:rPr>
              <a:t>let user = await </a:t>
            </a:r>
            <a:r>
              <a:rPr lang="en-US" sz="260" b="0" dirty="0" err="1">
                <a:solidFill>
                  <a:srgbClr val="008000"/>
                </a:solidFill>
                <a:effectLst/>
                <a:latin typeface="Consolas" panose="020B0609020204030204" pitchFamily="49" charset="0"/>
              </a:rPr>
              <a:t>User.findById</a:t>
            </a:r>
            <a:r>
              <a:rPr lang="en-US" sz="260" b="0" dirty="0">
                <a:solidFill>
                  <a:srgbClr val="008000"/>
                </a:solidFill>
                <a:effectLst/>
                <a:latin typeface="Consolas" panose="020B0609020204030204" pitchFamily="49" charset="0"/>
              </a:rPr>
              <a:t>(id) </a:t>
            </a:r>
          </a:p>
          <a:p>
            <a:r>
              <a:rPr lang="en-US" sz="260" b="0" dirty="0">
                <a:solidFill>
                  <a:srgbClr val="008000"/>
                </a:solidFill>
                <a:effectLst/>
                <a:latin typeface="Consolas" panose="020B0609020204030204" pitchFamily="49" charset="0"/>
              </a:rPr>
              <a:t>if (!user)</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error: "User not found"</a:t>
            </a:r>
          </a:p>
          <a:p>
            <a:r>
              <a:rPr lang="en-US" sz="260" b="0" dirty="0">
                <a:solidFill>
                  <a:srgbClr val="008000"/>
                </a:solidFill>
                <a:effectLst/>
                <a:latin typeface="Consolas" panose="020B0609020204030204" pitchFamily="49" charset="0"/>
              </a:rPr>
              <a:t>})</a:t>
            </a:r>
          </a:p>
          <a:p>
            <a:r>
              <a:rPr lang="en-US" sz="260" b="0" dirty="0" err="1">
                <a:solidFill>
                  <a:srgbClr val="008000"/>
                </a:solidFill>
                <a:effectLst/>
                <a:latin typeface="Consolas" panose="020B0609020204030204" pitchFamily="49" charset="0"/>
              </a:rPr>
              <a:t>req.profile</a:t>
            </a:r>
            <a:r>
              <a:rPr lang="en-US" sz="260" b="0" dirty="0">
                <a:solidFill>
                  <a:srgbClr val="008000"/>
                </a:solidFill>
                <a:effectLst/>
                <a:latin typeface="Consolas" panose="020B0609020204030204" pitchFamily="49" charset="0"/>
              </a:rPr>
              <a:t> = user </a:t>
            </a:r>
          </a:p>
          <a:p>
            <a:r>
              <a:rPr lang="en-US" sz="260" b="0" dirty="0">
                <a:solidFill>
                  <a:srgbClr val="008000"/>
                </a:solidFill>
                <a:effectLst/>
                <a:latin typeface="Consolas" panose="020B0609020204030204" pitchFamily="49" charset="0"/>
              </a:rPr>
              <a:t>next()</a:t>
            </a:r>
          </a:p>
          <a:p>
            <a:r>
              <a:rPr lang="en-US" sz="260" b="0" dirty="0">
                <a:solidFill>
                  <a:srgbClr val="008000"/>
                </a:solidFill>
                <a:effectLst/>
                <a:latin typeface="Consolas" panose="020B0609020204030204" pitchFamily="49" charset="0"/>
              </a:rPr>
              <a:t>} catch (err) {</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error: "Could not retrieve user"</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const read = (req, res) =&gt; {</a:t>
            </a:r>
          </a:p>
          <a:p>
            <a:r>
              <a:rPr lang="en-US" sz="260" b="0" dirty="0" err="1">
                <a:solidFill>
                  <a:srgbClr val="008000"/>
                </a:solidFill>
                <a:effectLst/>
                <a:latin typeface="Consolas" panose="020B0609020204030204" pitchFamily="49" charset="0"/>
              </a:rPr>
              <a:t>req.profile.hashed_password</a:t>
            </a:r>
            <a:r>
              <a:rPr lang="en-US" sz="260" b="0" dirty="0">
                <a:solidFill>
                  <a:srgbClr val="008000"/>
                </a:solidFill>
                <a:effectLst/>
                <a:latin typeface="Consolas" panose="020B0609020204030204" pitchFamily="49" charset="0"/>
              </a:rPr>
              <a:t> = undefined </a:t>
            </a:r>
          </a:p>
          <a:p>
            <a:r>
              <a:rPr lang="en-US" sz="260" b="0" dirty="0" err="1">
                <a:solidFill>
                  <a:srgbClr val="008000"/>
                </a:solidFill>
                <a:effectLst/>
                <a:latin typeface="Consolas" panose="020B0609020204030204" pitchFamily="49" charset="0"/>
              </a:rPr>
              <a:t>req.profile.salt</a:t>
            </a:r>
            <a:r>
              <a:rPr lang="en-US" sz="260" b="0" dirty="0">
                <a:solidFill>
                  <a:srgbClr val="008000"/>
                </a:solidFill>
                <a:effectLst/>
                <a:latin typeface="Consolas" panose="020B0609020204030204" pitchFamily="49" charset="0"/>
              </a:rPr>
              <a:t> = undefined</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res.json</a:t>
            </a:r>
            <a:r>
              <a:rPr lang="en-US" sz="260" b="0" dirty="0">
                <a:solidFill>
                  <a:srgbClr val="008000"/>
                </a:solidFill>
                <a:effectLst/>
                <a:latin typeface="Consolas" panose="020B0609020204030204" pitchFamily="49" charset="0"/>
              </a:rPr>
              <a:t>(</a:t>
            </a:r>
            <a:r>
              <a:rPr lang="en-US" sz="260" b="0" dirty="0" err="1">
                <a:solidFill>
                  <a:srgbClr val="008000"/>
                </a:solidFill>
                <a:effectLst/>
                <a:latin typeface="Consolas" panose="020B0609020204030204" pitchFamily="49" charset="0"/>
              </a:rPr>
              <a:t>req.profile</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const update = async (req, res) =&gt; { </a:t>
            </a:r>
          </a:p>
          <a:p>
            <a:r>
              <a:rPr lang="en-US" sz="260" b="0" dirty="0">
                <a:solidFill>
                  <a:srgbClr val="008000"/>
                </a:solidFill>
                <a:effectLst/>
                <a:latin typeface="Consolas" panose="020B0609020204030204" pitchFamily="49" charset="0"/>
              </a:rPr>
              <a:t>try {</a:t>
            </a:r>
          </a:p>
          <a:p>
            <a:r>
              <a:rPr lang="en-US" sz="260" b="0" dirty="0">
                <a:solidFill>
                  <a:srgbClr val="008000"/>
                </a:solidFill>
                <a:effectLst/>
                <a:latin typeface="Consolas" panose="020B0609020204030204" pitchFamily="49" charset="0"/>
              </a:rPr>
              <a:t>let user = </a:t>
            </a:r>
            <a:r>
              <a:rPr lang="en-US" sz="260" b="0" dirty="0" err="1">
                <a:solidFill>
                  <a:srgbClr val="008000"/>
                </a:solidFill>
                <a:effectLst/>
                <a:latin typeface="Consolas" panose="020B0609020204030204" pitchFamily="49" charset="0"/>
              </a:rPr>
              <a:t>req.profile</a:t>
            </a:r>
            <a:endParaRPr lang="en-US" sz="260" b="0" dirty="0">
              <a:solidFill>
                <a:srgbClr val="008000"/>
              </a:solidFill>
              <a:effectLst/>
              <a:latin typeface="Consolas" panose="020B0609020204030204" pitchFamily="49" charset="0"/>
            </a:endParaRPr>
          </a:p>
          <a:p>
            <a:r>
              <a:rPr lang="en-US" sz="260" b="0" dirty="0">
                <a:solidFill>
                  <a:srgbClr val="008000"/>
                </a:solidFill>
                <a:effectLst/>
                <a:latin typeface="Consolas" panose="020B0609020204030204" pitchFamily="49" charset="0"/>
              </a:rPr>
              <a:t>user = extend(user, </a:t>
            </a:r>
            <a:r>
              <a:rPr lang="en-US" sz="260" b="0" dirty="0" err="1">
                <a:solidFill>
                  <a:srgbClr val="008000"/>
                </a:solidFill>
                <a:effectLst/>
                <a:latin typeface="Consolas" panose="020B0609020204030204" pitchFamily="49" charset="0"/>
              </a:rPr>
              <a:t>req.body</a:t>
            </a:r>
            <a:r>
              <a:rPr lang="en-US" sz="260" b="0" dirty="0">
                <a:solidFill>
                  <a:srgbClr val="008000"/>
                </a:solidFill>
                <a:effectLst/>
                <a:latin typeface="Consolas" panose="020B0609020204030204" pitchFamily="49" charset="0"/>
              </a:rPr>
              <a:t>) </a:t>
            </a:r>
          </a:p>
          <a:p>
            <a:r>
              <a:rPr lang="en-US" sz="260" b="0" dirty="0" err="1">
                <a:solidFill>
                  <a:srgbClr val="008000"/>
                </a:solidFill>
                <a:effectLst/>
                <a:latin typeface="Consolas" panose="020B0609020204030204" pitchFamily="49" charset="0"/>
              </a:rPr>
              <a:t>user.updated</a:t>
            </a:r>
            <a:r>
              <a:rPr lang="en-US" sz="260" b="0" dirty="0">
                <a:solidFill>
                  <a:srgbClr val="008000"/>
                </a:solidFill>
                <a:effectLst/>
                <a:latin typeface="Consolas" panose="020B0609020204030204" pitchFamily="49" charset="0"/>
              </a:rPr>
              <a:t> = </a:t>
            </a:r>
            <a:r>
              <a:rPr lang="en-US" sz="260" b="0" dirty="0" err="1">
                <a:solidFill>
                  <a:srgbClr val="008000"/>
                </a:solidFill>
                <a:effectLst/>
                <a:latin typeface="Consolas" panose="020B0609020204030204" pitchFamily="49" charset="0"/>
              </a:rPr>
              <a:t>Date.now</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await </a:t>
            </a:r>
            <a:r>
              <a:rPr lang="en-US" sz="260" b="0" dirty="0" err="1">
                <a:solidFill>
                  <a:srgbClr val="008000"/>
                </a:solidFill>
                <a:effectLst/>
                <a:latin typeface="Consolas" panose="020B0609020204030204" pitchFamily="49" charset="0"/>
              </a:rPr>
              <a:t>user.save</a:t>
            </a:r>
            <a:r>
              <a:rPr lang="en-US" sz="260" b="0" dirty="0">
                <a:solidFill>
                  <a:srgbClr val="008000"/>
                </a:solidFill>
                <a:effectLst/>
                <a:latin typeface="Consolas" panose="020B0609020204030204" pitchFamily="49" charset="0"/>
              </a:rPr>
              <a:t>()</a:t>
            </a:r>
          </a:p>
          <a:p>
            <a:r>
              <a:rPr lang="en-US" sz="260" b="0" dirty="0" err="1">
                <a:solidFill>
                  <a:srgbClr val="008000"/>
                </a:solidFill>
                <a:effectLst/>
                <a:latin typeface="Consolas" panose="020B0609020204030204" pitchFamily="49" charset="0"/>
              </a:rPr>
              <a:t>user.hashed_password</a:t>
            </a:r>
            <a:r>
              <a:rPr lang="en-US" sz="260" b="0" dirty="0">
                <a:solidFill>
                  <a:srgbClr val="008000"/>
                </a:solidFill>
                <a:effectLst/>
                <a:latin typeface="Consolas" panose="020B0609020204030204" pitchFamily="49" charset="0"/>
              </a:rPr>
              <a:t> = undefined </a:t>
            </a:r>
          </a:p>
          <a:p>
            <a:r>
              <a:rPr lang="en-US" sz="260" b="0" dirty="0" err="1">
                <a:solidFill>
                  <a:srgbClr val="008000"/>
                </a:solidFill>
                <a:effectLst/>
                <a:latin typeface="Consolas" panose="020B0609020204030204" pitchFamily="49" charset="0"/>
              </a:rPr>
              <a:t>user.salt</a:t>
            </a:r>
            <a:r>
              <a:rPr lang="en-US" sz="260" b="0" dirty="0">
                <a:solidFill>
                  <a:srgbClr val="008000"/>
                </a:solidFill>
                <a:effectLst/>
                <a:latin typeface="Consolas" panose="020B0609020204030204" pitchFamily="49" charset="0"/>
              </a:rPr>
              <a:t> = undefined</a:t>
            </a:r>
          </a:p>
          <a:p>
            <a:r>
              <a:rPr lang="en-US" sz="260" b="0" dirty="0" err="1">
                <a:solidFill>
                  <a:srgbClr val="008000"/>
                </a:solidFill>
                <a:effectLst/>
                <a:latin typeface="Consolas" panose="020B0609020204030204" pitchFamily="49" charset="0"/>
              </a:rPr>
              <a:t>res.json</a:t>
            </a:r>
            <a:r>
              <a:rPr lang="en-US" sz="260" b="0" dirty="0">
                <a:solidFill>
                  <a:srgbClr val="008000"/>
                </a:solidFill>
                <a:effectLst/>
                <a:latin typeface="Consolas" panose="020B0609020204030204" pitchFamily="49" charset="0"/>
              </a:rPr>
              <a:t>(user) </a:t>
            </a:r>
          </a:p>
          <a:p>
            <a:r>
              <a:rPr lang="en-US" sz="260" b="0" dirty="0">
                <a:solidFill>
                  <a:srgbClr val="008000"/>
                </a:solidFill>
                <a:effectLst/>
                <a:latin typeface="Consolas" panose="020B0609020204030204" pitchFamily="49" charset="0"/>
              </a:rPr>
              <a:t>} catch (err) {</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error: </a:t>
            </a:r>
            <a:r>
              <a:rPr lang="en-US" sz="260" b="0" dirty="0" err="1">
                <a:solidFill>
                  <a:srgbClr val="008000"/>
                </a:solidFill>
                <a:effectLst/>
                <a:latin typeface="Consolas" panose="020B0609020204030204" pitchFamily="49" charset="0"/>
              </a:rPr>
              <a:t>errorHandler.getErrorMessage</a:t>
            </a:r>
            <a:r>
              <a:rPr lang="en-US" sz="260" b="0" dirty="0">
                <a:solidFill>
                  <a:srgbClr val="008000"/>
                </a:solidFill>
                <a:effectLst/>
                <a:latin typeface="Consolas" panose="020B0609020204030204" pitchFamily="49" charset="0"/>
              </a:rPr>
              <a:t>(err)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const remove = async (req, res) =&gt; { </a:t>
            </a:r>
          </a:p>
          <a:p>
            <a:r>
              <a:rPr lang="en-US" sz="260" b="0" dirty="0">
                <a:solidFill>
                  <a:srgbClr val="008000"/>
                </a:solidFill>
                <a:effectLst/>
                <a:latin typeface="Consolas" panose="020B0609020204030204" pitchFamily="49" charset="0"/>
              </a:rPr>
              <a:t>try {</a:t>
            </a:r>
          </a:p>
          <a:p>
            <a:r>
              <a:rPr lang="en-US" sz="260" b="0" dirty="0">
                <a:solidFill>
                  <a:srgbClr val="008000"/>
                </a:solidFill>
                <a:effectLst/>
                <a:latin typeface="Consolas" panose="020B0609020204030204" pitchFamily="49" charset="0"/>
              </a:rPr>
              <a:t>let user = </a:t>
            </a:r>
            <a:r>
              <a:rPr lang="en-US" sz="260" b="0" dirty="0" err="1">
                <a:solidFill>
                  <a:srgbClr val="008000"/>
                </a:solidFill>
                <a:effectLst/>
                <a:latin typeface="Consolas" panose="020B0609020204030204" pitchFamily="49" charset="0"/>
              </a:rPr>
              <a:t>req.profile</a:t>
            </a:r>
            <a:endParaRPr lang="en-US" sz="260" b="0" dirty="0">
              <a:solidFill>
                <a:srgbClr val="008000"/>
              </a:solidFill>
              <a:effectLst/>
              <a:latin typeface="Consolas" panose="020B0609020204030204" pitchFamily="49" charset="0"/>
            </a:endParaRPr>
          </a:p>
          <a:p>
            <a:r>
              <a:rPr lang="en-US" sz="260" b="0" dirty="0">
                <a:solidFill>
                  <a:srgbClr val="008000"/>
                </a:solidFill>
                <a:effectLst/>
                <a:latin typeface="Consolas" panose="020B0609020204030204" pitchFamily="49" charset="0"/>
              </a:rPr>
              <a:t>let </a:t>
            </a:r>
            <a:r>
              <a:rPr lang="en-US" sz="260" b="0" dirty="0" err="1">
                <a:solidFill>
                  <a:srgbClr val="008000"/>
                </a:solidFill>
                <a:effectLst/>
                <a:latin typeface="Consolas" panose="020B0609020204030204" pitchFamily="49" charset="0"/>
              </a:rPr>
              <a:t>deletedUser</a:t>
            </a:r>
            <a:r>
              <a:rPr lang="en-US" sz="260" b="0" dirty="0">
                <a:solidFill>
                  <a:srgbClr val="008000"/>
                </a:solidFill>
                <a:effectLst/>
                <a:latin typeface="Consolas" panose="020B0609020204030204" pitchFamily="49" charset="0"/>
              </a:rPr>
              <a:t> = await </a:t>
            </a:r>
            <a:r>
              <a:rPr lang="en-US" sz="260" b="0" dirty="0" err="1">
                <a:solidFill>
                  <a:srgbClr val="008000"/>
                </a:solidFill>
                <a:effectLst/>
                <a:latin typeface="Consolas" panose="020B0609020204030204" pitchFamily="49" charset="0"/>
              </a:rPr>
              <a:t>user.deleteOne</a:t>
            </a:r>
            <a:r>
              <a:rPr lang="en-US" sz="260" b="0" dirty="0">
                <a:solidFill>
                  <a:srgbClr val="008000"/>
                </a:solidFill>
                <a:effectLst/>
                <a:latin typeface="Consolas" panose="020B0609020204030204" pitchFamily="49" charset="0"/>
              </a:rPr>
              <a:t>() </a:t>
            </a:r>
          </a:p>
          <a:p>
            <a:r>
              <a:rPr lang="en-US" sz="260" b="0" dirty="0" err="1">
                <a:solidFill>
                  <a:srgbClr val="008000"/>
                </a:solidFill>
                <a:effectLst/>
                <a:latin typeface="Consolas" panose="020B0609020204030204" pitchFamily="49" charset="0"/>
              </a:rPr>
              <a:t>deletedUser.hashed_password</a:t>
            </a:r>
            <a:r>
              <a:rPr lang="en-US" sz="260" b="0" dirty="0">
                <a:solidFill>
                  <a:srgbClr val="008000"/>
                </a:solidFill>
                <a:effectLst/>
                <a:latin typeface="Consolas" panose="020B0609020204030204" pitchFamily="49" charset="0"/>
              </a:rPr>
              <a:t> = undefined </a:t>
            </a:r>
          </a:p>
          <a:p>
            <a:r>
              <a:rPr lang="en-US" sz="260" b="0" dirty="0" err="1">
                <a:solidFill>
                  <a:srgbClr val="008000"/>
                </a:solidFill>
                <a:effectLst/>
                <a:latin typeface="Consolas" panose="020B0609020204030204" pitchFamily="49" charset="0"/>
              </a:rPr>
              <a:t>deletedUser.salt</a:t>
            </a:r>
            <a:r>
              <a:rPr lang="en-US" sz="260" b="0" dirty="0">
                <a:solidFill>
                  <a:srgbClr val="008000"/>
                </a:solidFill>
                <a:effectLst/>
                <a:latin typeface="Consolas" panose="020B0609020204030204" pitchFamily="49" charset="0"/>
              </a:rPr>
              <a:t> = undefined</a:t>
            </a:r>
          </a:p>
          <a:p>
            <a:r>
              <a:rPr lang="en-US" sz="260" b="0" dirty="0" err="1">
                <a:solidFill>
                  <a:srgbClr val="008000"/>
                </a:solidFill>
                <a:effectLst/>
                <a:latin typeface="Consolas" panose="020B0609020204030204" pitchFamily="49" charset="0"/>
              </a:rPr>
              <a:t>res.json</a:t>
            </a:r>
            <a:r>
              <a:rPr lang="en-US" sz="260" b="0" dirty="0">
                <a:solidFill>
                  <a:srgbClr val="008000"/>
                </a:solidFill>
                <a:effectLst/>
                <a:latin typeface="Consolas" panose="020B0609020204030204" pitchFamily="49" charset="0"/>
              </a:rPr>
              <a:t>(</a:t>
            </a:r>
            <a:r>
              <a:rPr lang="en-US" sz="260" b="0" dirty="0" err="1">
                <a:solidFill>
                  <a:srgbClr val="008000"/>
                </a:solidFill>
                <a:effectLst/>
                <a:latin typeface="Consolas" panose="020B0609020204030204" pitchFamily="49" charset="0"/>
              </a:rPr>
              <a:t>deletedUser</a:t>
            </a:r>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 catch (err) {</a:t>
            </a:r>
          </a:p>
          <a:p>
            <a:r>
              <a:rPr lang="en-US" sz="260" b="0" dirty="0">
                <a:solidFill>
                  <a:srgbClr val="008000"/>
                </a:solidFill>
                <a:effectLst/>
                <a:latin typeface="Consolas" panose="020B0609020204030204" pitchFamily="49" charset="0"/>
              </a:rPr>
              <a:t>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(400).</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error: </a:t>
            </a:r>
            <a:r>
              <a:rPr lang="en-US" sz="260" b="0" dirty="0" err="1">
                <a:solidFill>
                  <a:srgbClr val="008000"/>
                </a:solidFill>
                <a:effectLst/>
                <a:latin typeface="Consolas" panose="020B0609020204030204" pitchFamily="49" charset="0"/>
              </a:rPr>
              <a:t>errorHandler.getErrorMessage</a:t>
            </a:r>
            <a:r>
              <a:rPr lang="en-US" sz="260" b="0" dirty="0">
                <a:solidFill>
                  <a:srgbClr val="008000"/>
                </a:solidFill>
                <a:effectLst/>
                <a:latin typeface="Consolas" panose="020B0609020204030204" pitchFamily="49" charset="0"/>
              </a:rPr>
              <a:t>(err) </a:t>
            </a:r>
          </a:p>
          <a:p>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a:t>
            </a:r>
          </a:p>
          <a:p>
            <a:br>
              <a:rPr lang="en-US" sz="260" b="0" dirty="0">
                <a:solidFill>
                  <a:srgbClr val="008000"/>
                </a:solidFill>
                <a:effectLst/>
                <a:latin typeface="Consolas" panose="020B0609020204030204" pitchFamily="49" charset="0"/>
              </a:rPr>
            </a:br>
            <a:r>
              <a:rPr lang="en-US" sz="260" b="0" dirty="0">
                <a:solidFill>
                  <a:srgbClr val="008000"/>
                </a:solidFill>
                <a:effectLst/>
                <a:latin typeface="Consolas" panose="020B0609020204030204" pitchFamily="49" charset="0"/>
              </a:rPr>
              <a:t>const </a:t>
            </a:r>
            <a:r>
              <a:rPr lang="en-US" sz="260" b="0" dirty="0" err="1">
                <a:solidFill>
                  <a:srgbClr val="008000"/>
                </a:solidFill>
                <a:effectLst/>
                <a:latin typeface="Consolas" panose="020B0609020204030204" pitchFamily="49" charset="0"/>
              </a:rPr>
              <a:t>isSeller</a:t>
            </a:r>
            <a:r>
              <a:rPr lang="en-US" sz="260" b="0" dirty="0">
                <a:solidFill>
                  <a:srgbClr val="008000"/>
                </a:solidFill>
                <a:effectLst/>
                <a:latin typeface="Consolas" panose="020B0609020204030204" pitchFamily="49" charset="0"/>
              </a:rPr>
              <a:t> = (req, res, next)=&gt;{</a:t>
            </a:r>
          </a:p>
          <a:p>
            <a:r>
              <a:rPr lang="en-US" sz="260" b="0" dirty="0">
                <a:solidFill>
                  <a:srgbClr val="008000"/>
                </a:solidFill>
                <a:effectLst/>
                <a:latin typeface="Consolas" panose="020B0609020204030204" pitchFamily="49" charset="0"/>
              </a:rPr>
              <a:t>    const </a:t>
            </a:r>
            <a:r>
              <a:rPr lang="en-US" sz="260" b="0" dirty="0" err="1">
                <a:solidFill>
                  <a:srgbClr val="008000"/>
                </a:solidFill>
                <a:effectLst/>
                <a:latin typeface="Consolas" panose="020B0609020204030204" pitchFamily="49" charset="0"/>
              </a:rPr>
              <a:t>isSeller</a:t>
            </a:r>
            <a:r>
              <a:rPr lang="en-US" sz="260" b="0" dirty="0">
                <a:solidFill>
                  <a:srgbClr val="008000"/>
                </a:solidFill>
                <a:effectLst/>
                <a:latin typeface="Consolas" panose="020B0609020204030204" pitchFamily="49" charset="0"/>
              </a:rPr>
              <a:t> = </a:t>
            </a:r>
            <a:r>
              <a:rPr lang="en-US" sz="260" b="0" dirty="0" err="1">
                <a:solidFill>
                  <a:srgbClr val="008000"/>
                </a:solidFill>
                <a:effectLst/>
                <a:latin typeface="Consolas" panose="020B0609020204030204" pitchFamily="49" charset="0"/>
              </a:rPr>
              <a:t>req.profile</a:t>
            </a:r>
            <a:r>
              <a:rPr lang="en-US" sz="260" b="0" dirty="0">
                <a:solidFill>
                  <a:srgbClr val="008000"/>
                </a:solidFill>
                <a:effectLst/>
                <a:latin typeface="Consolas" panose="020B0609020204030204" pitchFamily="49" charset="0"/>
              </a:rPr>
              <a:t> &amp;&amp; </a:t>
            </a:r>
            <a:r>
              <a:rPr lang="en-US" sz="260" b="0" dirty="0" err="1">
                <a:solidFill>
                  <a:srgbClr val="008000"/>
                </a:solidFill>
                <a:effectLst/>
                <a:latin typeface="Consolas" panose="020B0609020204030204" pitchFamily="49" charset="0"/>
              </a:rPr>
              <a:t>req.profile.seller</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if (!</a:t>
            </a:r>
            <a:r>
              <a:rPr lang="en-US" sz="260" b="0" dirty="0" err="1">
                <a:solidFill>
                  <a:srgbClr val="008000"/>
                </a:solidFill>
                <a:effectLst/>
                <a:latin typeface="Consolas" panose="020B0609020204030204" pitchFamily="49" charset="0"/>
              </a:rPr>
              <a:t>isSeller</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return </a:t>
            </a:r>
            <a:r>
              <a:rPr lang="en-US" sz="260" b="0" dirty="0" err="1">
                <a:solidFill>
                  <a:srgbClr val="008000"/>
                </a:solidFill>
                <a:effectLst/>
                <a:latin typeface="Consolas" panose="020B0609020204030204" pitchFamily="49" charset="0"/>
              </a:rPr>
              <a:t>res.status</a:t>
            </a:r>
            <a:r>
              <a:rPr lang="en-US" sz="260" b="0" dirty="0">
                <a:solidFill>
                  <a:srgbClr val="008000"/>
                </a:solidFill>
                <a:effectLst/>
                <a:latin typeface="Consolas" panose="020B0609020204030204" pitchFamily="49" charset="0"/>
              </a:rPr>
              <a:t>("403").</a:t>
            </a:r>
            <a:r>
              <a:rPr lang="en-US" sz="260" b="0" dirty="0" err="1">
                <a:solidFill>
                  <a:srgbClr val="008000"/>
                </a:solidFill>
                <a:effectLst/>
                <a:latin typeface="Consolas" panose="020B0609020204030204" pitchFamily="49" charset="0"/>
              </a:rPr>
              <a:t>json</a:t>
            </a:r>
            <a:r>
              <a:rPr lang="en-US" sz="260" b="0" dirty="0">
                <a:solidFill>
                  <a:srgbClr val="008000"/>
                </a:solidFill>
                <a:effectLst/>
                <a:latin typeface="Consolas" panose="020B0609020204030204" pitchFamily="49" charset="0"/>
              </a:rPr>
              <a:t>({</a:t>
            </a:r>
          </a:p>
          <a:p>
            <a:r>
              <a:rPr lang="en-US" sz="260" b="0" dirty="0">
                <a:solidFill>
                  <a:srgbClr val="008000"/>
                </a:solidFill>
                <a:effectLst/>
                <a:latin typeface="Consolas" panose="020B0609020204030204" pitchFamily="49" charset="0"/>
              </a:rPr>
              <a:t>            </a:t>
            </a:r>
            <a:r>
              <a:rPr lang="en-US" sz="260" b="0" dirty="0" err="1">
                <a:solidFill>
                  <a:srgbClr val="008000"/>
                </a:solidFill>
                <a:effectLst/>
                <a:latin typeface="Consolas" panose="020B0609020204030204" pitchFamily="49" charset="0"/>
              </a:rPr>
              <a:t>error:"user</a:t>
            </a:r>
            <a:r>
              <a:rPr lang="en-US" sz="260" b="0" dirty="0">
                <a:solidFill>
                  <a:srgbClr val="008000"/>
                </a:solidFill>
                <a:effectLst/>
                <a:latin typeface="Consolas" panose="020B0609020204030204" pitchFamily="49" charset="0"/>
              </a:rPr>
              <a:t> is not a seller",</a:t>
            </a:r>
          </a:p>
          <a:p>
            <a:r>
              <a:rPr lang="en-US" sz="260" b="0" dirty="0">
                <a:solidFill>
                  <a:srgbClr val="008000"/>
                </a:solidFill>
                <a:effectLst/>
                <a:latin typeface="Consolas" panose="020B0609020204030204" pitchFamily="49" charset="0"/>
              </a:rPr>
              <a:t>        });    </a:t>
            </a:r>
          </a:p>
          <a:p>
            <a:r>
              <a:rPr lang="en-US" sz="260" b="0" dirty="0">
                <a:solidFill>
                  <a:srgbClr val="008000"/>
                </a:solidFill>
                <a:effectLst/>
                <a:latin typeface="Consolas" panose="020B0609020204030204" pitchFamily="49" charset="0"/>
              </a:rPr>
              <a:t>    }</a:t>
            </a:r>
          </a:p>
          <a:p>
            <a:r>
              <a:rPr lang="en-US" sz="260" b="0" dirty="0">
                <a:solidFill>
                  <a:srgbClr val="008000"/>
                </a:solidFill>
                <a:effectLst/>
                <a:latin typeface="Consolas" panose="020B0609020204030204" pitchFamily="49" charset="0"/>
              </a:rPr>
              <a:t>    next();</a:t>
            </a:r>
          </a:p>
          <a:p>
            <a:r>
              <a:rPr lang="en-US" sz="260" b="0" dirty="0">
                <a:solidFill>
                  <a:srgbClr val="008000"/>
                </a:solidFill>
                <a:effectLst/>
                <a:latin typeface="Consolas" panose="020B0609020204030204" pitchFamily="49" charset="0"/>
              </a:rPr>
              <a:t>};</a:t>
            </a:r>
          </a:p>
          <a:p>
            <a:endParaRPr lang="en-US" sz="260" b="0" dirty="0">
              <a:solidFill>
                <a:srgbClr val="008000"/>
              </a:solidFill>
              <a:effectLst/>
              <a:highlight>
                <a:srgbClr val="FFFF00"/>
              </a:highlight>
              <a:latin typeface="Consolas" panose="020B0609020204030204" pitchFamily="49" charset="0"/>
            </a:endParaRPr>
          </a:p>
          <a:p>
            <a:r>
              <a:rPr lang="en-US" sz="260" dirty="0">
                <a:solidFill>
                  <a:srgbClr val="008000"/>
                </a:solidFill>
                <a:highlight>
                  <a:srgbClr val="FFFF00"/>
                </a:highlight>
                <a:latin typeface="Consolas" panose="020B0609020204030204" pitchFamily="49" charset="0"/>
              </a:rPr>
              <a:t>const </a:t>
            </a:r>
            <a:r>
              <a:rPr lang="en-US" sz="260" dirty="0" err="1">
                <a:solidFill>
                  <a:srgbClr val="008000"/>
                </a:solidFill>
                <a:highlight>
                  <a:srgbClr val="FFFF00"/>
                </a:highlight>
                <a:latin typeface="Consolas" panose="020B0609020204030204" pitchFamily="49" charset="0"/>
              </a:rPr>
              <a:t>isAdmin</a:t>
            </a:r>
            <a:r>
              <a:rPr lang="en-US" sz="260" dirty="0">
                <a:solidFill>
                  <a:srgbClr val="008000"/>
                </a:solidFill>
                <a:highlight>
                  <a:srgbClr val="FFFF00"/>
                </a:highlight>
                <a:latin typeface="Consolas" panose="020B0609020204030204" pitchFamily="49" charset="0"/>
              </a:rPr>
              <a:t> = (req, res, next)=&gt;{</a:t>
            </a:r>
          </a:p>
          <a:p>
            <a:r>
              <a:rPr lang="en-US" sz="260" dirty="0">
                <a:solidFill>
                  <a:srgbClr val="008000"/>
                </a:solidFill>
                <a:highlight>
                  <a:srgbClr val="FFFF00"/>
                </a:highlight>
                <a:latin typeface="Consolas" panose="020B0609020204030204" pitchFamily="49" charset="0"/>
              </a:rPr>
              <a:t>    const </a:t>
            </a:r>
            <a:r>
              <a:rPr lang="en-US" sz="260" dirty="0" err="1">
                <a:solidFill>
                  <a:srgbClr val="008000"/>
                </a:solidFill>
                <a:highlight>
                  <a:srgbClr val="FFFF00"/>
                </a:highlight>
                <a:latin typeface="Consolas" panose="020B0609020204030204" pitchFamily="49" charset="0"/>
              </a:rPr>
              <a:t>isAdmin</a:t>
            </a:r>
            <a:r>
              <a:rPr lang="en-US" sz="260" dirty="0">
                <a:solidFill>
                  <a:srgbClr val="008000"/>
                </a:solidFill>
                <a:highlight>
                  <a:srgbClr val="FFFF00"/>
                </a:highlight>
                <a:latin typeface="Consolas" panose="020B0609020204030204" pitchFamily="49" charset="0"/>
              </a:rPr>
              <a:t> = </a:t>
            </a:r>
            <a:r>
              <a:rPr lang="en-US" sz="260" dirty="0" err="1">
                <a:solidFill>
                  <a:srgbClr val="008000"/>
                </a:solidFill>
                <a:highlight>
                  <a:srgbClr val="FFFF00"/>
                </a:highlight>
                <a:latin typeface="Consolas" panose="020B0609020204030204" pitchFamily="49" charset="0"/>
              </a:rPr>
              <a:t>req.profile</a:t>
            </a:r>
            <a:r>
              <a:rPr lang="en-US" sz="260" dirty="0">
                <a:solidFill>
                  <a:srgbClr val="008000"/>
                </a:solidFill>
                <a:highlight>
                  <a:srgbClr val="FFFF00"/>
                </a:highlight>
                <a:latin typeface="Consolas" panose="020B0609020204030204" pitchFamily="49" charset="0"/>
              </a:rPr>
              <a:t> &amp;&amp; </a:t>
            </a:r>
            <a:r>
              <a:rPr lang="en-US" sz="260" dirty="0" err="1">
                <a:solidFill>
                  <a:srgbClr val="008000"/>
                </a:solidFill>
                <a:highlight>
                  <a:srgbClr val="FFFF00"/>
                </a:highlight>
                <a:latin typeface="Consolas" panose="020B0609020204030204" pitchFamily="49" charset="0"/>
              </a:rPr>
              <a:t>req.profile.admin</a:t>
            </a:r>
            <a:r>
              <a:rPr lang="en-US" sz="260" dirty="0">
                <a:solidFill>
                  <a:srgbClr val="008000"/>
                </a:solidFill>
                <a:highlight>
                  <a:srgbClr val="FFFF00"/>
                </a:highlight>
                <a:latin typeface="Consolas" panose="020B0609020204030204" pitchFamily="49" charset="0"/>
              </a:rPr>
              <a:t>;</a:t>
            </a:r>
          </a:p>
          <a:p>
            <a:r>
              <a:rPr lang="en-US" sz="260" dirty="0">
                <a:solidFill>
                  <a:srgbClr val="008000"/>
                </a:solidFill>
                <a:highlight>
                  <a:srgbClr val="FFFF00"/>
                </a:highlight>
                <a:latin typeface="Consolas" panose="020B0609020204030204" pitchFamily="49" charset="0"/>
              </a:rPr>
              <a:t>    if (!</a:t>
            </a:r>
            <a:r>
              <a:rPr lang="en-US" sz="260" dirty="0" err="1">
                <a:solidFill>
                  <a:srgbClr val="008000"/>
                </a:solidFill>
                <a:highlight>
                  <a:srgbClr val="FFFF00"/>
                </a:highlight>
                <a:latin typeface="Consolas" panose="020B0609020204030204" pitchFamily="49" charset="0"/>
              </a:rPr>
              <a:t>isAdmin</a:t>
            </a:r>
            <a:r>
              <a:rPr lang="en-US" sz="260" dirty="0">
                <a:solidFill>
                  <a:srgbClr val="008000"/>
                </a:solidFill>
                <a:highlight>
                  <a:srgbClr val="FFFF00"/>
                </a:highlight>
                <a:latin typeface="Consolas" panose="020B0609020204030204" pitchFamily="49" charset="0"/>
              </a:rPr>
              <a:t>){</a:t>
            </a:r>
          </a:p>
          <a:p>
            <a:r>
              <a:rPr lang="en-US" sz="260" dirty="0">
                <a:solidFill>
                  <a:srgbClr val="008000"/>
                </a:solidFill>
                <a:highlight>
                  <a:srgbClr val="FFFF00"/>
                </a:highlight>
                <a:latin typeface="Consolas" panose="020B0609020204030204" pitchFamily="49" charset="0"/>
              </a:rPr>
              <a:t>        return </a:t>
            </a:r>
            <a:r>
              <a:rPr lang="en-US" sz="260" dirty="0" err="1">
                <a:solidFill>
                  <a:srgbClr val="008000"/>
                </a:solidFill>
                <a:highlight>
                  <a:srgbClr val="FFFF00"/>
                </a:highlight>
                <a:latin typeface="Consolas" panose="020B0609020204030204" pitchFamily="49" charset="0"/>
              </a:rPr>
              <a:t>res.status</a:t>
            </a:r>
            <a:r>
              <a:rPr lang="en-US" sz="260" dirty="0">
                <a:solidFill>
                  <a:srgbClr val="008000"/>
                </a:solidFill>
                <a:highlight>
                  <a:srgbClr val="FFFF00"/>
                </a:highlight>
                <a:latin typeface="Consolas" panose="020B0609020204030204" pitchFamily="49" charset="0"/>
              </a:rPr>
              <a:t>("403").</a:t>
            </a:r>
            <a:r>
              <a:rPr lang="en-US" sz="260" dirty="0" err="1">
                <a:solidFill>
                  <a:srgbClr val="008000"/>
                </a:solidFill>
                <a:highlight>
                  <a:srgbClr val="FFFF00"/>
                </a:highlight>
                <a:latin typeface="Consolas" panose="020B0609020204030204" pitchFamily="49" charset="0"/>
              </a:rPr>
              <a:t>json</a:t>
            </a:r>
            <a:r>
              <a:rPr lang="en-US" sz="260" dirty="0">
                <a:solidFill>
                  <a:srgbClr val="008000"/>
                </a:solidFill>
                <a:highlight>
                  <a:srgbClr val="FFFF00"/>
                </a:highlight>
                <a:latin typeface="Consolas" panose="020B0609020204030204" pitchFamily="49" charset="0"/>
              </a:rPr>
              <a:t>({</a:t>
            </a:r>
          </a:p>
          <a:p>
            <a:r>
              <a:rPr lang="en-US" sz="260" dirty="0">
                <a:solidFill>
                  <a:srgbClr val="008000"/>
                </a:solidFill>
                <a:highlight>
                  <a:srgbClr val="FFFF00"/>
                </a:highlight>
                <a:latin typeface="Consolas" panose="020B0609020204030204" pitchFamily="49" charset="0"/>
              </a:rPr>
              <a:t>            </a:t>
            </a:r>
            <a:r>
              <a:rPr lang="en-US" sz="260" dirty="0" err="1">
                <a:solidFill>
                  <a:srgbClr val="008000"/>
                </a:solidFill>
                <a:highlight>
                  <a:srgbClr val="FFFF00"/>
                </a:highlight>
                <a:latin typeface="Consolas" panose="020B0609020204030204" pitchFamily="49" charset="0"/>
              </a:rPr>
              <a:t>error:"user</a:t>
            </a:r>
            <a:r>
              <a:rPr lang="en-US" sz="260" dirty="0">
                <a:solidFill>
                  <a:srgbClr val="008000"/>
                </a:solidFill>
                <a:highlight>
                  <a:srgbClr val="FFFF00"/>
                </a:highlight>
                <a:latin typeface="Consolas" panose="020B0609020204030204" pitchFamily="49" charset="0"/>
              </a:rPr>
              <a:t> is not an Admin",</a:t>
            </a:r>
          </a:p>
          <a:p>
            <a:r>
              <a:rPr lang="en-US" sz="260" dirty="0">
                <a:solidFill>
                  <a:srgbClr val="008000"/>
                </a:solidFill>
                <a:highlight>
                  <a:srgbClr val="FFFF00"/>
                </a:highlight>
                <a:latin typeface="Consolas" panose="020B0609020204030204" pitchFamily="49" charset="0"/>
              </a:rPr>
              <a:t>        });    </a:t>
            </a:r>
          </a:p>
          <a:p>
            <a:r>
              <a:rPr lang="en-US" sz="260" dirty="0">
                <a:solidFill>
                  <a:srgbClr val="008000"/>
                </a:solidFill>
                <a:highlight>
                  <a:srgbClr val="FFFF00"/>
                </a:highlight>
                <a:latin typeface="Consolas" panose="020B0609020204030204" pitchFamily="49" charset="0"/>
              </a:rPr>
              <a:t>    }</a:t>
            </a:r>
          </a:p>
          <a:p>
            <a:r>
              <a:rPr lang="en-US" sz="260" dirty="0">
                <a:solidFill>
                  <a:srgbClr val="008000"/>
                </a:solidFill>
                <a:highlight>
                  <a:srgbClr val="FFFF00"/>
                </a:highlight>
                <a:latin typeface="Consolas" panose="020B0609020204030204" pitchFamily="49" charset="0"/>
              </a:rPr>
              <a:t>    next();</a:t>
            </a:r>
          </a:p>
          <a:p>
            <a:r>
              <a:rPr lang="en-US" sz="260" dirty="0">
                <a:solidFill>
                  <a:srgbClr val="008000"/>
                </a:solidFill>
                <a:highlight>
                  <a:srgbClr val="FFFF00"/>
                </a:highlight>
                <a:latin typeface="Consolas" panose="020B0609020204030204" pitchFamily="49" charset="0"/>
              </a:rPr>
              <a:t>};</a:t>
            </a:r>
          </a:p>
          <a:p>
            <a:endParaRPr lang="en-US" sz="260" b="0" dirty="0">
              <a:solidFill>
                <a:srgbClr val="008000"/>
              </a:solidFill>
              <a:effectLst/>
              <a:highlight>
                <a:srgbClr val="FFFF00"/>
              </a:highlight>
              <a:latin typeface="Consolas" panose="020B0609020204030204" pitchFamily="49" charset="0"/>
            </a:endParaRPr>
          </a:p>
          <a:p>
            <a:r>
              <a:rPr lang="en-US" sz="260" b="0" dirty="0">
                <a:solidFill>
                  <a:srgbClr val="008000"/>
                </a:solidFill>
                <a:effectLst/>
                <a:latin typeface="Consolas" panose="020B0609020204030204" pitchFamily="49" charset="0"/>
              </a:rPr>
              <a:t>export default { create, </a:t>
            </a:r>
            <a:r>
              <a:rPr lang="en-US" sz="260" b="0" dirty="0" err="1">
                <a:solidFill>
                  <a:srgbClr val="008000"/>
                </a:solidFill>
                <a:effectLst/>
                <a:latin typeface="Consolas" panose="020B0609020204030204" pitchFamily="49" charset="0"/>
              </a:rPr>
              <a:t>userByID</a:t>
            </a:r>
            <a:r>
              <a:rPr lang="en-US" sz="260" b="0" dirty="0">
                <a:solidFill>
                  <a:srgbClr val="008000"/>
                </a:solidFill>
                <a:effectLst/>
                <a:latin typeface="Consolas" panose="020B0609020204030204" pitchFamily="49" charset="0"/>
              </a:rPr>
              <a:t>, read, list, remove, update }</a:t>
            </a:r>
          </a:p>
          <a:p>
            <a:br>
              <a:rPr lang="en-US" sz="260" b="0" dirty="0">
                <a:solidFill>
                  <a:srgbClr val="008000"/>
                </a:solidFill>
                <a:effectLst/>
                <a:latin typeface="Consolas" panose="020B0609020204030204" pitchFamily="49" charset="0"/>
              </a:rPr>
            </a:br>
            <a:endParaRPr lang="en-US" sz="26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318D20DF-D014-C687-62E2-BD285F6BCD59}"/>
              </a:ext>
            </a:extLst>
          </p:cNvPr>
          <p:cNvSpPr>
            <a:spLocks noGrp="1"/>
          </p:cNvSpPr>
          <p:nvPr>
            <p:ph type="dt" sz="half" idx="10"/>
          </p:nvPr>
        </p:nvSpPr>
        <p:spPr/>
        <p:txBody>
          <a:bodyPr/>
          <a:lstStyle/>
          <a:p>
            <a:pPr>
              <a:defRPr/>
            </a:pPr>
            <a:fld id="{C9C54A8A-EC83-4BC5-B48C-A23671E55882}" type="datetime1">
              <a:rPr lang="en-US" smtClean="0"/>
              <a:t>7/18/2026</a:t>
            </a:fld>
            <a:endParaRPr lang="en-US" dirty="0"/>
          </a:p>
        </p:txBody>
      </p:sp>
      <p:sp>
        <p:nvSpPr>
          <p:cNvPr id="5" name="Footer Placeholder 4">
            <a:extLst>
              <a:ext uri="{FF2B5EF4-FFF2-40B4-BE49-F238E27FC236}">
                <a16:creationId xmlns:a16="http://schemas.microsoft.com/office/drawing/2014/main" id="{DA935B74-E763-11BE-D8B9-10761730E27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0D4E5B1F-C6E0-CD5F-08B4-F7773DB016BC}"/>
              </a:ext>
            </a:extLst>
          </p:cNvPr>
          <p:cNvSpPr>
            <a:spLocks noGrp="1"/>
          </p:cNvSpPr>
          <p:nvPr>
            <p:ph type="sldNum" sz="quarter" idx="12"/>
          </p:nvPr>
        </p:nvSpPr>
        <p:spPr/>
        <p:txBody>
          <a:bodyPr/>
          <a:lstStyle/>
          <a:p>
            <a:fld id="{7C5CF243-786F-4254-B068-4C9F0B6EA12F}" type="slidenum">
              <a:rPr lang="en-US" altLang="en-US" smtClean="0"/>
              <a:pPr/>
              <a:t>97</a:t>
            </a:fld>
            <a:endParaRPr lang="en-US" altLang="en-US"/>
          </a:p>
        </p:txBody>
      </p:sp>
    </p:spTree>
    <p:extLst>
      <p:ext uri="{BB962C8B-B14F-4D97-AF65-F5344CB8AC3E}">
        <p14:creationId xmlns:p14="http://schemas.microsoft.com/office/powerpoint/2010/main" val="11961753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510C-65BD-781B-17A1-A77100A24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A90D0-6818-AD59-9115-ABCCA6B11AE5}"/>
              </a:ext>
            </a:extLst>
          </p:cNvPr>
          <p:cNvSpPr>
            <a:spLocks noGrp="1"/>
          </p:cNvSpPr>
          <p:nvPr>
            <p:ph type="title"/>
          </p:nvPr>
        </p:nvSpPr>
        <p:spPr/>
        <p:txBody>
          <a:bodyPr/>
          <a:lstStyle/>
          <a:p>
            <a:r>
              <a:rPr lang="en-US" dirty="0"/>
              <a:t>Updated server/controllers/user.controller.js</a:t>
            </a:r>
          </a:p>
        </p:txBody>
      </p:sp>
      <p:sp>
        <p:nvSpPr>
          <p:cNvPr id="3" name="Content Placeholder 2">
            <a:extLst>
              <a:ext uri="{FF2B5EF4-FFF2-40B4-BE49-F238E27FC236}">
                <a16:creationId xmlns:a16="http://schemas.microsoft.com/office/drawing/2014/main" id="{3B0DE5C4-A78D-FBC8-7DC7-1A27E13BB8F4}"/>
              </a:ext>
            </a:extLst>
          </p:cNvPr>
          <p:cNvSpPr>
            <a:spLocks noGrp="1"/>
          </p:cNvSpPr>
          <p:nvPr>
            <p:ph idx="1"/>
          </p:nvPr>
        </p:nvSpPr>
        <p:spPr/>
        <p:txBody>
          <a:bodyPr/>
          <a:lstStyle/>
          <a:p>
            <a:r>
              <a:rPr lang="en-US" sz="290" b="0" dirty="0">
                <a:solidFill>
                  <a:srgbClr val="008000"/>
                </a:solidFill>
                <a:effectLst/>
                <a:latin typeface="Consolas" panose="020B0609020204030204" pitchFamily="49" charset="0"/>
              </a:rPr>
              <a:t>import User from '../models/user.model.js'</a:t>
            </a:r>
          </a:p>
          <a:p>
            <a:r>
              <a:rPr lang="en-US" sz="290" b="0" dirty="0">
                <a:solidFill>
                  <a:srgbClr val="008000"/>
                </a:solidFill>
                <a:effectLst/>
                <a:latin typeface="Consolas" panose="020B0609020204030204" pitchFamily="49" charset="0"/>
              </a:rPr>
              <a:t>import extend from '</a:t>
            </a:r>
            <a:r>
              <a:rPr lang="en-US" sz="290" b="0" dirty="0" err="1">
                <a:solidFill>
                  <a:srgbClr val="008000"/>
                </a:solidFill>
                <a:effectLst/>
                <a:latin typeface="Consolas" panose="020B0609020204030204" pitchFamily="49" charset="0"/>
              </a:rPr>
              <a:t>lodash</a:t>
            </a:r>
            <a:r>
              <a:rPr lang="en-US" sz="290" b="0" dirty="0">
                <a:solidFill>
                  <a:srgbClr val="008000"/>
                </a:solidFill>
                <a:effectLst/>
                <a:latin typeface="Consolas" panose="020B0609020204030204" pitchFamily="49" charset="0"/>
              </a:rPr>
              <a:t>/extend.js'</a:t>
            </a:r>
          </a:p>
          <a:p>
            <a:r>
              <a:rPr lang="en-US" sz="290" b="0" dirty="0">
                <a:solidFill>
                  <a:srgbClr val="008000"/>
                </a:solidFill>
                <a:effectLst/>
                <a:latin typeface="Consolas" panose="020B0609020204030204" pitchFamily="49" charset="0"/>
              </a:rPr>
              <a:t>import </a:t>
            </a:r>
            <a:r>
              <a:rPr lang="en-US" sz="290" b="0" dirty="0" err="1">
                <a:solidFill>
                  <a:srgbClr val="008000"/>
                </a:solidFill>
                <a:effectLst/>
                <a:latin typeface="Consolas" panose="020B0609020204030204" pitchFamily="49" charset="0"/>
              </a:rPr>
              <a:t>errorHandler</a:t>
            </a:r>
            <a:r>
              <a:rPr lang="en-US" sz="290" b="0" dirty="0">
                <a:solidFill>
                  <a:srgbClr val="008000"/>
                </a:solidFill>
                <a:effectLst/>
                <a:latin typeface="Consolas" panose="020B0609020204030204" pitchFamily="49" charset="0"/>
              </a:rPr>
              <a:t> from './error.controller.js'</a:t>
            </a:r>
          </a:p>
          <a:p>
            <a:r>
              <a:rPr lang="en-US" sz="290" b="0" dirty="0">
                <a:solidFill>
                  <a:srgbClr val="008000"/>
                </a:solidFill>
                <a:effectLst/>
                <a:latin typeface="Consolas" panose="020B0609020204030204" pitchFamily="49" charset="0"/>
              </a:rPr>
              <a:t>const create = async (req, res) =&gt; { </a:t>
            </a:r>
          </a:p>
          <a:p>
            <a:r>
              <a:rPr lang="en-US" sz="290" b="0" dirty="0">
                <a:solidFill>
                  <a:srgbClr val="008000"/>
                </a:solidFill>
                <a:effectLst/>
                <a:latin typeface="Consolas" panose="020B0609020204030204" pitchFamily="49" charset="0"/>
              </a:rPr>
              <a:t>const user = new User(</a:t>
            </a:r>
            <a:r>
              <a:rPr lang="en-US" sz="290" b="0" dirty="0" err="1">
                <a:solidFill>
                  <a:srgbClr val="008000"/>
                </a:solidFill>
                <a:effectLst/>
                <a:latin typeface="Consolas" panose="020B0609020204030204" pitchFamily="49" charset="0"/>
              </a:rPr>
              <a:t>req.body</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try {</a:t>
            </a:r>
          </a:p>
          <a:p>
            <a:r>
              <a:rPr lang="en-US" sz="290" b="0" dirty="0">
                <a:solidFill>
                  <a:srgbClr val="008000"/>
                </a:solidFill>
                <a:effectLst/>
                <a:latin typeface="Consolas" panose="020B0609020204030204" pitchFamily="49" charset="0"/>
              </a:rPr>
              <a:t>await </a:t>
            </a:r>
            <a:r>
              <a:rPr lang="en-US" sz="290" b="0" dirty="0" err="1">
                <a:solidFill>
                  <a:srgbClr val="008000"/>
                </a:solidFill>
                <a:effectLst/>
                <a:latin typeface="Consolas" panose="020B0609020204030204" pitchFamily="49" charset="0"/>
              </a:rPr>
              <a:t>user.save</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(200).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message: "Successfully signed up!"</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catch (err) {</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error: </a:t>
            </a:r>
            <a:r>
              <a:rPr lang="en-US" sz="290" b="0" dirty="0" err="1">
                <a:solidFill>
                  <a:srgbClr val="008000"/>
                </a:solidFill>
                <a:effectLst/>
                <a:latin typeface="Consolas" panose="020B0609020204030204" pitchFamily="49" charset="0"/>
              </a:rPr>
              <a:t>errorHandler.getErrorMessage</a:t>
            </a:r>
            <a:r>
              <a:rPr lang="en-US" sz="290" b="0" dirty="0">
                <a:solidFill>
                  <a:srgbClr val="008000"/>
                </a:solidFill>
                <a:effectLst/>
                <a:latin typeface="Consolas" panose="020B0609020204030204" pitchFamily="49" charset="0"/>
              </a:rPr>
              <a:t>(err)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const list = async (req, res) =&gt; { </a:t>
            </a:r>
          </a:p>
          <a:p>
            <a:r>
              <a:rPr lang="en-US" sz="290" b="0" dirty="0">
                <a:solidFill>
                  <a:srgbClr val="008000"/>
                </a:solidFill>
                <a:effectLst/>
                <a:latin typeface="Consolas" panose="020B0609020204030204" pitchFamily="49" charset="0"/>
              </a:rPr>
              <a:t>try {</a:t>
            </a:r>
          </a:p>
          <a:p>
            <a:r>
              <a:rPr lang="en-US" sz="290" b="0" dirty="0">
                <a:solidFill>
                  <a:srgbClr val="008000"/>
                </a:solidFill>
                <a:effectLst/>
                <a:latin typeface="Consolas" panose="020B0609020204030204" pitchFamily="49" charset="0"/>
              </a:rPr>
              <a:t>let users = await </a:t>
            </a:r>
            <a:r>
              <a:rPr lang="en-US" sz="290" b="0" dirty="0" err="1">
                <a:solidFill>
                  <a:srgbClr val="008000"/>
                </a:solidFill>
                <a:effectLst/>
                <a:latin typeface="Consolas" panose="020B0609020204030204" pitchFamily="49" charset="0"/>
              </a:rPr>
              <a:t>User.find</a:t>
            </a:r>
            <a:r>
              <a:rPr lang="en-US" sz="290" b="0" dirty="0">
                <a:solidFill>
                  <a:srgbClr val="008000"/>
                </a:solidFill>
                <a:effectLst/>
                <a:latin typeface="Consolas" panose="020B0609020204030204" pitchFamily="49" charset="0"/>
              </a:rPr>
              <a:t>().select('name email updated created') </a:t>
            </a:r>
          </a:p>
          <a:p>
            <a:r>
              <a:rPr lang="en-US" sz="290" b="0" dirty="0" err="1">
                <a:solidFill>
                  <a:srgbClr val="008000"/>
                </a:solidFill>
                <a:effectLst/>
                <a:latin typeface="Consolas" panose="020B0609020204030204" pitchFamily="49" charset="0"/>
              </a:rPr>
              <a:t>res.json</a:t>
            </a:r>
            <a:r>
              <a:rPr lang="en-US" sz="290" b="0" dirty="0">
                <a:solidFill>
                  <a:srgbClr val="008000"/>
                </a:solidFill>
                <a:effectLst/>
                <a:latin typeface="Consolas" panose="020B0609020204030204" pitchFamily="49" charset="0"/>
              </a:rPr>
              <a:t>(users)</a:t>
            </a:r>
          </a:p>
          <a:p>
            <a:r>
              <a:rPr lang="en-US" sz="290" b="0" dirty="0">
                <a:solidFill>
                  <a:srgbClr val="008000"/>
                </a:solidFill>
                <a:effectLst/>
                <a:latin typeface="Consolas" panose="020B0609020204030204" pitchFamily="49" charset="0"/>
              </a:rPr>
              <a:t>} catch (err) {</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error: </a:t>
            </a:r>
            <a:r>
              <a:rPr lang="en-US" sz="290" b="0" dirty="0" err="1">
                <a:solidFill>
                  <a:srgbClr val="008000"/>
                </a:solidFill>
                <a:effectLst/>
                <a:latin typeface="Consolas" panose="020B0609020204030204" pitchFamily="49" charset="0"/>
              </a:rPr>
              <a:t>errorHandler.getErrorMessage</a:t>
            </a:r>
            <a:r>
              <a:rPr lang="en-US" sz="290" b="0" dirty="0">
                <a:solidFill>
                  <a:srgbClr val="008000"/>
                </a:solidFill>
                <a:effectLst/>
                <a:latin typeface="Consolas" panose="020B0609020204030204" pitchFamily="49" charset="0"/>
              </a:rPr>
              <a:t>(err)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const </a:t>
            </a:r>
            <a:r>
              <a:rPr lang="en-US" sz="290" b="0" dirty="0" err="1">
                <a:solidFill>
                  <a:srgbClr val="008000"/>
                </a:solidFill>
                <a:effectLst/>
                <a:latin typeface="Consolas" panose="020B0609020204030204" pitchFamily="49" charset="0"/>
              </a:rPr>
              <a:t>userByID</a:t>
            </a:r>
            <a:r>
              <a:rPr lang="en-US" sz="290" b="0" dirty="0">
                <a:solidFill>
                  <a:srgbClr val="008000"/>
                </a:solidFill>
                <a:effectLst/>
                <a:latin typeface="Consolas" panose="020B0609020204030204" pitchFamily="49" charset="0"/>
              </a:rPr>
              <a:t> = async (req, res, next, id) =&gt; { </a:t>
            </a:r>
          </a:p>
          <a:p>
            <a:r>
              <a:rPr lang="en-US" sz="290" b="0" dirty="0">
                <a:solidFill>
                  <a:srgbClr val="008000"/>
                </a:solidFill>
                <a:effectLst/>
                <a:latin typeface="Consolas" panose="020B0609020204030204" pitchFamily="49" charset="0"/>
              </a:rPr>
              <a:t>try {</a:t>
            </a:r>
          </a:p>
          <a:p>
            <a:r>
              <a:rPr lang="en-US" sz="290" b="0" dirty="0">
                <a:solidFill>
                  <a:srgbClr val="008000"/>
                </a:solidFill>
                <a:effectLst/>
                <a:latin typeface="Consolas" panose="020B0609020204030204" pitchFamily="49" charset="0"/>
              </a:rPr>
              <a:t>let user = await </a:t>
            </a:r>
            <a:r>
              <a:rPr lang="en-US" sz="290" b="0" dirty="0" err="1">
                <a:solidFill>
                  <a:srgbClr val="008000"/>
                </a:solidFill>
                <a:effectLst/>
                <a:latin typeface="Consolas" panose="020B0609020204030204" pitchFamily="49" charset="0"/>
              </a:rPr>
              <a:t>User.findById</a:t>
            </a:r>
            <a:r>
              <a:rPr lang="en-US" sz="290" b="0" dirty="0">
                <a:solidFill>
                  <a:srgbClr val="008000"/>
                </a:solidFill>
                <a:effectLst/>
                <a:latin typeface="Consolas" panose="020B0609020204030204" pitchFamily="49" charset="0"/>
              </a:rPr>
              <a:t>(id) </a:t>
            </a:r>
          </a:p>
          <a:p>
            <a:r>
              <a:rPr lang="en-US" sz="290" b="0" dirty="0">
                <a:solidFill>
                  <a:srgbClr val="008000"/>
                </a:solidFill>
                <a:effectLst/>
                <a:latin typeface="Consolas" panose="020B0609020204030204" pitchFamily="49" charset="0"/>
              </a:rPr>
              <a:t>if (!user)</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error: "User not found"</a:t>
            </a:r>
          </a:p>
          <a:p>
            <a:r>
              <a:rPr lang="en-US" sz="290" b="0" dirty="0">
                <a:solidFill>
                  <a:srgbClr val="008000"/>
                </a:solidFill>
                <a:effectLst/>
                <a:latin typeface="Consolas" panose="020B0609020204030204" pitchFamily="49" charset="0"/>
              </a:rPr>
              <a:t>})</a:t>
            </a:r>
          </a:p>
          <a:p>
            <a:r>
              <a:rPr lang="en-US" sz="290" b="0" dirty="0" err="1">
                <a:solidFill>
                  <a:srgbClr val="008000"/>
                </a:solidFill>
                <a:effectLst/>
                <a:latin typeface="Consolas" panose="020B0609020204030204" pitchFamily="49" charset="0"/>
              </a:rPr>
              <a:t>req.profile</a:t>
            </a:r>
            <a:r>
              <a:rPr lang="en-US" sz="290" b="0" dirty="0">
                <a:solidFill>
                  <a:srgbClr val="008000"/>
                </a:solidFill>
                <a:effectLst/>
                <a:latin typeface="Consolas" panose="020B0609020204030204" pitchFamily="49" charset="0"/>
              </a:rPr>
              <a:t> = user </a:t>
            </a:r>
          </a:p>
          <a:p>
            <a:r>
              <a:rPr lang="en-US" sz="290" b="0" dirty="0">
                <a:solidFill>
                  <a:srgbClr val="008000"/>
                </a:solidFill>
                <a:effectLst/>
                <a:latin typeface="Consolas" panose="020B0609020204030204" pitchFamily="49" charset="0"/>
              </a:rPr>
              <a:t>next()</a:t>
            </a:r>
          </a:p>
          <a:p>
            <a:r>
              <a:rPr lang="en-US" sz="290" b="0" dirty="0">
                <a:solidFill>
                  <a:srgbClr val="008000"/>
                </a:solidFill>
                <a:effectLst/>
                <a:latin typeface="Consolas" panose="020B0609020204030204" pitchFamily="49" charset="0"/>
              </a:rPr>
              <a:t>} catch (err) {</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error: "Could not retrieve user"</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const read = (req, res) =&gt; {</a:t>
            </a:r>
          </a:p>
          <a:p>
            <a:r>
              <a:rPr lang="en-US" sz="290" b="0" dirty="0" err="1">
                <a:solidFill>
                  <a:srgbClr val="008000"/>
                </a:solidFill>
                <a:effectLst/>
                <a:latin typeface="Consolas" panose="020B0609020204030204" pitchFamily="49" charset="0"/>
              </a:rPr>
              <a:t>req.profile.hashed_password</a:t>
            </a:r>
            <a:r>
              <a:rPr lang="en-US" sz="290" b="0" dirty="0">
                <a:solidFill>
                  <a:srgbClr val="008000"/>
                </a:solidFill>
                <a:effectLst/>
                <a:latin typeface="Consolas" panose="020B0609020204030204" pitchFamily="49" charset="0"/>
              </a:rPr>
              <a:t> = undefined </a:t>
            </a:r>
          </a:p>
          <a:p>
            <a:r>
              <a:rPr lang="en-US" sz="290" b="0" dirty="0" err="1">
                <a:solidFill>
                  <a:srgbClr val="008000"/>
                </a:solidFill>
                <a:effectLst/>
                <a:latin typeface="Consolas" panose="020B0609020204030204" pitchFamily="49" charset="0"/>
              </a:rPr>
              <a:t>req.profile.salt</a:t>
            </a:r>
            <a:r>
              <a:rPr lang="en-US" sz="290" b="0" dirty="0">
                <a:solidFill>
                  <a:srgbClr val="008000"/>
                </a:solidFill>
                <a:effectLst/>
                <a:latin typeface="Consolas" panose="020B0609020204030204" pitchFamily="49" charset="0"/>
              </a:rPr>
              <a:t> = undefined</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res.json</a:t>
            </a:r>
            <a:r>
              <a:rPr lang="en-US" sz="290" b="0" dirty="0">
                <a:solidFill>
                  <a:srgbClr val="008000"/>
                </a:solidFill>
                <a:effectLst/>
                <a:latin typeface="Consolas" panose="020B0609020204030204" pitchFamily="49" charset="0"/>
              </a:rPr>
              <a:t>(</a:t>
            </a:r>
            <a:r>
              <a:rPr lang="en-US" sz="290" b="0" dirty="0" err="1">
                <a:solidFill>
                  <a:srgbClr val="008000"/>
                </a:solidFill>
                <a:effectLst/>
                <a:latin typeface="Consolas" panose="020B0609020204030204" pitchFamily="49" charset="0"/>
              </a:rPr>
              <a:t>req.profile</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const update = async (req, res) =&gt; { </a:t>
            </a:r>
          </a:p>
          <a:p>
            <a:r>
              <a:rPr lang="en-US" sz="290" b="0" dirty="0">
                <a:solidFill>
                  <a:srgbClr val="008000"/>
                </a:solidFill>
                <a:effectLst/>
                <a:latin typeface="Consolas" panose="020B0609020204030204" pitchFamily="49" charset="0"/>
              </a:rPr>
              <a:t>try {</a:t>
            </a:r>
          </a:p>
          <a:p>
            <a:r>
              <a:rPr lang="en-US" sz="290" b="0" dirty="0">
                <a:solidFill>
                  <a:srgbClr val="008000"/>
                </a:solidFill>
                <a:effectLst/>
                <a:latin typeface="Consolas" panose="020B0609020204030204" pitchFamily="49" charset="0"/>
              </a:rPr>
              <a:t>let user = </a:t>
            </a:r>
            <a:r>
              <a:rPr lang="en-US" sz="290" b="0" dirty="0" err="1">
                <a:solidFill>
                  <a:srgbClr val="008000"/>
                </a:solidFill>
                <a:effectLst/>
                <a:latin typeface="Consolas" panose="020B0609020204030204" pitchFamily="49" charset="0"/>
              </a:rPr>
              <a:t>req.profile</a:t>
            </a:r>
            <a:endParaRPr lang="en-US" sz="290" b="0" dirty="0">
              <a:solidFill>
                <a:srgbClr val="008000"/>
              </a:solidFill>
              <a:effectLst/>
              <a:latin typeface="Consolas" panose="020B0609020204030204" pitchFamily="49" charset="0"/>
            </a:endParaRPr>
          </a:p>
          <a:p>
            <a:r>
              <a:rPr lang="en-US" sz="290" b="0" dirty="0">
                <a:solidFill>
                  <a:srgbClr val="008000"/>
                </a:solidFill>
                <a:effectLst/>
                <a:latin typeface="Consolas" panose="020B0609020204030204" pitchFamily="49" charset="0"/>
              </a:rPr>
              <a:t>user = extend(user, </a:t>
            </a:r>
            <a:r>
              <a:rPr lang="en-US" sz="290" b="0" dirty="0" err="1">
                <a:solidFill>
                  <a:srgbClr val="008000"/>
                </a:solidFill>
                <a:effectLst/>
                <a:latin typeface="Consolas" panose="020B0609020204030204" pitchFamily="49" charset="0"/>
              </a:rPr>
              <a:t>req.body</a:t>
            </a:r>
            <a:r>
              <a:rPr lang="en-US" sz="290" b="0" dirty="0">
                <a:solidFill>
                  <a:srgbClr val="008000"/>
                </a:solidFill>
                <a:effectLst/>
                <a:latin typeface="Consolas" panose="020B0609020204030204" pitchFamily="49" charset="0"/>
              </a:rPr>
              <a:t>) </a:t>
            </a:r>
          </a:p>
          <a:p>
            <a:r>
              <a:rPr lang="en-US" sz="290" b="0" dirty="0" err="1">
                <a:solidFill>
                  <a:srgbClr val="008000"/>
                </a:solidFill>
                <a:effectLst/>
                <a:latin typeface="Consolas" panose="020B0609020204030204" pitchFamily="49" charset="0"/>
              </a:rPr>
              <a:t>user.updated</a:t>
            </a:r>
            <a:r>
              <a:rPr lang="en-US" sz="290" b="0" dirty="0">
                <a:solidFill>
                  <a:srgbClr val="008000"/>
                </a:solidFill>
                <a:effectLst/>
                <a:latin typeface="Consolas" panose="020B0609020204030204" pitchFamily="49" charset="0"/>
              </a:rPr>
              <a:t> = </a:t>
            </a:r>
            <a:r>
              <a:rPr lang="en-US" sz="290" b="0" dirty="0" err="1">
                <a:solidFill>
                  <a:srgbClr val="008000"/>
                </a:solidFill>
                <a:effectLst/>
                <a:latin typeface="Consolas" panose="020B0609020204030204" pitchFamily="49" charset="0"/>
              </a:rPr>
              <a:t>Date.now</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await </a:t>
            </a:r>
            <a:r>
              <a:rPr lang="en-US" sz="290" b="0" dirty="0" err="1">
                <a:solidFill>
                  <a:srgbClr val="008000"/>
                </a:solidFill>
                <a:effectLst/>
                <a:latin typeface="Consolas" panose="020B0609020204030204" pitchFamily="49" charset="0"/>
              </a:rPr>
              <a:t>user.save</a:t>
            </a:r>
            <a:r>
              <a:rPr lang="en-US" sz="290" b="0" dirty="0">
                <a:solidFill>
                  <a:srgbClr val="008000"/>
                </a:solidFill>
                <a:effectLst/>
                <a:latin typeface="Consolas" panose="020B0609020204030204" pitchFamily="49" charset="0"/>
              </a:rPr>
              <a:t>()</a:t>
            </a:r>
          </a:p>
          <a:p>
            <a:r>
              <a:rPr lang="en-US" sz="290" b="0" dirty="0" err="1">
                <a:solidFill>
                  <a:srgbClr val="008000"/>
                </a:solidFill>
                <a:effectLst/>
                <a:latin typeface="Consolas" panose="020B0609020204030204" pitchFamily="49" charset="0"/>
              </a:rPr>
              <a:t>user.hashed_password</a:t>
            </a:r>
            <a:r>
              <a:rPr lang="en-US" sz="290" b="0" dirty="0">
                <a:solidFill>
                  <a:srgbClr val="008000"/>
                </a:solidFill>
                <a:effectLst/>
                <a:latin typeface="Consolas" panose="020B0609020204030204" pitchFamily="49" charset="0"/>
              </a:rPr>
              <a:t> = undefined </a:t>
            </a:r>
          </a:p>
          <a:p>
            <a:r>
              <a:rPr lang="en-US" sz="290" b="0" dirty="0" err="1">
                <a:solidFill>
                  <a:srgbClr val="008000"/>
                </a:solidFill>
                <a:effectLst/>
                <a:latin typeface="Consolas" panose="020B0609020204030204" pitchFamily="49" charset="0"/>
              </a:rPr>
              <a:t>user.salt</a:t>
            </a:r>
            <a:r>
              <a:rPr lang="en-US" sz="290" b="0" dirty="0">
                <a:solidFill>
                  <a:srgbClr val="008000"/>
                </a:solidFill>
                <a:effectLst/>
                <a:latin typeface="Consolas" panose="020B0609020204030204" pitchFamily="49" charset="0"/>
              </a:rPr>
              <a:t> = undefined</a:t>
            </a:r>
          </a:p>
          <a:p>
            <a:r>
              <a:rPr lang="en-US" sz="290" b="0" dirty="0" err="1">
                <a:solidFill>
                  <a:srgbClr val="008000"/>
                </a:solidFill>
                <a:effectLst/>
                <a:latin typeface="Consolas" panose="020B0609020204030204" pitchFamily="49" charset="0"/>
              </a:rPr>
              <a:t>res.json</a:t>
            </a:r>
            <a:r>
              <a:rPr lang="en-US" sz="290" b="0" dirty="0">
                <a:solidFill>
                  <a:srgbClr val="008000"/>
                </a:solidFill>
                <a:effectLst/>
                <a:latin typeface="Consolas" panose="020B0609020204030204" pitchFamily="49" charset="0"/>
              </a:rPr>
              <a:t>(user) </a:t>
            </a:r>
          </a:p>
          <a:p>
            <a:r>
              <a:rPr lang="en-US" sz="290" b="0" dirty="0">
                <a:solidFill>
                  <a:srgbClr val="008000"/>
                </a:solidFill>
                <a:effectLst/>
                <a:latin typeface="Consolas" panose="020B0609020204030204" pitchFamily="49" charset="0"/>
              </a:rPr>
              <a:t>} catch (err) {</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error: </a:t>
            </a:r>
            <a:r>
              <a:rPr lang="en-US" sz="290" b="0" dirty="0" err="1">
                <a:solidFill>
                  <a:srgbClr val="008000"/>
                </a:solidFill>
                <a:effectLst/>
                <a:latin typeface="Consolas" panose="020B0609020204030204" pitchFamily="49" charset="0"/>
              </a:rPr>
              <a:t>errorHandler.getErrorMessage</a:t>
            </a:r>
            <a:r>
              <a:rPr lang="en-US" sz="290" b="0" dirty="0">
                <a:solidFill>
                  <a:srgbClr val="008000"/>
                </a:solidFill>
                <a:effectLst/>
                <a:latin typeface="Consolas" panose="020B0609020204030204" pitchFamily="49" charset="0"/>
              </a:rPr>
              <a:t>(err)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const remove = async (req, res) =&gt; { </a:t>
            </a:r>
          </a:p>
          <a:p>
            <a:r>
              <a:rPr lang="en-US" sz="290" b="0" dirty="0">
                <a:solidFill>
                  <a:srgbClr val="008000"/>
                </a:solidFill>
                <a:effectLst/>
                <a:latin typeface="Consolas" panose="020B0609020204030204" pitchFamily="49" charset="0"/>
              </a:rPr>
              <a:t>try {</a:t>
            </a:r>
          </a:p>
          <a:p>
            <a:r>
              <a:rPr lang="en-US" sz="290" b="0" dirty="0">
                <a:solidFill>
                  <a:srgbClr val="008000"/>
                </a:solidFill>
                <a:effectLst/>
                <a:latin typeface="Consolas" panose="020B0609020204030204" pitchFamily="49" charset="0"/>
              </a:rPr>
              <a:t>let user = </a:t>
            </a:r>
            <a:r>
              <a:rPr lang="en-US" sz="290" b="0" dirty="0" err="1">
                <a:solidFill>
                  <a:srgbClr val="008000"/>
                </a:solidFill>
                <a:effectLst/>
                <a:latin typeface="Consolas" panose="020B0609020204030204" pitchFamily="49" charset="0"/>
              </a:rPr>
              <a:t>req.profile</a:t>
            </a:r>
            <a:endParaRPr lang="en-US" sz="290" b="0" dirty="0">
              <a:solidFill>
                <a:srgbClr val="008000"/>
              </a:solidFill>
              <a:effectLst/>
              <a:latin typeface="Consolas" panose="020B0609020204030204" pitchFamily="49" charset="0"/>
            </a:endParaRPr>
          </a:p>
          <a:p>
            <a:r>
              <a:rPr lang="en-US" sz="290" b="0" dirty="0">
                <a:solidFill>
                  <a:srgbClr val="008000"/>
                </a:solidFill>
                <a:effectLst/>
                <a:latin typeface="Consolas" panose="020B0609020204030204" pitchFamily="49" charset="0"/>
              </a:rPr>
              <a:t>let </a:t>
            </a:r>
            <a:r>
              <a:rPr lang="en-US" sz="290" b="0" dirty="0" err="1">
                <a:solidFill>
                  <a:srgbClr val="008000"/>
                </a:solidFill>
                <a:effectLst/>
                <a:latin typeface="Consolas" panose="020B0609020204030204" pitchFamily="49" charset="0"/>
              </a:rPr>
              <a:t>deletedUser</a:t>
            </a:r>
            <a:r>
              <a:rPr lang="en-US" sz="290" b="0" dirty="0">
                <a:solidFill>
                  <a:srgbClr val="008000"/>
                </a:solidFill>
                <a:effectLst/>
                <a:latin typeface="Consolas" panose="020B0609020204030204" pitchFamily="49" charset="0"/>
              </a:rPr>
              <a:t> = await </a:t>
            </a:r>
            <a:r>
              <a:rPr lang="en-US" sz="290" b="0" dirty="0" err="1">
                <a:solidFill>
                  <a:srgbClr val="008000"/>
                </a:solidFill>
                <a:effectLst/>
                <a:latin typeface="Consolas" panose="020B0609020204030204" pitchFamily="49" charset="0"/>
              </a:rPr>
              <a:t>user.deleteOne</a:t>
            </a:r>
            <a:r>
              <a:rPr lang="en-US" sz="290" b="0" dirty="0">
                <a:solidFill>
                  <a:srgbClr val="008000"/>
                </a:solidFill>
                <a:effectLst/>
                <a:latin typeface="Consolas" panose="020B0609020204030204" pitchFamily="49" charset="0"/>
              </a:rPr>
              <a:t>() </a:t>
            </a:r>
          </a:p>
          <a:p>
            <a:r>
              <a:rPr lang="en-US" sz="290" b="0" dirty="0" err="1">
                <a:solidFill>
                  <a:srgbClr val="008000"/>
                </a:solidFill>
                <a:effectLst/>
                <a:latin typeface="Consolas" panose="020B0609020204030204" pitchFamily="49" charset="0"/>
              </a:rPr>
              <a:t>deletedUser.hashed_password</a:t>
            </a:r>
            <a:r>
              <a:rPr lang="en-US" sz="290" b="0" dirty="0">
                <a:solidFill>
                  <a:srgbClr val="008000"/>
                </a:solidFill>
                <a:effectLst/>
                <a:latin typeface="Consolas" panose="020B0609020204030204" pitchFamily="49" charset="0"/>
              </a:rPr>
              <a:t> = undefined </a:t>
            </a:r>
          </a:p>
          <a:p>
            <a:r>
              <a:rPr lang="en-US" sz="290" b="0" dirty="0" err="1">
                <a:solidFill>
                  <a:srgbClr val="008000"/>
                </a:solidFill>
                <a:effectLst/>
                <a:latin typeface="Consolas" panose="020B0609020204030204" pitchFamily="49" charset="0"/>
              </a:rPr>
              <a:t>deletedUser.salt</a:t>
            </a:r>
            <a:r>
              <a:rPr lang="en-US" sz="290" b="0" dirty="0">
                <a:solidFill>
                  <a:srgbClr val="008000"/>
                </a:solidFill>
                <a:effectLst/>
                <a:latin typeface="Consolas" panose="020B0609020204030204" pitchFamily="49" charset="0"/>
              </a:rPr>
              <a:t> = undefined</a:t>
            </a:r>
          </a:p>
          <a:p>
            <a:r>
              <a:rPr lang="en-US" sz="290" b="0" dirty="0" err="1">
                <a:solidFill>
                  <a:srgbClr val="008000"/>
                </a:solidFill>
                <a:effectLst/>
                <a:latin typeface="Consolas" panose="020B0609020204030204" pitchFamily="49" charset="0"/>
              </a:rPr>
              <a:t>res.json</a:t>
            </a:r>
            <a:r>
              <a:rPr lang="en-US" sz="290" b="0" dirty="0">
                <a:solidFill>
                  <a:srgbClr val="008000"/>
                </a:solidFill>
                <a:effectLst/>
                <a:latin typeface="Consolas" panose="020B0609020204030204" pitchFamily="49" charset="0"/>
              </a:rPr>
              <a:t>(</a:t>
            </a:r>
            <a:r>
              <a:rPr lang="en-US" sz="290" b="0" dirty="0" err="1">
                <a:solidFill>
                  <a:srgbClr val="008000"/>
                </a:solidFill>
                <a:effectLst/>
                <a:latin typeface="Consolas" panose="020B0609020204030204" pitchFamily="49" charset="0"/>
              </a:rPr>
              <a:t>deletedUser</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 catch (err) {</a:t>
            </a:r>
          </a:p>
          <a:p>
            <a:r>
              <a:rPr lang="en-US" sz="290" b="0" dirty="0">
                <a:solidFill>
                  <a:srgbClr val="008000"/>
                </a:solidFill>
                <a:effectLst/>
                <a:latin typeface="Consolas" panose="020B0609020204030204" pitchFamily="49" charset="0"/>
              </a:rPr>
              <a:t>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(400).</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error: </a:t>
            </a:r>
            <a:r>
              <a:rPr lang="en-US" sz="290" b="0" dirty="0" err="1">
                <a:solidFill>
                  <a:srgbClr val="008000"/>
                </a:solidFill>
                <a:effectLst/>
                <a:latin typeface="Consolas" panose="020B0609020204030204" pitchFamily="49" charset="0"/>
              </a:rPr>
              <a:t>errorHandler.getErrorMessage</a:t>
            </a:r>
            <a:r>
              <a:rPr lang="en-US" sz="290" b="0" dirty="0">
                <a:solidFill>
                  <a:srgbClr val="008000"/>
                </a:solidFill>
                <a:effectLst/>
                <a:latin typeface="Consolas" panose="020B0609020204030204" pitchFamily="49" charset="0"/>
              </a:rPr>
              <a:t>(err) </a:t>
            </a:r>
          </a:p>
          <a:p>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a:t>
            </a:r>
          </a:p>
          <a:p>
            <a:br>
              <a:rPr lang="en-US" sz="290" b="0" dirty="0">
                <a:solidFill>
                  <a:srgbClr val="008000"/>
                </a:solidFill>
                <a:effectLst/>
                <a:latin typeface="Consolas" panose="020B0609020204030204" pitchFamily="49" charset="0"/>
              </a:rPr>
            </a:br>
            <a:r>
              <a:rPr lang="en-US" sz="290" b="0" dirty="0">
                <a:solidFill>
                  <a:srgbClr val="008000"/>
                </a:solidFill>
                <a:effectLst/>
                <a:latin typeface="Consolas" panose="020B0609020204030204" pitchFamily="49" charset="0"/>
              </a:rPr>
              <a:t>const </a:t>
            </a:r>
            <a:r>
              <a:rPr lang="en-US" sz="290" b="0" dirty="0" err="1">
                <a:solidFill>
                  <a:srgbClr val="008000"/>
                </a:solidFill>
                <a:effectLst/>
                <a:latin typeface="Consolas" panose="020B0609020204030204" pitchFamily="49" charset="0"/>
              </a:rPr>
              <a:t>isSeller</a:t>
            </a:r>
            <a:r>
              <a:rPr lang="en-US" sz="290" b="0" dirty="0">
                <a:solidFill>
                  <a:srgbClr val="008000"/>
                </a:solidFill>
                <a:effectLst/>
                <a:latin typeface="Consolas" panose="020B0609020204030204" pitchFamily="49" charset="0"/>
              </a:rPr>
              <a:t> = (req, res, next) =&gt; {</a:t>
            </a:r>
          </a:p>
          <a:p>
            <a:r>
              <a:rPr lang="en-US" sz="290" b="0" dirty="0">
                <a:solidFill>
                  <a:srgbClr val="008000"/>
                </a:solidFill>
                <a:effectLst/>
                <a:latin typeface="Consolas" panose="020B0609020204030204" pitchFamily="49" charset="0"/>
              </a:rPr>
              <a:t>    const </a:t>
            </a:r>
            <a:r>
              <a:rPr lang="en-US" sz="290" b="0" dirty="0" err="1">
                <a:solidFill>
                  <a:srgbClr val="008000"/>
                </a:solidFill>
                <a:effectLst/>
                <a:latin typeface="Consolas" panose="020B0609020204030204" pitchFamily="49" charset="0"/>
              </a:rPr>
              <a:t>isSeller</a:t>
            </a:r>
            <a:r>
              <a:rPr lang="en-US" sz="290" b="0" dirty="0">
                <a:solidFill>
                  <a:srgbClr val="008000"/>
                </a:solidFill>
                <a:effectLst/>
                <a:latin typeface="Consolas" panose="020B0609020204030204" pitchFamily="49" charset="0"/>
              </a:rPr>
              <a:t> = </a:t>
            </a:r>
            <a:r>
              <a:rPr lang="en-US" sz="290" b="0" dirty="0" err="1">
                <a:solidFill>
                  <a:srgbClr val="008000"/>
                </a:solidFill>
                <a:effectLst/>
                <a:latin typeface="Consolas" panose="020B0609020204030204" pitchFamily="49" charset="0"/>
              </a:rPr>
              <a:t>req.profile</a:t>
            </a:r>
            <a:r>
              <a:rPr lang="en-US" sz="290" b="0" dirty="0">
                <a:solidFill>
                  <a:srgbClr val="008000"/>
                </a:solidFill>
                <a:effectLst/>
                <a:latin typeface="Consolas" panose="020B0609020204030204" pitchFamily="49" charset="0"/>
              </a:rPr>
              <a:t> &amp;&amp; </a:t>
            </a:r>
            <a:r>
              <a:rPr lang="en-US" sz="290" b="0" dirty="0" err="1">
                <a:solidFill>
                  <a:srgbClr val="008000"/>
                </a:solidFill>
                <a:effectLst/>
                <a:latin typeface="Consolas" panose="020B0609020204030204" pitchFamily="49" charset="0"/>
              </a:rPr>
              <a:t>req.profile.seller</a:t>
            </a:r>
            <a:endParaRPr lang="en-US" sz="290" b="0" dirty="0">
              <a:solidFill>
                <a:srgbClr val="008000"/>
              </a:solidFill>
              <a:effectLst/>
              <a:latin typeface="Consolas" panose="020B0609020204030204" pitchFamily="49" charset="0"/>
            </a:endParaRPr>
          </a:p>
          <a:p>
            <a:r>
              <a:rPr lang="en-US" sz="290" b="0" dirty="0">
                <a:solidFill>
                  <a:srgbClr val="008000"/>
                </a:solidFill>
                <a:effectLst/>
                <a:latin typeface="Consolas" panose="020B0609020204030204" pitchFamily="49" charset="0"/>
              </a:rPr>
              <a:t>    if (!</a:t>
            </a:r>
            <a:r>
              <a:rPr lang="en-US" sz="290" b="0" dirty="0" err="1">
                <a:solidFill>
                  <a:srgbClr val="008000"/>
                </a:solidFill>
                <a:effectLst/>
                <a:latin typeface="Consolas" panose="020B0609020204030204" pitchFamily="49" charset="0"/>
              </a:rPr>
              <a:t>isSeller</a:t>
            </a:r>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      return </a:t>
            </a:r>
            <a:r>
              <a:rPr lang="en-US" sz="290" b="0" dirty="0" err="1">
                <a:solidFill>
                  <a:srgbClr val="008000"/>
                </a:solidFill>
                <a:effectLst/>
                <a:latin typeface="Consolas" panose="020B0609020204030204" pitchFamily="49" charset="0"/>
              </a:rPr>
              <a:t>res.status</a:t>
            </a:r>
            <a:r>
              <a:rPr lang="en-US" sz="290" b="0" dirty="0">
                <a:solidFill>
                  <a:srgbClr val="008000"/>
                </a:solidFill>
                <a:effectLst/>
                <a:latin typeface="Consolas" panose="020B0609020204030204" pitchFamily="49" charset="0"/>
              </a:rPr>
              <a:t>('403').</a:t>
            </a:r>
            <a:r>
              <a:rPr lang="en-US" sz="290" b="0" dirty="0" err="1">
                <a:solidFill>
                  <a:srgbClr val="008000"/>
                </a:solidFill>
                <a:effectLst/>
                <a:latin typeface="Consolas" panose="020B0609020204030204" pitchFamily="49" charset="0"/>
              </a:rPr>
              <a:t>json</a:t>
            </a:r>
            <a:r>
              <a:rPr lang="en-US" sz="290" b="0" dirty="0">
                <a:solidFill>
                  <a:srgbClr val="008000"/>
                </a:solidFill>
                <a:effectLst/>
                <a:latin typeface="Consolas" panose="020B0609020204030204" pitchFamily="49" charset="0"/>
              </a:rPr>
              <a:t>({</a:t>
            </a:r>
          </a:p>
          <a:p>
            <a:r>
              <a:rPr lang="en-US" sz="290" b="0" dirty="0">
                <a:solidFill>
                  <a:srgbClr val="008000"/>
                </a:solidFill>
                <a:effectLst/>
                <a:latin typeface="Consolas" panose="020B0609020204030204" pitchFamily="49" charset="0"/>
              </a:rPr>
              <a:t>        error: "User is not a seller"</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    }</a:t>
            </a:r>
          </a:p>
          <a:p>
            <a:r>
              <a:rPr lang="en-US" sz="290" b="0" dirty="0">
                <a:solidFill>
                  <a:srgbClr val="008000"/>
                </a:solidFill>
                <a:effectLst/>
                <a:latin typeface="Consolas" panose="020B0609020204030204" pitchFamily="49" charset="0"/>
              </a:rPr>
              <a:t>    next()</a:t>
            </a:r>
          </a:p>
          <a:p>
            <a:r>
              <a:rPr lang="en-US" sz="290" b="0" dirty="0">
                <a:solidFill>
                  <a:srgbClr val="008000"/>
                </a:solidFill>
                <a:effectLst/>
                <a:latin typeface="Consolas" panose="020B0609020204030204" pitchFamily="49" charset="0"/>
              </a:rPr>
              <a:t>  }</a:t>
            </a:r>
          </a:p>
          <a:p>
            <a:endParaRPr lang="en-US" sz="290" dirty="0">
              <a:solidFill>
                <a:srgbClr val="008000"/>
              </a:solidFill>
              <a:latin typeface="Consolas" panose="020B0609020204030204" pitchFamily="49" charset="0"/>
            </a:endParaRPr>
          </a:p>
          <a:p>
            <a:r>
              <a:rPr lang="en-US" sz="290" dirty="0">
                <a:solidFill>
                  <a:srgbClr val="008000"/>
                </a:solidFill>
                <a:highlight>
                  <a:srgbClr val="FFFF00"/>
                </a:highlight>
                <a:latin typeface="Consolas" panose="020B0609020204030204" pitchFamily="49" charset="0"/>
              </a:rPr>
              <a:t>const </a:t>
            </a:r>
            <a:r>
              <a:rPr lang="en-US" sz="290" dirty="0" err="1">
                <a:solidFill>
                  <a:srgbClr val="008000"/>
                </a:solidFill>
                <a:highlight>
                  <a:srgbClr val="FFFF00"/>
                </a:highlight>
                <a:latin typeface="Consolas" panose="020B0609020204030204" pitchFamily="49" charset="0"/>
              </a:rPr>
              <a:t>isAdmin</a:t>
            </a:r>
            <a:r>
              <a:rPr lang="en-US" sz="290" dirty="0">
                <a:solidFill>
                  <a:srgbClr val="008000"/>
                </a:solidFill>
                <a:highlight>
                  <a:srgbClr val="FFFF00"/>
                </a:highlight>
                <a:latin typeface="Consolas" panose="020B0609020204030204" pitchFamily="49" charset="0"/>
              </a:rPr>
              <a:t> = (req, res, next)=&gt;{</a:t>
            </a:r>
          </a:p>
          <a:p>
            <a:r>
              <a:rPr lang="en-US" sz="290" dirty="0">
                <a:solidFill>
                  <a:srgbClr val="008000"/>
                </a:solidFill>
                <a:highlight>
                  <a:srgbClr val="FFFF00"/>
                </a:highlight>
                <a:latin typeface="Consolas" panose="020B0609020204030204" pitchFamily="49" charset="0"/>
              </a:rPr>
              <a:t>    const </a:t>
            </a:r>
            <a:r>
              <a:rPr lang="en-US" sz="290" dirty="0" err="1">
                <a:solidFill>
                  <a:srgbClr val="008000"/>
                </a:solidFill>
                <a:highlight>
                  <a:srgbClr val="FFFF00"/>
                </a:highlight>
                <a:latin typeface="Consolas" panose="020B0609020204030204" pitchFamily="49" charset="0"/>
              </a:rPr>
              <a:t>isAdmin</a:t>
            </a:r>
            <a:r>
              <a:rPr lang="en-US" sz="290" dirty="0">
                <a:solidFill>
                  <a:srgbClr val="008000"/>
                </a:solidFill>
                <a:highlight>
                  <a:srgbClr val="FFFF00"/>
                </a:highlight>
                <a:latin typeface="Consolas" panose="020B0609020204030204" pitchFamily="49" charset="0"/>
              </a:rPr>
              <a:t> = </a:t>
            </a:r>
            <a:r>
              <a:rPr lang="en-US" sz="290" dirty="0" err="1">
                <a:solidFill>
                  <a:srgbClr val="008000"/>
                </a:solidFill>
                <a:highlight>
                  <a:srgbClr val="FFFF00"/>
                </a:highlight>
                <a:latin typeface="Consolas" panose="020B0609020204030204" pitchFamily="49" charset="0"/>
              </a:rPr>
              <a:t>req.profile</a:t>
            </a:r>
            <a:r>
              <a:rPr lang="en-US" sz="290" dirty="0">
                <a:solidFill>
                  <a:srgbClr val="008000"/>
                </a:solidFill>
                <a:highlight>
                  <a:srgbClr val="FFFF00"/>
                </a:highlight>
                <a:latin typeface="Consolas" panose="020B0609020204030204" pitchFamily="49" charset="0"/>
              </a:rPr>
              <a:t> &amp;&amp; </a:t>
            </a:r>
            <a:r>
              <a:rPr lang="en-US" sz="290" dirty="0" err="1">
                <a:solidFill>
                  <a:srgbClr val="008000"/>
                </a:solidFill>
                <a:highlight>
                  <a:srgbClr val="FFFF00"/>
                </a:highlight>
                <a:latin typeface="Consolas" panose="020B0609020204030204" pitchFamily="49" charset="0"/>
              </a:rPr>
              <a:t>req.profile.admin</a:t>
            </a:r>
            <a:r>
              <a:rPr lang="en-US" sz="290" dirty="0">
                <a:solidFill>
                  <a:srgbClr val="008000"/>
                </a:solidFill>
                <a:highlight>
                  <a:srgbClr val="FFFF00"/>
                </a:highlight>
                <a:latin typeface="Consolas" panose="020B0609020204030204" pitchFamily="49" charset="0"/>
              </a:rPr>
              <a:t>;</a:t>
            </a:r>
          </a:p>
          <a:p>
            <a:r>
              <a:rPr lang="en-US" sz="290" dirty="0">
                <a:solidFill>
                  <a:srgbClr val="008000"/>
                </a:solidFill>
                <a:highlight>
                  <a:srgbClr val="FFFF00"/>
                </a:highlight>
                <a:latin typeface="Consolas" panose="020B0609020204030204" pitchFamily="49" charset="0"/>
              </a:rPr>
              <a:t>    if (!</a:t>
            </a:r>
            <a:r>
              <a:rPr lang="en-US" sz="290" dirty="0" err="1">
                <a:solidFill>
                  <a:srgbClr val="008000"/>
                </a:solidFill>
                <a:highlight>
                  <a:srgbClr val="FFFF00"/>
                </a:highlight>
                <a:latin typeface="Consolas" panose="020B0609020204030204" pitchFamily="49" charset="0"/>
              </a:rPr>
              <a:t>isAdmin</a:t>
            </a:r>
            <a:r>
              <a:rPr lang="en-US" sz="290" dirty="0">
                <a:solidFill>
                  <a:srgbClr val="008000"/>
                </a:solidFill>
                <a:highlight>
                  <a:srgbClr val="FFFF00"/>
                </a:highlight>
                <a:latin typeface="Consolas" panose="020B0609020204030204" pitchFamily="49" charset="0"/>
              </a:rPr>
              <a:t>){</a:t>
            </a:r>
          </a:p>
          <a:p>
            <a:r>
              <a:rPr lang="en-US" sz="290" dirty="0">
                <a:solidFill>
                  <a:srgbClr val="008000"/>
                </a:solidFill>
                <a:highlight>
                  <a:srgbClr val="FFFF00"/>
                </a:highlight>
                <a:latin typeface="Consolas" panose="020B0609020204030204" pitchFamily="49" charset="0"/>
              </a:rPr>
              <a:t>        return </a:t>
            </a:r>
            <a:r>
              <a:rPr lang="en-US" sz="290" dirty="0" err="1">
                <a:solidFill>
                  <a:srgbClr val="008000"/>
                </a:solidFill>
                <a:highlight>
                  <a:srgbClr val="FFFF00"/>
                </a:highlight>
                <a:latin typeface="Consolas" panose="020B0609020204030204" pitchFamily="49" charset="0"/>
              </a:rPr>
              <a:t>res.status</a:t>
            </a:r>
            <a:r>
              <a:rPr lang="en-US" sz="290" dirty="0">
                <a:solidFill>
                  <a:srgbClr val="008000"/>
                </a:solidFill>
                <a:highlight>
                  <a:srgbClr val="FFFF00"/>
                </a:highlight>
                <a:latin typeface="Consolas" panose="020B0609020204030204" pitchFamily="49" charset="0"/>
              </a:rPr>
              <a:t>("403").</a:t>
            </a:r>
            <a:r>
              <a:rPr lang="en-US" sz="290" dirty="0" err="1">
                <a:solidFill>
                  <a:srgbClr val="008000"/>
                </a:solidFill>
                <a:highlight>
                  <a:srgbClr val="FFFF00"/>
                </a:highlight>
                <a:latin typeface="Consolas" panose="020B0609020204030204" pitchFamily="49" charset="0"/>
              </a:rPr>
              <a:t>json</a:t>
            </a:r>
            <a:r>
              <a:rPr lang="en-US" sz="290" dirty="0">
                <a:solidFill>
                  <a:srgbClr val="008000"/>
                </a:solidFill>
                <a:highlight>
                  <a:srgbClr val="FFFF00"/>
                </a:highlight>
                <a:latin typeface="Consolas" panose="020B0609020204030204" pitchFamily="49" charset="0"/>
              </a:rPr>
              <a:t>({</a:t>
            </a:r>
          </a:p>
          <a:p>
            <a:r>
              <a:rPr lang="en-US" sz="290" dirty="0">
                <a:solidFill>
                  <a:srgbClr val="008000"/>
                </a:solidFill>
                <a:highlight>
                  <a:srgbClr val="FFFF00"/>
                </a:highlight>
                <a:latin typeface="Consolas" panose="020B0609020204030204" pitchFamily="49" charset="0"/>
              </a:rPr>
              <a:t>            </a:t>
            </a:r>
            <a:r>
              <a:rPr lang="en-US" sz="290" dirty="0" err="1">
                <a:solidFill>
                  <a:srgbClr val="008000"/>
                </a:solidFill>
                <a:highlight>
                  <a:srgbClr val="FFFF00"/>
                </a:highlight>
                <a:latin typeface="Consolas" panose="020B0609020204030204" pitchFamily="49" charset="0"/>
              </a:rPr>
              <a:t>error:"user</a:t>
            </a:r>
            <a:r>
              <a:rPr lang="en-US" sz="290" dirty="0">
                <a:solidFill>
                  <a:srgbClr val="008000"/>
                </a:solidFill>
                <a:highlight>
                  <a:srgbClr val="FFFF00"/>
                </a:highlight>
                <a:latin typeface="Consolas" panose="020B0609020204030204" pitchFamily="49" charset="0"/>
              </a:rPr>
              <a:t> is not an Admin",</a:t>
            </a:r>
          </a:p>
          <a:p>
            <a:r>
              <a:rPr lang="en-US" sz="290" dirty="0">
                <a:solidFill>
                  <a:srgbClr val="008000"/>
                </a:solidFill>
                <a:highlight>
                  <a:srgbClr val="FFFF00"/>
                </a:highlight>
                <a:latin typeface="Consolas" panose="020B0609020204030204" pitchFamily="49" charset="0"/>
              </a:rPr>
              <a:t>        });    </a:t>
            </a:r>
          </a:p>
          <a:p>
            <a:r>
              <a:rPr lang="en-US" sz="290" dirty="0">
                <a:solidFill>
                  <a:srgbClr val="008000"/>
                </a:solidFill>
                <a:highlight>
                  <a:srgbClr val="FFFF00"/>
                </a:highlight>
                <a:latin typeface="Consolas" panose="020B0609020204030204" pitchFamily="49" charset="0"/>
              </a:rPr>
              <a:t>    }</a:t>
            </a:r>
          </a:p>
          <a:p>
            <a:r>
              <a:rPr lang="en-US" sz="290" dirty="0">
                <a:solidFill>
                  <a:srgbClr val="008000"/>
                </a:solidFill>
                <a:highlight>
                  <a:srgbClr val="FFFF00"/>
                </a:highlight>
                <a:latin typeface="Consolas" panose="020B0609020204030204" pitchFamily="49" charset="0"/>
              </a:rPr>
              <a:t>    next();</a:t>
            </a:r>
          </a:p>
          <a:p>
            <a:r>
              <a:rPr lang="en-US" sz="290" dirty="0">
                <a:solidFill>
                  <a:srgbClr val="008000"/>
                </a:solidFill>
                <a:highlight>
                  <a:srgbClr val="FFFF00"/>
                </a:highlight>
                <a:latin typeface="Consolas" panose="020B0609020204030204" pitchFamily="49" charset="0"/>
              </a:rPr>
              <a:t>};</a:t>
            </a:r>
          </a:p>
          <a:p>
            <a:endParaRPr lang="en-US" sz="290" b="0" dirty="0">
              <a:solidFill>
                <a:srgbClr val="008000"/>
              </a:solidFill>
              <a:effectLst/>
              <a:latin typeface="Consolas" panose="020B0609020204030204" pitchFamily="49" charset="0"/>
            </a:endParaRPr>
          </a:p>
          <a:p>
            <a:r>
              <a:rPr lang="en-US" sz="290" b="0" dirty="0">
                <a:solidFill>
                  <a:srgbClr val="008000"/>
                </a:solidFill>
                <a:effectLst/>
                <a:latin typeface="Consolas" panose="020B0609020204030204" pitchFamily="49" charset="0"/>
              </a:rPr>
              <a:t>export default { create, </a:t>
            </a:r>
            <a:r>
              <a:rPr lang="en-US" sz="290" b="0" dirty="0" err="1">
                <a:solidFill>
                  <a:srgbClr val="008000"/>
                </a:solidFill>
                <a:effectLst/>
                <a:latin typeface="Consolas" panose="020B0609020204030204" pitchFamily="49" charset="0"/>
              </a:rPr>
              <a:t>userByID</a:t>
            </a:r>
            <a:r>
              <a:rPr lang="en-US" sz="290" b="0" dirty="0">
                <a:solidFill>
                  <a:srgbClr val="008000"/>
                </a:solidFill>
                <a:effectLst/>
                <a:latin typeface="Consolas" panose="020B0609020204030204" pitchFamily="49" charset="0"/>
              </a:rPr>
              <a:t>, read, list, remove, update, </a:t>
            </a:r>
            <a:r>
              <a:rPr lang="en-US" sz="290" b="0" dirty="0" err="1">
                <a:solidFill>
                  <a:srgbClr val="008000"/>
                </a:solidFill>
                <a:effectLst/>
                <a:latin typeface="Consolas" panose="020B0609020204030204" pitchFamily="49" charset="0"/>
              </a:rPr>
              <a:t>isSeller</a:t>
            </a:r>
            <a:r>
              <a:rPr lang="en-US" sz="290" b="0" dirty="0">
                <a:solidFill>
                  <a:srgbClr val="008000"/>
                </a:solidFill>
                <a:effectLst/>
                <a:highlight>
                  <a:srgbClr val="FFFF00"/>
                </a:highlight>
                <a:latin typeface="Consolas" panose="020B0609020204030204" pitchFamily="49" charset="0"/>
              </a:rPr>
              <a:t>, </a:t>
            </a:r>
            <a:r>
              <a:rPr lang="en-US" sz="290" dirty="0" err="1">
                <a:solidFill>
                  <a:srgbClr val="008000"/>
                </a:solidFill>
                <a:highlight>
                  <a:srgbClr val="FFFF00"/>
                </a:highlight>
                <a:latin typeface="Consolas" panose="020B0609020204030204" pitchFamily="49" charset="0"/>
              </a:rPr>
              <a:t>isAdmin</a:t>
            </a:r>
            <a:r>
              <a:rPr lang="en-US" sz="290" b="0" dirty="0">
                <a:solidFill>
                  <a:srgbClr val="008000"/>
                </a:solidFill>
                <a:effectLst/>
                <a:latin typeface="Consolas" panose="020B0609020204030204" pitchFamily="49" charset="0"/>
              </a:rPr>
              <a:t> }</a:t>
            </a:r>
          </a:p>
          <a:p>
            <a:br>
              <a:rPr lang="en-US" sz="290" b="0" dirty="0">
                <a:solidFill>
                  <a:srgbClr val="008000"/>
                </a:solidFill>
                <a:effectLst/>
                <a:latin typeface="Consolas" panose="020B0609020204030204" pitchFamily="49" charset="0"/>
              </a:rPr>
            </a:br>
            <a:endParaRPr lang="en-US" sz="290" b="0" dirty="0">
              <a:solidFill>
                <a:srgbClr val="008000"/>
              </a:solidFill>
              <a:effectLst/>
              <a:latin typeface="Consolas" panose="020B0609020204030204" pitchFamily="49" charset="0"/>
            </a:endParaRPr>
          </a:p>
          <a:p>
            <a:endParaRPr lang="en-US" dirty="0"/>
          </a:p>
        </p:txBody>
      </p:sp>
      <p:sp>
        <p:nvSpPr>
          <p:cNvPr id="4" name="Date Placeholder 3">
            <a:extLst>
              <a:ext uri="{FF2B5EF4-FFF2-40B4-BE49-F238E27FC236}">
                <a16:creationId xmlns:a16="http://schemas.microsoft.com/office/drawing/2014/main" id="{BACF0E95-84A8-9EAA-08B9-E5CDCA90C1D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533FEC8-62A8-9BB8-8C0A-E0EA37CB5CA8}"/>
              </a:ext>
            </a:extLst>
          </p:cNvPr>
          <p:cNvSpPr>
            <a:spLocks noGrp="1"/>
          </p:cNvSpPr>
          <p:nvPr>
            <p:ph type="ftr" sz="quarter" idx="11"/>
          </p:nvPr>
        </p:nvSpPr>
        <p:spPr/>
        <p:txBody>
          <a:bodyPr/>
          <a:lstStyle/>
          <a:p>
            <a:pPr>
              <a:defRPr/>
            </a:pPr>
            <a:r>
              <a:rPr lang="en-US" dirty="0"/>
              <a:t>Web Application Development</a:t>
            </a:r>
          </a:p>
        </p:txBody>
      </p:sp>
      <p:sp>
        <p:nvSpPr>
          <p:cNvPr id="6" name="Slide Number Placeholder 5">
            <a:extLst>
              <a:ext uri="{FF2B5EF4-FFF2-40B4-BE49-F238E27FC236}">
                <a16:creationId xmlns:a16="http://schemas.microsoft.com/office/drawing/2014/main" id="{3A79DF55-DAB5-0724-667C-F35228AD5E6E}"/>
              </a:ext>
            </a:extLst>
          </p:cNvPr>
          <p:cNvSpPr>
            <a:spLocks noGrp="1"/>
          </p:cNvSpPr>
          <p:nvPr>
            <p:ph type="sldNum" sz="quarter" idx="12"/>
          </p:nvPr>
        </p:nvSpPr>
        <p:spPr/>
        <p:txBody>
          <a:bodyPr/>
          <a:lstStyle/>
          <a:p>
            <a:fld id="{7C5CF243-786F-4254-B068-4C9F0B6EA12F}" type="slidenum">
              <a:rPr lang="en-US" altLang="en-US" smtClean="0"/>
              <a:pPr/>
              <a:t>98</a:t>
            </a:fld>
            <a:endParaRPr lang="en-US" altLang="en-US"/>
          </a:p>
        </p:txBody>
      </p:sp>
    </p:spTree>
    <p:extLst>
      <p:ext uri="{BB962C8B-B14F-4D97-AF65-F5344CB8AC3E}">
        <p14:creationId xmlns:p14="http://schemas.microsoft.com/office/powerpoint/2010/main" val="106342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A9106-AF27-D8FB-B5EB-D5BEF5617950}"/>
              </a:ext>
            </a:extLst>
          </p:cNvPr>
          <p:cNvSpPr>
            <a:spLocks noGrp="1"/>
          </p:cNvSpPr>
          <p:nvPr>
            <p:ph type="title"/>
          </p:nvPr>
        </p:nvSpPr>
        <p:spPr/>
        <p:txBody>
          <a:bodyPr/>
          <a:lstStyle/>
          <a:p>
            <a:r>
              <a:rPr lang="en-US" sz="2500" dirty="0"/>
              <a:t>Updated </a:t>
            </a:r>
            <a:r>
              <a:rPr lang="en-US" sz="2500" b="1" dirty="0" err="1"/>
              <a:t>mern</a:t>
            </a:r>
            <a:r>
              <a:rPr lang="en-US" sz="2500" b="1" dirty="0"/>
              <a:t>-marketplace/server/controllers/auth.controller.js:</a:t>
            </a:r>
            <a:r>
              <a:rPr lang="en-US" sz="2500" dirty="0"/>
              <a:t> </a:t>
            </a:r>
          </a:p>
        </p:txBody>
      </p:sp>
      <p:sp>
        <p:nvSpPr>
          <p:cNvPr id="3" name="Content Placeholder 2">
            <a:extLst>
              <a:ext uri="{FF2B5EF4-FFF2-40B4-BE49-F238E27FC236}">
                <a16:creationId xmlns:a16="http://schemas.microsoft.com/office/drawing/2014/main" id="{5CE44371-005F-91AC-FA34-D485DD0D7DB5}"/>
              </a:ext>
            </a:extLst>
          </p:cNvPr>
          <p:cNvSpPr>
            <a:spLocks noGrp="1"/>
          </p:cNvSpPr>
          <p:nvPr>
            <p:ph idx="1"/>
          </p:nvPr>
        </p:nvSpPr>
        <p:spPr/>
        <p:txBody>
          <a:bodyPr/>
          <a:lstStyle/>
          <a:p>
            <a:pPr marL="0" indent="0">
              <a:buNone/>
            </a:pPr>
            <a:r>
              <a:rPr lang="en-US" sz="530" dirty="0"/>
              <a:t>import User from "../models/user.model.js";</a:t>
            </a:r>
          </a:p>
          <a:p>
            <a:pPr marL="0" indent="0">
              <a:buNone/>
            </a:pPr>
            <a:r>
              <a:rPr lang="en-US" sz="530" dirty="0"/>
              <a:t>import </a:t>
            </a:r>
            <a:r>
              <a:rPr lang="en-US" sz="530" dirty="0" err="1"/>
              <a:t>jwt</a:t>
            </a:r>
            <a:r>
              <a:rPr lang="en-US" sz="530" dirty="0"/>
              <a:t> from "</a:t>
            </a:r>
            <a:r>
              <a:rPr lang="en-US" sz="530" dirty="0" err="1"/>
              <a:t>jsonwebtoken</a:t>
            </a:r>
            <a:r>
              <a:rPr lang="en-US" sz="530" dirty="0"/>
              <a:t>";</a:t>
            </a:r>
          </a:p>
          <a:p>
            <a:pPr marL="0" indent="0">
              <a:buNone/>
            </a:pPr>
            <a:r>
              <a:rPr lang="en-US" sz="530" dirty="0"/>
              <a:t>import { </a:t>
            </a:r>
            <a:r>
              <a:rPr lang="en-US" sz="530" dirty="0" err="1"/>
              <a:t>expressjwt</a:t>
            </a:r>
            <a:r>
              <a:rPr lang="en-US" sz="530" dirty="0"/>
              <a:t> } from "express-</a:t>
            </a:r>
            <a:r>
              <a:rPr lang="en-US" sz="530" dirty="0" err="1"/>
              <a:t>jwt</a:t>
            </a:r>
            <a:r>
              <a:rPr lang="en-US" sz="530" dirty="0"/>
              <a:t>";</a:t>
            </a:r>
          </a:p>
          <a:p>
            <a:pPr marL="0" indent="0">
              <a:buNone/>
            </a:pPr>
            <a:r>
              <a:rPr lang="en-US" sz="530" dirty="0"/>
              <a:t>import config from "./../../config/config.js";</a:t>
            </a:r>
          </a:p>
          <a:p>
            <a:pPr marL="0" indent="0">
              <a:buNone/>
            </a:pPr>
            <a:r>
              <a:rPr lang="en-US" sz="530" dirty="0"/>
              <a:t>const </a:t>
            </a:r>
            <a:r>
              <a:rPr lang="en-US" sz="530" dirty="0" err="1"/>
              <a:t>signin</a:t>
            </a:r>
            <a:r>
              <a:rPr lang="en-US" sz="530" dirty="0"/>
              <a:t> = async (req, res) =&gt; {</a:t>
            </a:r>
          </a:p>
          <a:p>
            <a:pPr marL="0" indent="0">
              <a:buNone/>
            </a:pPr>
            <a:r>
              <a:rPr lang="en-US" sz="530" dirty="0"/>
              <a:t>  try {</a:t>
            </a:r>
          </a:p>
          <a:p>
            <a:pPr marL="0" indent="0">
              <a:buNone/>
            </a:pPr>
            <a:r>
              <a:rPr lang="en-US" sz="530" dirty="0"/>
              <a:t>    let user = await </a:t>
            </a:r>
            <a:r>
              <a:rPr lang="en-US" sz="530" dirty="0" err="1"/>
              <a:t>User.findOne</a:t>
            </a:r>
            <a:r>
              <a:rPr lang="en-US" sz="530" dirty="0"/>
              <a:t>({ email: </a:t>
            </a:r>
            <a:r>
              <a:rPr lang="en-US" sz="530" dirty="0" err="1"/>
              <a:t>req.body.email</a:t>
            </a:r>
            <a:r>
              <a:rPr lang="en-US" sz="530" dirty="0"/>
              <a:t> });</a:t>
            </a:r>
          </a:p>
          <a:p>
            <a:pPr marL="0" indent="0">
              <a:buNone/>
            </a:pPr>
            <a:r>
              <a:rPr lang="en-US" sz="530" dirty="0"/>
              <a:t>    if (!user) return </a:t>
            </a:r>
            <a:r>
              <a:rPr lang="en-US" sz="530" dirty="0" err="1"/>
              <a:t>res.status</a:t>
            </a:r>
            <a:r>
              <a:rPr lang="en-US" sz="530" dirty="0"/>
              <a:t>(401).</a:t>
            </a:r>
            <a:r>
              <a:rPr lang="en-US" sz="530" dirty="0" err="1"/>
              <a:t>json</a:t>
            </a:r>
            <a:r>
              <a:rPr lang="en-US" sz="530" dirty="0"/>
              <a:t>({ error: "User not found" });</a:t>
            </a:r>
          </a:p>
          <a:p>
            <a:pPr marL="0" indent="0">
              <a:buNone/>
            </a:pPr>
            <a:r>
              <a:rPr lang="en-US" sz="530" dirty="0"/>
              <a:t>    if (!</a:t>
            </a:r>
            <a:r>
              <a:rPr lang="en-US" sz="530" dirty="0" err="1"/>
              <a:t>user.authenticate</a:t>
            </a:r>
            <a:r>
              <a:rPr lang="en-US" sz="530" dirty="0"/>
              <a:t>(</a:t>
            </a:r>
            <a:r>
              <a:rPr lang="en-US" sz="530" dirty="0" err="1"/>
              <a:t>req.body.password</a:t>
            </a:r>
            <a:r>
              <a:rPr lang="en-US" sz="530" dirty="0"/>
              <a:t>)) {</a:t>
            </a:r>
          </a:p>
          <a:p>
            <a:pPr marL="0" indent="0">
              <a:buNone/>
            </a:pPr>
            <a:r>
              <a:rPr lang="en-US" sz="530" dirty="0"/>
              <a:t>      return res</a:t>
            </a:r>
          </a:p>
          <a:p>
            <a:pPr marL="0" indent="0">
              <a:buNone/>
            </a:pPr>
            <a:r>
              <a:rPr lang="en-US" sz="530" dirty="0"/>
              <a:t>        .status(401)</a:t>
            </a:r>
          </a:p>
          <a:p>
            <a:pPr marL="0" indent="0">
              <a:buNone/>
            </a:pPr>
            <a:r>
              <a:rPr lang="en-US" sz="530" dirty="0"/>
              <a:t>        .send({ error: "Email and password don't match." });</a:t>
            </a:r>
          </a:p>
          <a:p>
            <a:pPr marL="0" indent="0">
              <a:buNone/>
            </a:pPr>
            <a:r>
              <a:rPr lang="en-US" sz="530" dirty="0"/>
              <a:t>    }</a:t>
            </a:r>
          </a:p>
          <a:p>
            <a:pPr marL="0" indent="0">
              <a:buNone/>
            </a:pPr>
            <a:r>
              <a:rPr lang="en-US" sz="530" dirty="0"/>
              <a:t>    const token = </a:t>
            </a:r>
            <a:r>
              <a:rPr lang="en-US" sz="530" dirty="0" err="1"/>
              <a:t>jwt.sign</a:t>
            </a:r>
            <a:r>
              <a:rPr lang="en-US" sz="530" dirty="0"/>
              <a:t>({ _id: </a:t>
            </a:r>
            <a:r>
              <a:rPr lang="en-US" sz="530" dirty="0" err="1"/>
              <a:t>user._id</a:t>
            </a:r>
            <a:r>
              <a:rPr lang="en-US" sz="530" dirty="0"/>
              <a:t> }, </a:t>
            </a:r>
            <a:r>
              <a:rPr lang="en-US" sz="530" dirty="0" err="1"/>
              <a:t>config.jwtSecret</a:t>
            </a:r>
            <a:r>
              <a:rPr lang="en-US" sz="530" dirty="0"/>
              <a:t>);</a:t>
            </a:r>
          </a:p>
          <a:p>
            <a:pPr marL="0" indent="0">
              <a:buNone/>
            </a:pPr>
            <a:r>
              <a:rPr lang="en-US" sz="530" dirty="0"/>
              <a:t>    </a:t>
            </a:r>
            <a:r>
              <a:rPr lang="en-US" sz="530" dirty="0" err="1"/>
              <a:t>res.cookie</a:t>
            </a:r>
            <a:r>
              <a:rPr lang="en-US" sz="530" dirty="0"/>
              <a:t>("t", token, { expire: new Date() + 9999 });</a:t>
            </a:r>
          </a:p>
          <a:p>
            <a:pPr marL="0" indent="0">
              <a:buNone/>
            </a:pPr>
            <a:r>
              <a:rPr lang="en-US" sz="530" dirty="0"/>
              <a:t>    return </a:t>
            </a:r>
            <a:r>
              <a:rPr lang="en-US" sz="530" dirty="0" err="1"/>
              <a:t>res.json</a:t>
            </a:r>
            <a:r>
              <a:rPr lang="en-US" sz="530" dirty="0"/>
              <a:t>({</a:t>
            </a:r>
          </a:p>
          <a:p>
            <a:pPr marL="0" indent="0">
              <a:buNone/>
            </a:pPr>
            <a:r>
              <a:rPr lang="en-US" sz="530" dirty="0"/>
              <a:t>      token,</a:t>
            </a:r>
          </a:p>
          <a:p>
            <a:pPr marL="0" indent="0">
              <a:buNone/>
            </a:pPr>
            <a:r>
              <a:rPr lang="en-US" sz="530" dirty="0"/>
              <a:t>      user: {</a:t>
            </a:r>
          </a:p>
          <a:p>
            <a:pPr marL="0" indent="0">
              <a:buNone/>
            </a:pPr>
            <a:r>
              <a:rPr lang="en-US" sz="530" dirty="0"/>
              <a:t>        _id: </a:t>
            </a:r>
            <a:r>
              <a:rPr lang="en-US" sz="530" dirty="0" err="1"/>
              <a:t>user._id</a:t>
            </a:r>
            <a:r>
              <a:rPr lang="en-US" sz="530" dirty="0"/>
              <a:t>,</a:t>
            </a:r>
          </a:p>
          <a:p>
            <a:pPr marL="0" indent="0">
              <a:buNone/>
            </a:pPr>
            <a:r>
              <a:rPr lang="en-US" sz="530" dirty="0"/>
              <a:t>        name: user.name,</a:t>
            </a:r>
          </a:p>
          <a:p>
            <a:pPr marL="0" indent="0">
              <a:buNone/>
            </a:pPr>
            <a:r>
              <a:rPr lang="en-US" sz="530" dirty="0"/>
              <a:t>        email: </a:t>
            </a:r>
            <a:r>
              <a:rPr lang="en-US" sz="530" dirty="0" err="1"/>
              <a:t>user.email</a:t>
            </a:r>
            <a:r>
              <a:rPr lang="en-US" sz="530" dirty="0"/>
              <a:t>,</a:t>
            </a:r>
          </a:p>
          <a:p>
            <a:pPr marL="0" indent="0">
              <a:buNone/>
            </a:pPr>
            <a:r>
              <a:rPr lang="en-US" sz="530" dirty="0"/>
              <a:t>        seller: </a:t>
            </a:r>
            <a:r>
              <a:rPr lang="en-US" sz="530" dirty="0" err="1"/>
              <a:t>user.seller</a:t>
            </a:r>
            <a:r>
              <a:rPr lang="en-US" sz="530" dirty="0"/>
              <a:t>,</a:t>
            </a:r>
          </a:p>
          <a:p>
            <a:pPr marL="0" indent="0">
              <a:buNone/>
            </a:pPr>
            <a:r>
              <a:rPr lang="en-US" sz="530" dirty="0"/>
              <a:t>        </a:t>
            </a:r>
            <a:r>
              <a:rPr lang="en-US" sz="530" dirty="0">
                <a:highlight>
                  <a:srgbClr val="FFFF00"/>
                </a:highlight>
              </a:rPr>
              <a:t>role: </a:t>
            </a:r>
            <a:r>
              <a:rPr lang="en-US" sz="530" dirty="0" err="1">
                <a:highlight>
                  <a:srgbClr val="FFFF00"/>
                </a:highlight>
              </a:rPr>
              <a:t>user.role</a:t>
            </a:r>
            <a:r>
              <a:rPr lang="en-US" sz="530" dirty="0">
                <a:highlight>
                  <a:srgbClr val="FFFF00"/>
                </a:highlight>
              </a:rPr>
              <a:t>,</a:t>
            </a:r>
          </a:p>
          <a:p>
            <a:pPr marL="0" indent="0">
              <a:buNone/>
            </a:pPr>
            <a:endParaRPr lang="en-US" sz="530" dirty="0">
              <a:highlight>
                <a:srgbClr val="FFFF00"/>
              </a:highlight>
            </a:endParaRPr>
          </a:p>
          <a:p>
            <a:pPr marL="0" indent="0">
              <a:buNone/>
            </a:pPr>
            <a:r>
              <a:rPr lang="en-US" sz="530" dirty="0"/>
              <a:t>        </a:t>
            </a:r>
          </a:p>
          <a:p>
            <a:pPr marL="0" indent="0">
              <a:buNone/>
            </a:pPr>
            <a:r>
              <a:rPr lang="en-US" sz="530" dirty="0"/>
              <a:t>      },</a:t>
            </a:r>
          </a:p>
          <a:p>
            <a:pPr marL="0" indent="0">
              <a:buNone/>
            </a:pPr>
            <a:r>
              <a:rPr lang="en-US" sz="530" dirty="0"/>
              <a:t>    });</a:t>
            </a:r>
          </a:p>
          <a:p>
            <a:pPr marL="0" indent="0">
              <a:buNone/>
            </a:pPr>
            <a:r>
              <a:rPr lang="en-US" sz="530" dirty="0"/>
              <a:t>  } catch (err) {</a:t>
            </a:r>
          </a:p>
          <a:p>
            <a:pPr marL="0" indent="0">
              <a:buNone/>
            </a:pPr>
            <a:r>
              <a:rPr lang="en-US" sz="530" dirty="0"/>
              <a:t>    return </a:t>
            </a:r>
            <a:r>
              <a:rPr lang="en-US" sz="530" dirty="0" err="1"/>
              <a:t>res.status</a:t>
            </a:r>
            <a:r>
              <a:rPr lang="en-US" sz="530" dirty="0"/>
              <a:t>(401).</a:t>
            </a:r>
            <a:r>
              <a:rPr lang="en-US" sz="530" dirty="0" err="1"/>
              <a:t>json</a:t>
            </a:r>
            <a:r>
              <a:rPr lang="en-US" sz="530" dirty="0"/>
              <a:t>({ error: "Could not sign in" });</a:t>
            </a:r>
          </a:p>
          <a:p>
            <a:pPr marL="0" indent="0">
              <a:buNone/>
            </a:pPr>
            <a:r>
              <a:rPr lang="en-US" sz="530" dirty="0"/>
              <a:t>  }</a:t>
            </a:r>
          </a:p>
          <a:p>
            <a:pPr marL="0" indent="0">
              <a:buNone/>
            </a:pPr>
            <a:r>
              <a:rPr lang="en-US" sz="530" dirty="0"/>
              <a:t>};</a:t>
            </a:r>
          </a:p>
          <a:p>
            <a:pPr marL="0" indent="0">
              <a:buNone/>
            </a:pPr>
            <a:r>
              <a:rPr lang="en-US" sz="530" dirty="0"/>
              <a:t>const </a:t>
            </a:r>
            <a:r>
              <a:rPr lang="en-US" sz="530" dirty="0" err="1"/>
              <a:t>signout</a:t>
            </a:r>
            <a:r>
              <a:rPr lang="en-US" sz="530" dirty="0"/>
              <a:t> = (req, res) =&gt; {</a:t>
            </a:r>
          </a:p>
          <a:p>
            <a:pPr marL="0" indent="0">
              <a:buNone/>
            </a:pPr>
            <a:r>
              <a:rPr lang="en-US" sz="530" dirty="0"/>
              <a:t>  </a:t>
            </a:r>
            <a:r>
              <a:rPr lang="en-US" sz="530" dirty="0" err="1"/>
              <a:t>res.clearCookie</a:t>
            </a:r>
            <a:r>
              <a:rPr lang="en-US" sz="530" dirty="0"/>
              <a:t>("t");</a:t>
            </a:r>
          </a:p>
          <a:p>
            <a:pPr marL="0" indent="0">
              <a:buNone/>
            </a:pPr>
            <a:r>
              <a:rPr lang="en-US" sz="530" dirty="0"/>
              <a:t>  return </a:t>
            </a:r>
            <a:r>
              <a:rPr lang="en-US" sz="530" dirty="0" err="1"/>
              <a:t>res.status</a:t>
            </a:r>
            <a:r>
              <a:rPr lang="en-US" sz="530" dirty="0"/>
              <a:t>(200).</a:t>
            </a:r>
            <a:r>
              <a:rPr lang="en-US" sz="530" dirty="0" err="1"/>
              <a:t>json</a:t>
            </a:r>
            <a:r>
              <a:rPr lang="en-US" sz="530" dirty="0"/>
              <a:t>({</a:t>
            </a:r>
          </a:p>
          <a:p>
            <a:pPr marL="0" indent="0">
              <a:buNone/>
            </a:pPr>
            <a:r>
              <a:rPr lang="en-US" sz="530" dirty="0"/>
              <a:t>    message: "signed out",</a:t>
            </a:r>
          </a:p>
          <a:p>
            <a:pPr marL="0" indent="0">
              <a:buNone/>
            </a:pPr>
            <a:r>
              <a:rPr lang="en-US" sz="530" dirty="0"/>
              <a:t>  });</a:t>
            </a:r>
          </a:p>
          <a:p>
            <a:pPr marL="0" indent="0">
              <a:buNone/>
            </a:pPr>
            <a:r>
              <a:rPr lang="en-US" sz="530" dirty="0"/>
              <a:t>};</a:t>
            </a:r>
          </a:p>
          <a:p>
            <a:pPr marL="0" indent="0">
              <a:buNone/>
            </a:pPr>
            <a:r>
              <a:rPr lang="en-US" sz="530" dirty="0"/>
              <a:t>const </a:t>
            </a:r>
            <a:r>
              <a:rPr lang="en-US" sz="530" dirty="0" err="1"/>
              <a:t>requireSignin</a:t>
            </a:r>
            <a:r>
              <a:rPr lang="en-US" sz="530" dirty="0"/>
              <a:t> = </a:t>
            </a:r>
            <a:r>
              <a:rPr lang="en-US" sz="530" dirty="0" err="1"/>
              <a:t>expressjwt</a:t>
            </a:r>
            <a:r>
              <a:rPr lang="en-US" sz="530" dirty="0"/>
              <a:t>({</a:t>
            </a:r>
          </a:p>
          <a:p>
            <a:pPr marL="0" indent="0">
              <a:buNone/>
            </a:pPr>
            <a:r>
              <a:rPr lang="en-US" sz="530" dirty="0"/>
              <a:t>  secret: </a:t>
            </a:r>
            <a:r>
              <a:rPr lang="en-US" sz="530" dirty="0" err="1"/>
              <a:t>config.jwtSecret</a:t>
            </a:r>
            <a:r>
              <a:rPr lang="en-US" sz="530" dirty="0"/>
              <a:t>,</a:t>
            </a:r>
          </a:p>
          <a:p>
            <a:pPr marL="0" indent="0">
              <a:buNone/>
            </a:pPr>
            <a:r>
              <a:rPr lang="en-US" sz="530" dirty="0"/>
              <a:t>  algorithms: ["HS256"],</a:t>
            </a:r>
          </a:p>
          <a:p>
            <a:pPr marL="0" indent="0">
              <a:buNone/>
            </a:pPr>
            <a:r>
              <a:rPr lang="en-US" sz="530" dirty="0"/>
              <a:t>  </a:t>
            </a:r>
            <a:r>
              <a:rPr lang="en-US" sz="530" dirty="0" err="1"/>
              <a:t>userProperty</a:t>
            </a:r>
            <a:r>
              <a:rPr lang="en-US" sz="530" dirty="0"/>
              <a:t>: "auth",</a:t>
            </a:r>
          </a:p>
          <a:p>
            <a:pPr marL="0" indent="0">
              <a:buNone/>
            </a:pPr>
            <a:r>
              <a:rPr lang="en-US" sz="530" dirty="0"/>
              <a:t>});</a:t>
            </a:r>
          </a:p>
          <a:p>
            <a:pPr marL="0" indent="0">
              <a:buNone/>
            </a:pPr>
            <a:br>
              <a:rPr lang="en-US" sz="530" dirty="0"/>
            </a:br>
            <a:r>
              <a:rPr lang="en-US" sz="530" dirty="0"/>
              <a:t>const </a:t>
            </a:r>
            <a:r>
              <a:rPr lang="en-US" sz="530" dirty="0" err="1"/>
              <a:t>hasAuthorization</a:t>
            </a:r>
            <a:r>
              <a:rPr lang="en-US" sz="530" dirty="0"/>
              <a:t> = (req, res, next) =&gt; {</a:t>
            </a:r>
          </a:p>
          <a:p>
            <a:pPr marL="0" indent="0">
              <a:buNone/>
            </a:pPr>
            <a:r>
              <a:rPr lang="en-US" sz="530" dirty="0"/>
              <a:t>  const authorized = </a:t>
            </a:r>
            <a:r>
              <a:rPr lang="en-US" sz="530" dirty="0" err="1"/>
              <a:t>req.profile</a:t>
            </a:r>
            <a:r>
              <a:rPr lang="en-US" sz="530" dirty="0"/>
              <a:t> &amp;&amp; </a:t>
            </a:r>
            <a:r>
              <a:rPr lang="en-US" sz="530" dirty="0" err="1"/>
              <a:t>req.auth</a:t>
            </a:r>
            <a:r>
              <a:rPr lang="en-US" sz="530" dirty="0"/>
              <a:t> &amp;&amp; </a:t>
            </a:r>
            <a:r>
              <a:rPr lang="en-US" sz="530" dirty="0" err="1"/>
              <a:t>req.profile._id</a:t>
            </a:r>
            <a:r>
              <a:rPr lang="en-US" sz="530" dirty="0"/>
              <a:t> == </a:t>
            </a:r>
            <a:r>
              <a:rPr lang="en-US" sz="530" dirty="0" err="1"/>
              <a:t>req.auth._id</a:t>
            </a:r>
            <a:r>
              <a:rPr lang="en-US" sz="530" dirty="0"/>
              <a:t>;</a:t>
            </a:r>
          </a:p>
          <a:p>
            <a:pPr marL="0" indent="0">
              <a:buNone/>
            </a:pPr>
            <a:r>
              <a:rPr lang="en-US" sz="530" dirty="0"/>
              <a:t>  if (!authorized) {</a:t>
            </a:r>
          </a:p>
          <a:p>
            <a:pPr marL="0" indent="0">
              <a:buNone/>
            </a:pPr>
            <a:r>
              <a:rPr lang="en-US" sz="530" dirty="0"/>
              <a:t>    return </a:t>
            </a:r>
            <a:r>
              <a:rPr lang="en-US" sz="530" dirty="0" err="1"/>
              <a:t>res.status</a:t>
            </a:r>
            <a:r>
              <a:rPr lang="en-US" sz="530" dirty="0"/>
              <a:t>(403).</a:t>
            </a:r>
            <a:r>
              <a:rPr lang="en-US" sz="530" dirty="0" err="1"/>
              <a:t>json</a:t>
            </a:r>
            <a:r>
              <a:rPr lang="en-US" sz="530" dirty="0"/>
              <a:t>({</a:t>
            </a:r>
          </a:p>
          <a:p>
            <a:pPr marL="0" indent="0">
              <a:buNone/>
            </a:pPr>
            <a:r>
              <a:rPr lang="en-US" sz="530" dirty="0"/>
              <a:t>      error: "User is not authorized",</a:t>
            </a:r>
          </a:p>
          <a:p>
            <a:pPr marL="0" indent="0">
              <a:buNone/>
            </a:pPr>
            <a:r>
              <a:rPr lang="en-US" sz="530" dirty="0"/>
              <a:t>    });</a:t>
            </a:r>
          </a:p>
          <a:p>
            <a:pPr marL="0" indent="0">
              <a:buNone/>
            </a:pPr>
            <a:r>
              <a:rPr lang="en-US" sz="530" dirty="0"/>
              <a:t>  }</a:t>
            </a:r>
          </a:p>
          <a:p>
            <a:pPr marL="0" indent="0">
              <a:buNone/>
            </a:pPr>
            <a:r>
              <a:rPr lang="en-US" sz="530" dirty="0"/>
              <a:t>  next();</a:t>
            </a:r>
          </a:p>
          <a:p>
            <a:pPr marL="0" indent="0">
              <a:buNone/>
            </a:pPr>
            <a:r>
              <a:rPr lang="en-US" sz="530" dirty="0"/>
              <a:t>};</a:t>
            </a:r>
          </a:p>
          <a:p>
            <a:pPr marL="0" indent="0">
              <a:buNone/>
            </a:pPr>
            <a:br>
              <a:rPr lang="en-US" sz="530" dirty="0"/>
            </a:br>
            <a:r>
              <a:rPr lang="en-US" sz="530" dirty="0"/>
              <a:t>export default { </a:t>
            </a:r>
            <a:r>
              <a:rPr lang="en-US" sz="530" dirty="0" err="1"/>
              <a:t>signin</a:t>
            </a:r>
            <a:r>
              <a:rPr lang="en-US" sz="530" dirty="0"/>
              <a:t>, </a:t>
            </a:r>
            <a:r>
              <a:rPr lang="en-US" sz="530" dirty="0" err="1"/>
              <a:t>signout</a:t>
            </a:r>
            <a:r>
              <a:rPr lang="en-US" sz="530" dirty="0"/>
              <a:t>, </a:t>
            </a:r>
            <a:r>
              <a:rPr lang="en-US" sz="530" dirty="0" err="1"/>
              <a:t>requireSignin</a:t>
            </a:r>
            <a:r>
              <a:rPr lang="en-US" sz="530" dirty="0"/>
              <a:t>, </a:t>
            </a:r>
            <a:r>
              <a:rPr lang="en-US" sz="530" dirty="0" err="1"/>
              <a:t>hasAuthorization</a:t>
            </a:r>
            <a:r>
              <a:rPr lang="en-US" sz="530" dirty="0"/>
              <a:t> };</a:t>
            </a:r>
          </a:p>
          <a:p>
            <a:pPr marL="0" indent="0">
              <a:buNone/>
            </a:pPr>
            <a:endParaRPr lang="en-US" sz="530" dirty="0"/>
          </a:p>
        </p:txBody>
      </p:sp>
      <p:sp>
        <p:nvSpPr>
          <p:cNvPr id="4" name="Date Placeholder 3">
            <a:extLst>
              <a:ext uri="{FF2B5EF4-FFF2-40B4-BE49-F238E27FC236}">
                <a16:creationId xmlns:a16="http://schemas.microsoft.com/office/drawing/2014/main" id="{2A88DDED-739C-2D9A-79EB-836CCFE6FE4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DF37519-E245-FEC1-CAD8-754171310A1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9E5B057-916A-033C-3F2B-12A9D66B09F1}"/>
              </a:ext>
            </a:extLst>
          </p:cNvPr>
          <p:cNvSpPr>
            <a:spLocks noGrp="1"/>
          </p:cNvSpPr>
          <p:nvPr>
            <p:ph type="sldNum" sz="quarter" idx="12"/>
          </p:nvPr>
        </p:nvSpPr>
        <p:spPr/>
        <p:txBody>
          <a:bodyPr/>
          <a:lstStyle/>
          <a:p>
            <a:fld id="{7C5CF243-786F-4254-B068-4C9F0B6EA12F}" type="slidenum">
              <a:rPr lang="en-US" altLang="en-US" smtClean="0"/>
              <a:pPr/>
              <a:t>99</a:t>
            </a:fld>
            <a:endParaRPr lang="en-US" altLang="en-US"/>
          </a:p>
        </p:txBody>
      </p:sp>
    </p:spTree>
    <p:extLst>
      <p:ext uri="{BB962C8B-B14F-4D97-AF65-F5344CB8AC3E}">
        <p14:creationId xmlns:p14="http://schemas.microsoft.com/office/powerpoint/2010/main" val="39624960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A1EB9-82AC-5683-A9F0-E7E3B11A7C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90AB06-51B8-54F3-39C7-593B31A57D55}"/>
              </a:ext>
            </a:extLst>
          </p:cNvPr>
          <p:cNvSpPr>
            <a:spLocks noGrp="1"/>
          </p:cNvSpPr>
          <p:nvPr>
            <p:ph idx="1"/>
          </p:nvPr>
        </p:nvSpPr>
        <p:spPr/>
        <p:txBody>
          <a:bodyPr/>
          <a:lstStyle/>
          <a:p>
            <a:r>
              <a:rPr lang="en-US" dirty="0"/>
              <a:t>Signup a new user</a:t>
            </a:r>
          </a:p>
          <a:p>
            <a:pPr marL="0" indent="0">
              <a:buNone/>
            </a:pPr>
            <a:r>
              <a:rPr lang="en-US" dirty="0"/>
              <a:t>Make sure to keep/write the username and password in a text pad, notepad or word document as the text password will not be seen in the database it will be converted to hashed password so you can remember the credentials for you to login.</a:t>
            </a:r>
          </a:p>
          <a:p>
            <a:pPr marL="0" indent="0">
              <a:buNone/>
            </a:pPr>
            <a:endParaRPr lang="en-US" dirty="0"/>
          </a:p>
          <a:p>
            <a:pPr marL="0" indent="0">
              <a:buNone/>
            </a:pPr>
            <a:endParaRPr lang="en-US" dirty="0"/>
          </a:p>
        </p:txBody>
      </p:sp>
      <p:sp>
        <p:nvSpPr>
          <p:cNvPr id="4" name="Date Placeholder 3">
            <a:extLst>
              <a:ext uri="{FF2B5EF4-FFF2-40B4-BE49-F238E27FC236}">
                <a16:creationId xmlns:a16="http://schemas.microsoft.com/office/drawing/2014/main" id="{2B29ACC3-B647-06F7-0B43-F2F645D3DC9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F047640-148C-CDF0-88F9-A05728ABBE71}"/>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765D2559-4DA0-D2BA-5277-6C4BF03F91B1}"/>
              </a:ext>
            </a:extLst>
          </p:cNvPr>
          <p:cNvSpPr>
            <a:spLocks noGrp="1"/>
          </p:cNvSpPr>
          <p:nvPr>
            <p:ph type="sldNum" sz="quarter" idx="12"/>
          </p:nvPr>
        </p:nvSpPr>
        <p:spPr/>
        <p:txBody>
          <a:bodyPr/>
          <a:lstStyle/>
          <a:p>
            <a:fld id="{7C5CF243-786F-4254-B068-4C9F0B6EA12F}" type="slidenum">
              <a:rPr lang="en-US" altLang="en-US" smtClean="0"/>
              <a:pPr/>
              <a:t>100</a:t>
            </a:fld>
            <a:endParaRPr lang="en-US" altLang="en-US"/>
          </a:p>
        </p:txBody>
      </p:sp>
      <p:pic>
        <p:nvPicPr>
          <p:cNvPr id="8" name="Picture 7">
            <a:extLst>
              <a:ext uri="{FF2B5EF4-FFF2-40B4-BE49-F238E27FC236}">
                <a16:creationId xmlns:a16="http://schemas.microsoft.com/office/drawing/2014/main" id="{C7A0700F-335F-022D-EB2C-2364E9407DE3}"/>
              </a:ext>
            </a:extLst>
          </p:cNvPr>
          <p:cNvPicPr>
            <a:picLocks noChangeAspect="1"/>
          </p:cNvPicPr>
          <p:nvPr/>
        </p:nvPicPr>
        <p:blipFill>
          <a:blip r:embed="rId2"/>
          <a:stretch>
            <a:fillRect/>
          </a:stretch>
        </p:blipFill>
        <p:spPr>
          <a:xfrm>
            <a:off x="1600200" y="3287160"/>
            <a:ext cx="6858000" cy="2958065"/>
          </a:xfrm>
          <a:prstGeom prst="rect">
            <a:avLst/>
          </a:prstGeom>
        </p:spPr>
      </p:pic>
    </p:spTree>
    <p:extLst>
      <p:ext uri="{BB962C8B-B14F-4D97-AF65-F5344CB8AC3E}">
        <p14:creationId xmlns:p14="http://schemas.microsoft.com/office/powerpoint/2010/main" val="14886002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6752C-5B3C-9D26-60D0-102A161403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0420D9-E6E0-37F7-C3F8-4CBAC311221F}"/>
              </a:ext>
            </a:extLst>
          </p:cNvPr>
          <p:cNvSpPr>
            <a:spLocks noGrp="1"/>
          </p:cNvSpPr>
          <p:nvPr>
            <p:ph idx="1"/>
          </p:nvPr>
        </p:nvSpPr>
        <p:spPr/>
        <p:txBody>
          <a:bodyPr/>
          <a:lstStyle/>
          <a:p>
            <a:r>
              <a:rPr lang="en-US" dirty="0"/>
              <a:t>We already have the user role and the seller role. The Admin role can be hard code as follows:</a:t>
            </a:r>
          </a:p>
          <a:p>
            <a:pPr marL="0" indent="0">
              <a:buNone/>
            </a:pPr>
            <a:endParaRPr lang="en-US" dirty="0"/>
          </a:p>
          <a:p>
            <a:r>
              <a:rPr lang="en-US" dirty="0"/>
              <a:t>Go to your MongoDB and manually edit the user role from user to Admin, then click on update.</a:t>
            </a:r>
          </a:p>
          <a:p>
            <a:pPr marL="0" indent="0">
              <a:buNone/>
            </a:pPr>
            <a:endParaRPr lang="en-US" dirty="0"/>
          </a:p>
        </p:txBody>
      </p:sp>
      <p:sp>
        <p:nvSpPr>
          <p:cNvPr id="4" name="Date Placeholder 3">
            <a:extLst>
              <a:ext uri="{FF2B5EF4-FFF2-40B4-BE49-F238E27FC236}">
                <a16:creationId xmlns:a16="http://schemas.microsoft.com/office/drawing/2014/main" id="{53FC7F5A-2509-59C6-AEC6-12269F6BEE9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7CBAB436-0C62-3F57-A1F9-940D1B9CFCCA}"/>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4B6F70C7-7994-08B8-999C-2D379E5F5562}"/>
              </a:ext>
            </a:extLst>
          </p:cNvPr>
          <p:cNvSpPr>
            <a:spLocks noGrp="1"/>
          </p:cNvSpPr>
          <p:nvPr>
            <p:ph type="sldNum" sz="quarter" idx="12"/>
          </p:nvPr>
        </p:nvSpPr>
        <p:spPr/>
        <p:txBody>
          <a:bodyPr/>
          <a:lstStyle/>
          <a:p>
            <a:fld id="{7C5CF243-786F-4254-B068-4C9F0B6EA12F}" type="slidenum">
              <a:rPr lang="en-US" altLang="en-US" smtClean="0"/>
              <a:pPr/>
              <a:t>101</a:t>
            </a:fld>
            <a:endParaRPr lang="en-US" altLang="en-US"/>
          </a:p>
        </p:txBody>
      </p:sp>
    </p:spTree>
    <p:extLst>
      <p:ext uri="{BB962C8B-B14F-4D97-AF65-F5344CB8AC3E}">
        <p14:creationId xmlns:p14="http://schemas.microsoft.com/office/powerpoint/2010/main" val="36829572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BBCF1-0EF6-9601-5C2A-688654B5298C}"/>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CDBABEDA-4DD7-C46F-CDCC-F27E0B71670B}"/>
              </a:ext>
            </a:extLst>
          </p:cNvPr>
          <p:cNvPicPr>
            <a:picLocks noGrp="1" noChangeAspect="1"/>
          </p:cNvPicPr>
          <p:nvPr>
            <p:ph idx="1"/>
          </p:nvPr>
        </p:nvPicPr>
        <p:blipFill>
          <a:blip r:embed="rId2"/>
          <a:stretch>
            <a:fillRect/>
          </a:stretch>
        </p:blipFill>
        <p:spPr bwMode="auto">
          <a:xfrm>
            <a:off x="1066800" y="3578227"/>
            <a:ext cx="7555006" cy="266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ACED758E-9582-1EA8-7683-6BA8961D9F0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0C99F13-637C-947A-D673-90FBD6D80FF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AEA91A6-D09C-CF11-A947-591593BB436E}"/>
              </a:ext>
            </a:extLst>
          </p:cNvPr>
          <p:cNvSpPr>
            <a:spLocks noGrp="1"/>
          </p:cNvSpPr>
          <p:nvPr>
            <p:ph type="sldNum" sz="quarter" idx="12"/>
          </p:nvPr>
        </p:nvSpPr>
        <p:spPr/>
        <p:txBody>
          <a:bodyPr/>
          <a:lstStyle/>
          <a:p>
            <a:fld id="{7C5CF243-786F-4254-B068-4C9F0B6EA12F}" type="slidenum">
              <a:rPr lang="en-US" altLang="en-US" smtClean="0"/>
              <a:pPr/>
              <a:t>102</a:t>
            </a:fld>
            <a:endParaRPr lang="en-US" altLang="en-US"/>
          </a:p>
        </p:txBody>
      </p:sp>
      <p:pic>
        <p:nvPicPr>
          <p:cNvPr id="9" name="Picture 8">
            <a:extLst>
              <a:ext uri="{FF2B5EF4-FFF2-40B4-BE49-F238E27FC236}">
                <a16:creationId xmlns:a16="http://schemas.microsoft.com/office/drawing/2014/main" id="{E3A98FC3-DF23-B568-ADBA-F1DD389AD7A5}"/>
              </a:ext>
            </a:extLst>
          </p:cNvPr>
          <p:cNvPicPr>
            <a:picLocks noChangeAspect="1"/>
          </p:cNvPicPr>
          <p:nvPr/>
        </p:nvPicPr>
        <p:blipFill>
          <a:blip r:embed="rId3"/>
          <a:stretch>
            <a:fillRect/>
          </a:stretch>
        </p:blipFill>
        <p:spPr>
          <a:xfrm>
            <a:off x="1131794" y="914399"/>
            <a:ext cx="7555006" cy="2514599"/>
          </a:xfrm>
          <a:prstGeom prst="rect">
            <a:avLst/>
          </a:prstGeom>
        </p:spPr>
      </p:pic>
    </p:spTree>
    <p:extLst>
      <p:ext uri="{BB962C8B-B14F-4D97-AF65-F5344CB8AC3E}">
        <p14:creationId xmlns:p14="http://schemas.microsoft.com/office/powerpoint/2010/main" val="21848149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5F7E8-2028-7B0F-7FE4-195B378B25B1}"/>
              </a:ext>
            </a:extLst>
          </p:cNvPr>
          <p:cNvSpPr>
            <a:spLocks noGrp="1"/>
          </p:cNvSpPr>
          <p:nvPr>
            <p:ph type="title"/>
          </p:nvPr>
        </p:nvSpPr>
        <p:spPr/>
        <p:txBody>
          <a:bodyPr/>
          <a:lstStyle/>
          <a:p>
            <a:r>
              <a:rPr lang="en-US" dirty="0"/>
              <a:t>Roles</a:t>
            </a:r>
          </a:p>
        </p:txBody>
      </p:sp>
      <p:sp>
        <p:nvSpPr>
          <p:cNvPr id="3" name="Content Placeholder 2">
            <a:extLst>
              <a:ext uri="{FF2B5EF4-FFF2-40B4-BE49-F238E27FC236}">
                <a16:creationId xmlns:a16="http://schemas.microsoft.com/office/drawing/2014/main" id="{C50266D4-2398-F655-7902-DA83B2C2FC25}"/>
              </a:ext>
            </a:extLst>
          </p:cNvPr>
          <p:cNvSpPr>
            <a:spLocks noGrp="1"/>
          </p:cNvSpPr>
          <p:nvPr>
            <p:ph idx="1"/>
          </p:nvPr>
        </p:nvSpPr>
        <p:spPr/>
        <p:txBody>
          <a:bodyPr/>
          <a:lstStyle/>
          <a:p>
            <a:pPr marL="0" indent="0">
              <a:buNone/>
            </a:pPr>
            <a:r>
              <a:rPr lang="en-US" b="1" u="sng" dirty="0"/>
              <a:t>User Roles</a:t>
            </a:r>
          </a:p>
          <a:p>
            <a:pPr>
              <a:buFont typeface="Wingdings" panose="05000000000000000000" pitchFamily="2" charset="2"/>
              <a:buChar char="ü"/>
            </a:pPr>
            <a:r>
              <a:rPr lang="en-US" dirty="0"/>
              <a:t>User role</a:t>
            </a:r>
          </a:p>
          <a:p>
            <a:pPr>
              <a:buFont typeface="Wingdings" panose="05000000000000000000" pitchFamily="2" charset="2"/>
              <a:buChar char="ü"/>
            </a:pPr>
            <a:r>
              <a:rPr lang="en-US" dirty="0"/>
              <a:t>Seller role</a:t>
            </a:r>
          </a:p>
          <a:p>
            <a:pPr>
              <a:buFont typeface="Wingdings" panose="05000000000000000000" pitchFamily="2" charset="2"/>
              <a:buChar char="ü"/>
            </a:pPr>
            <a:r>
              <a:rPr lang="en-US" dirty="0"/>
              <a:t>admin role</a:t>
            </a:r>
          </a:p>
          <a:p>
            <a:pPr marL="0" indent="0">
              <a:buNone/>
            </a:pPr>
            <a:r>
              <a:rPr lang="en-US" dirty="0"/>
              <a:t>The Admin can also be toggle to have a seller role too.</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Next, we will have to update the </a:t>
            </a:r>
            <a:r>
              <a:rPr lang="en-US" dirty="0" err="1"/>
              <a:t>Menu.jsx</a:t>
            </a:r>
            <a:r>
              <a:rPr lang="en-US" dirty="0"/>
              <a:t>, the nav bar or layout bar to add the roles.</a:t>
            </a:r>
          </a:p>
        </p:txBody>
      </p:sp>
      <p:sp>
        <p:nvSpPr>
          <p:cNvPr id="4" name="Date Placeholder 3">
            <a:extLst>
              <a:ext uri="{FF2B5EF4-FFF2-40B4-BE49-F238E27FC236}">
                <a16:creationId xmlns:a16="http://schemas.microsoft.com/office/drawing/2014/main" id="{43C60A98-8836-3603-F8D9-9D1F322174A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067FB46E-E54B-9E6D-D6CC-F9F030EC83D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5C7EFE40-8BBA-4C6A-7F2C-5F63EA4612B2}"/>
              </a:ext>
            </a:extLst>
          </p:cNvPr>
          <p:cNvSpPr>
            <a:spLocks noGrp="1"/>
          </p:cNvSpPr>
          <p:nvPr>
            <p:ph type="sldNum" sz="quarter" idx="12"/>
          </p:nvPr>
        </p:nvSpPr>
        <p:spPr/>
        <p:txBody>
          <a:bodyPr/>
          <a:lstStyle/>
          <a:p>
            <a:fld id="{7C5CF243-786F-4254-B068-4C9F0B6EA12F}" type="slidenum">
              <a:rPr lang="en-US" altLang="en-US" smtClean="0"/>
              <a:pPr/>
              <a:t>103</a:t>
            </a:fld>
            <a:endParaRPr lang="en-US" altLang="en-US"/>
          </a:p>
        </p:txBody>
      </p:sp>
      <p:pic>
        <p:nvPicPr>
          <p:cNvPr id="8" name="Picture 7">
            <a:extLst>
              <a:ext uri="{FF2B5EF4-FFF2-40B4-BE49-F238E27FC236}">
                <a16:creationId xmlns:a16="http://schemas.microsoft.com/office/drawing/2014/main" id="{2AA487B4-3AFC-C381-7C8B-C8606AA09AA9}"/>
              </a:ext>
            </a:extLst>
          </p:cNvPr>
          <p:cNvPicPr>
            <a:picLocks noChangeAspect="1"/>
          </p:cNvPicPr>
          <p:nvPr/>
        </p:nvPicPr>
        <p:blipFill>
          <a:blip r:embed="rId2"/>
          <a:stretch>
            <a:fillRect/>
          </a:stretch>
        </p:blipFill>
        <p:spPr>
          <a:xfrm>
            <a:off x="1752600" y="3200400"/>
            <a:ext cx="5638800" cy="2133600"/>
          </a:xfrm>
          <a:prstGeom prst="rect">
            <a:avLst/>
          </a:prstGeom>
        </p:spPr>
      </p:pic>
    </p:spTree>
    <p:extLst>
      <p:ext uri="{BB962C8B-B14F-4D97-AF65-F5344CB8AC3E}">
        <p14:creationId xmlns:p14="http://schemas.microsoft.com/office/powerpoint/2010/main" val="23898680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5A71-1120-FBD1-FD06-3D8B3D92DDCC}"/>
              </a:ext>
            </a:extLst>
          </p:cNvPr>
          <p:cNvSpPr>
            <a:spLocks noGrp="1"/>
          </p:cNvSpPr>
          <p:nvPr>
            <p:ph type="title"/>
          </p:nvPr>
        </p:nvSpPr>
        <p:spPr/>
        <p:txBody>
          <a:bodyPr/>
          <a:lstStyle/>
          <a:p>
            <a:r>
              <a:rPr lang="en-US" dirty="0"/>
              <a:t>Updated client/core/</a:t>
            </a:r>
            <a:r>
              <a:rPr lang="en-US" dirty="0" err="1"/>
              <a:t>Menu.jsx</a:t>
            </a:r>
            <a:r>
              <a:rPr lang="en-US" dirty="0"/>
              <a:t> </a:t>
            </a:r>
          </a:p>
        </p:txBody>
      </p:sp>
      <p:sp>
        <p:nvSpPr>
          <p:cNvPr id="3" name="Content Placeholder 2">
            <a:extLst>
              <a:ext uri="{FF2B5EF4-FFF2-40B4-BE49-F238E27FC236}">
                <a16:creationId xmlns:a16="http://schemas.microsoft.com/office/drawing/2014/main" id="{ADDF9C90-7224-4D0A-66CF-330E2AFF11B5}"/>
              </a:ext>
            </a:extLst>
          </p:cNvPr>
          <p:cNvSpPr>
            <a:spLocks noGrp="1"/>
          </p:cNvSpPr>
          <p:nvPr>
            <p:ph idx="1"/>
          </p:nvPr>
        </p:nvSpPr>
        <p:spPr/>
        <p:txBody>
          <a:bodyPr/>
          <a:lstStyle/>
          <a:p>
            <a:pPr marL="0" indent="0">
              <a:buNone/>
            </a:pPr>
            <a:r>
              <a:rPr lang="en-US" sz="300" dirty="0"/>
              <a:t>import React from "react";</a:t>
            </a:r>
          </a:p>
          <a:p>
            <a:pPr marL="0" indent="0">
              <a:buNone/>
            </a:pPr>
            <a:r>
              <a:rPr lang="en-US" sz="300" dirty="0"/>
              <a:t>import </a:t>
            </a:r>
            <a:r>
              <a:rPr lang="en-US" sz="300" dirty="0" err="1"/>
              <a:t>AppBar</a:t>
            </a:r>
            <a:r>
              <a:rPr lang="en-US" sz="300" dirty="0"/>
              <a:t> from "@</a:t>
            </a:r>
            <a:r>
              <a:rPr lang="en-US" sz="300" dirty="0" err="1"/>
              <a:t>mui</a:t>
            </a:r>
            <a:r>
              <a:rPr lang="en-US" sz="300" dirty="0"/>
              <a:t>/material/</a:t>
            </a:r>
            <a:r>
              <a:rPr lang="en-US" sz="300" dirty="0" err="1"/>
              <a:t>AppBar</a:t>
            </a:r>
            <a:r>
              <a:rPr lang="en-US" sz="300" dirty="0"/>
              <a:t>";</a:t>
            </a:r>
          </a:p>
          <a:p>
            <a:pPr marL="0" indent="0">
              <a:buNone/>
            </a:pPr>
            <a:r>
              <a:rPr lang="en-US" sz="300" dirty="0"/>
              <a:t>import Toolbar from "@</a:t>
            </a:r>
            <a:r>
              <a:rPr lang="en-US" sz="300" dirty="0" err="1"/>
              <a:t>mui</a:t>
            </a:r>
            <a:r>
              <a:rPr lang="en-US" sz="300" dirty="0"/>
              <a:t>/material/Toolbar";</a:t>
            </a:r>
          </a:p>
          <a:p>
            <a:pPr marL="0" indent="0">
              <a:buNone/>
            </a:pPr>
            <a:r>
              <a:rPr lang="en-US" sz="300" dirty="0"/>
              <a:t>import Typography from "@</a:t>
            </a:r>
            <a:r>
              <a:rPr lang="en-US" sz="300" dirty="0" err="1"/>
              <a:t>mui</a:t>
            </a:r>
            <a:r>
              <a:rPr lang="en-US" sz="300" dirty="0"/>
              <a:t>/material/Typography";</a:t>
            </a:r>
          </a:p>
          <a:p>
            <a:pPr marL="0" indent="0">
              <a:buNone/>
            </a:pPr>
            <a:r>
              <a:rPr lang="en-US" sz="300" dirty="0"/>
              <a:t>import </a:t>
            </a:r>
            <a:r>
              <a:rPr lang="en-US" sz="300" dirty="0" err="1"/>
              <a:t>IconButton</a:t>
            </a:r>
            <a:r>
              <a:rPr lang="en-US" sz="300" dirty="0"/>
              <a:t> from "@</a:t>
            </a:r>
            <a:r>
              <a:rPr lang="en-US" sz="300" dirty="0" err="1"/>
              <a:t>mui</a:t>
            </a:r>
            <a:r>
              <a:rPr lang="en-US" sz="300" dirty="0"/>
              <a:t>/material/</a:t>
            </a:r>
            <a:r>
              <a:rPr lang="en-US" sz="300" dirty="0" err="1"/>
              <a:t>IconButton</a:t>
            </a:r>
            <a:r>
              <a:rPr lang="en-US" sz="300" dirty="0"/>
              <a:t>";</a:t>
            </a:r>
          </a:p>
          <a:p>
            <a:pPr marL="0" indent="0">
              <a:buNone/>
            </a:pPr>
            <a:r>
              <a:rPr lang="en-US" sz="300" dirty="0"/>
              <a:t>import </a:t>
            </a:r>
            <a:r>
              <a:rPr lang="en-US" sz="300" dirty="0" err="1"/>
              <a:t>HomeIcon</a:t>
            </a:r>
            <a:r>
              <a:rPr lang="en-US" sz="300" dirty="0"/>
              <a:t> from "@</a:t>
            </a:r>
            <a:r>
              <a:rPr lang="en-US" sz="300" dirty="0" err="1"/>
              <a:t>mui</a:t>
            </a:r>
            <a:r>
              <a:rPr lang="en-US" sz="300" dirty="0"/>
              <a:t>/icons-material/Home";</a:t>
            </a:r>
          </a:p>
          <a:p>
            <a:pPr marL="0" indent="0">
              <a:buNone/>
            </a:pPr>
            <a:r>
              <a:rPr lang="en-US" sz="300" dirty="0"/>
              <a:t>import Button from "@</a:t>
            </a:r>
            <a:r>
              <a:rPr lang="en-US" sz="300" dirty="0" err="1"/>
              <a:t>mui</a:t>
            </a:r>
            <a:r>
              <a:rPr lang="en-US" sz="300" dirty="0"/>
              <a:t>/material/Button";</a:t>
            </a:r>
          </a:p>
          <a:p>
            <a:pPr marL="0" indent="0">
              <a:buNone/>
            </a:pPr>
            <a:r>
              <a:rPr lang="en-US" sz="300" dirty="0"/>
              <a:t>import auth from "../lib/auth-helper";</a:t>
            </a:r>
          </a:p>
          <a:p>
            <a:pPr marL="0" indent="0">
              <a:buNone/>
            </a:pPr>
            <a:r>
              <a:rPr lang="en-US" sz="300" dirty="0"/>
              <a:t>import { Link, </a:t>
            </a:r>
            <a:r>
              <a:rPr lang="en-US" sz="300" dirty="0" err="1"/>
              <a:t>useNavigate</a:t>
            </a:r>
            <a:r>
              <a:rPr lang="en-US" sz="300" dirty="0"/>
              <a:t>, </a:t>
            </a:r>
            <a:r>
              <a:rPr lang="en-US" sz="300" dirty="0" err="1"/>
              <a:t>useLocation</a:t>
            </a:r>
            <a:r>
              <a:rPr lang="en-US" sz="300" dirty="0"/>
              <a:t> } from "react-router-</a:t>
            </a:r>
            <a:r>
              <a:rPr lang="en-US" sz="300" dirty="0" err="1"/>
              <a:t>dom</a:t>
            </a:r>
            <a:r>
              <a:rPr lang="en-US" sz="300" dirty="0"/>
              <a:t>";</a:t>
            </a:r>
          </a:p>
          <a:p>
            <a:pPr marL="0" indent="0">
              <a:buNone/>
            </a:pPr>
            <a:br>
              <a:rPr lang="en-US" sz="300" dirty="0"/>
            </a:br>
            <a:r>
              <a:rPr lang="en-US" sz="300" dirty="0"/>
              <a:t>const </a:t>
            </a:r>
            <a:r>
              <a:rPr lang="en-US" sz="300" dirty="0" err="1"/>
              <a:t>isActive</a:t>
            </a:r>
            <a:r>
              <a:rPr lang="en-US" sz="300" dirty="0"/>
              <a:t> = (location, path) =&gt;</a:t>
            </a:r>
          </a:p>
          <a:p>
            <a:pPr marL="0" indent="0">
              <a:buNone/>
            </a:pPr>
            <a:r>
              <a:rPr lang="en-US" sz="300" dirty="0"/>
              <a:t>  </a:t>
            </a:r>
            <a:r>
              <a:rPr lang="en-US" sz="300" dirty="0" err="1"/>
              <a:t>location.pathname</a:t>
            </a:r>
            <a:r>
              <a:rPr lang="en-US" sz="300" dirty="0"/>
              <a:t> === path ? "#ff4081" : "#</a:t>
            </a:r>
            <a:r>
              <a:rPr lang="en-US" sz="300" dirty="0" err="1"/>
              <a:t>ffffff</a:t>
            </a:r>
            <a:r>
              <a:rPr lang="en-US" sz="300" dirty="0"/>
              <a:t>";</a:t>
            </a:r>
          </a:p>
          <a:p>
            <a:pPr marL="0" indent="0">
              <a:buNone/>
            </a:pPr>
            <a:br>
              <a:rPr lang="en-US" sz="300" dirty="0"/>
            </a:br>
            <a:r>
              <a:rPr lang="en-US" sz="300" dirty="0"/>
              <a:t>const </a:t>
            </a:r>
            <a:r>
              <a:rPr lang="en-US" sz="300" dirty="0" err="1"/>
              <a:t>isPartActive</a:t>
            </a:r>
            <a:r>
              <a:rPr lang="en-US" sz="300" dirty="0"/>
              <a:t> = (location, path) =&gt;</a:t>
            </a:r>
          </a:p>
          <a:p>
            <a:pPr marL="0" indent="0">
              <a:buNone/>
            </a:pPr>
            <a:r>
              <a:rPr lang="en-US" sz="300" dirty="0"/>
              <a:t>  </a:t>
            </a:r>
            <a:r>
              <a:rPr lang="en-US" sz="300" dirty="0" err="1"/>
              <a:t>location.pathname.includes</a:t>
            </a:r>
            <a:r>
              <a:rPr lang="en-US" sz="300" dirty="0"/>
              <a:t>(path)</a:t>
            </a:r>
          </a:p>
          <a:p>
            <a:pPr marL="0" indent="0">
              <a:buNone/>
            </a:pPr>
            <a:r>
              <a:rPr lang="en-US" sz="300" dirty="0"/>
              <a:t>    ? { color: "#bef67a" }</a:t>
            </a:r>
          </a:p>
          <a:p>
            <a:pPr marL="0" indent="0">
              <a:buNone/>
            </a:pPr>
            <a:r>
              <a:rPr lang="en-US" sz="300" dirty="0"/>
              <a:t>    : { color: "#</a:t>
            </a:r>
            <a:r>
              <a:rPr lang="en-US" sz="300" dirty="0" err="1"/>
              <a:t>ffffff</a:t>
            </a:r>
            <a:r>
              <a:rPr lang="en-US" sz="300" dirty="0"/>
              <a:t>" };</a:t>
            </a:r>
          </a:p>
          <a:p>
            <a:pPr marL="0" indent="0">
              <a:buNone/>
            </a:pPr>
            <a:br>
              <a:rPr lang="en-US" sz="300" dirty="0"/>
            </a:br>
            <a:r>
              <a:rPr lang="en-US" sz="300" dirty="0"/>
              <a:t>export default function Menu() {</a:t>
            </a:r>
          </a:p>
          <a:p>
            <a:pPr marL="0" indent="0">
              <a:buNone/>
            </a:pPr>
            <a:r>
              <a:rPr lang="en-US" sz="300" dirty="0"/>
              <a:t>  const navigate = </a:t>
            </a:r>
            <a:r>
              <a:rPr lang="en-US" sz="300" dirty="0" err="1"/>
              <a:t>useNavigate</a:t>
            </a:r>
            <a:r>
              <a:rPr lang="en-US" sz="300" dirty="0"/>
              <a:t>();</a:t>
            </a:r>
          </a:p>
          <a:p>
            <a:pPr marL="0" indent="0">
              <a:buNone/>
            </a:pPr>
            <a:r>
              <a:rPr lang="en-US" sz="300" dirty="0"/>
              <a:t>  const location = </a:t>
            </a:r>
            <a:r>
              <a:rPr lang="en-US" sz="300" dirty="0" err="1"/>
              <a:t>useLocation</a:t>
            </a:r>
            <a:r>
              <a:rPr lang="en-US" sz="300" dirty="0"/>
              <a:t>();</a:t>
            </a:r>
          </a:p>
          <a:p>
            <a:pPr marL="0" indent="0">
              <a:buNone/>
            </a:pPr>
            <a:br>
              <a:rPr lang="en-US" sz="300" dirty="0"/>
            </a:br>
            <a:r>
              <a:rPr lang="en-US" sz="300" dirty="0"/>
              <a:t>  return (</a:t>
            </a:r>
          </a:p>
          <a:p>
            <a:pPr marL="0" indent="0">
              <a:buNone/>
            </a:pPr>
            <a:r>
              <a:rPr lang="en-US" sz="300" dirty="0"/>
              <a:t>    &lt;</a:t>
            </a:r>
            <a:r>
              <a:rPr lang="en-US" sz="300" dirty="0" err="1"/>
              <a:t>AppBar</a:t>
            </a:r>
            <a:r>
              <a:rPr lang="en-US" sz="300" dirty="0"/>
              <a:t> position="static"&gt;</a:t>
            </a:r>
          </a:p>
          <a:p>
            <a:pPr marL="0" indent="0">
              <a:buNone/>
            </a:pPr>
            <a:r>
              <a:rPr lang="en-US" sz="300" dirty="0"/>
              <a:t>      &lt;Toolbar </a:t>
            </a:r>
            <a:r>
              <a:rPr lang="en-US" sz="300" dirty="0" err="1"/>
              <a:t>sx</a:t>
            </a:r>
            <a:r>
              <a:rPr lang="en-US" sz="300" dirty="0"/>
              <a:t>={{ display: "flex", gap: 2, </a:t>
            </a:r>
            <a:r>
              <a:rPr lang="en-US" sz="300" dirty="0" err="1"/>
              <a:t>alignItems</a:t>
            </a:r>
            <a:r>
              <a:rPr lang="en-US" sz="300" dirty="0"/>
              <a:t>: "center" }}&gt;</a:t>
            </a:r>
          </a:p>
          <a:p>
            <a:pPr marL="0" indent="0">
              <a:buNone/>
            </a:pPr>
            <a:r>
              <a:rPr lang="en-US" sz="300" dirty="0"/>
              <a:t>        &lt;Typography variant="h6" </a:t>
            </a:r>
            <a:r>
              <a:rPr lang="en-US" sz="300" dirty="0" err="1"/>
              <a:t>sx</a:t>
            </a:r>
            <a:r>
              <a:rPr lang="en-US" sz="300" dirty="0"/>
              <a:t>={{ </a:t>
            </a:r>
            <a:r>
              <a:rPr lang="en-US" sz="300" dirty="0" err="1"/>
              <a:t>flexGrow</a:t>
            </a:r>
            <a:r>
              <a:rPr lang="en-US" sz="300" dirty="0"/>
              <a:t>: 1 }}&gt;</a:t>
            </a:r>
          </a:p>
          <a:p>
            <a:pPr marL="0" indent="0">
              <a:buNone/>
            </a:pPr>
            <a:r>
              <a:rPr lang="en-US" sz="300" dirty="0"/>
              <a:t>          MERN Skeleton</a:t>
            </a:r>
          </a:p>
          <a:p>
            <a:pPr marL="0" indent="0">
              <a:buNone/>
            </a:pPr>
            <a:r>
              <a:rPr lang="en-US" sz="300" dirty="0"/>
              <a:t>        &lt;/Typography&gt;</a:t>
            </a:r>
          </a:p>
          <a:p>
            <a:pPr marL="0" indent="0">
              <a:buNone/>
            </a:pPr>
            <a:br>
              <a:rPr lang="en-US" sz="300" dirty="0"/>
            </a:br>
            <a:r>
              <a:rPr lang="en-US" sz="300" dirty="0"/>
              <a:t>        &lt;Link to="/"&gt;</a:t>
            </a:r>
          </a:p>
          <a:p>
            <a:pPr marL="0" indent="0">
              <a:buNone/>
            </a:pPr>
            <a:r>
              <a:rPr lang="en-US" sz="300" dirty="0"/>
              <a:t>          &lt;</a:t>
            </a:r>
            <a:r>
              <a:rPr lang="en-US" sz="300" dirty="0" err="1"/>
              <a:t>IconButton</a:t>
            </a:r>
            <a:r>
              <a:rPr lang="en-US" sz="300" dirty="0"/>
              <a:t> aria-label="Home" </a:t>
            </a:r>
            <a:r>
              <a:rPr lang="en-US" sz="300" dirty="0" err="1"/>
              <a:t>sx</a:t>
            </a:r>
            <a:r>
              <a:rPr lang="en-US" sz="300" dirty="0"/>
              <a:t>={{ color: </a:t>
            </a:r>
            <a:r>
              <a:rPr lang="en-US" sz="300" dirty="0" err="1"/>
              <a:t>isActive</a:t>
            </a:r>
            <a:r>
              <a:rPr lang="en-US" sz="300" dirty="0"/>
              <a:t>(location, "/") }}&gt;</a:t>
            </a:r>
          </a:p>
          <a:p>
            <a:pPr marL="0" indent="0">
              <a:buNone/>
            </a:pPr>
            <a:r>
              <a:rPr lang="en-US" sz="300" dirty="0"/>
              <a:t>            &lt;</a:t>
            </a:r>
            <a:r>
              <a:rPr lang="en-US" sz="300" dirty="0" err="1"/>
              <a:t>HomeIcon</a:t>
            </a:r>
            <a:r>
              <a:rPr lang="en-US" sz="300" dirty="0"/>
              <a:t> /&gt;</a:t>
            </a:r>
          </a:p>
          <a:p>
            <a:pPr marL="0" indent="0">
              <a:buNone/>
            </a:pPr>
            <a:r>
              <a:rPr lang="en-US" sz="300" dirty="0"/>
              <a:t>          &lt;/</a:t>
            </a:r>
            <a:r>
              <a:rPr lang="en-US" sz="300" dirty="0" err="1"/>
              <a:t>IconButton</a:t>
            </a:r>
            <a:r>
              <a:rPr lang="en-US" sz="300" dirty="0"/>
              <a:t>&gt;</a:t>
            </a:r>
          </a:p>
          <a:p>
            <a:pPr marL="0" indent="0">
              <a:buNone/>
            </a:pPr>
            <a:r>
              <a:rPr lang="en-US" sz="300" dirty="0"/>
              <a:t>        &lt;/Link&gt;</a:t>
            </a:r>
          </a:p>
          <a:p>
            <a:pPr marL="0" indent="0">
              <a:buNone/>
            </a:pPr>
            <a:br>
              <a:rPr lang="en-US" sz="300" dirty="0"/>
            </a:br>
            <a:r>
              <a:rPr lang="en-US" sz="300" dirty="0"/>
              <a:t>        &lt;Link to="/shops/all" style={{ </a:t>
            </a:r>
            <a:r>
              <a:rPr lang="en-US" sz="300" dirty="0" err="1"/>
              <a:t>textDecoration</a:t>
            </a:r>
            <a:r>
              <a:rPr lang="en-US" sz="300" dirty="0"/>
              <a:t>: "none" }}&gt;</a:t>
            </a:r>
          </a:p>
          <a:p>
            <a:pPr marL="0" indent="0">
              <a:buNone/>
            </a:pPr>
            <a:r>
              <a:rPr lang="en-US" sz="300" dirty="0"/>
              <a:t>          &lt;Button </a:t>
            </a:r>
            <a:r>
              <a:rPr lang="en-US" sz="300" dirty="0" err="1"/>
              <a:t>sx</a:t>
            </a:r>
            <a:r>
              <a:rPr lang="en-US" sz="300" dirty="0"/>
              <a:t>={</a:t>
            </a:r>
            <a:r>
              <a:rPr lang="en-US" sz="300" dirty="0" err="1"/>
              <a:t>isPartActive</a:t>
            </a:r>
            <a:r>
              <a:rPr lang="en-US" sz="300" dirty="0"/>
              <a:t>(location, "/shops")}&gt;All Shops&lt;/Button&gt;</a:t>
            </a:r>
          </a:p>
          <a:p>
            <a:pPr marL="0" indent="0">
              <a:buNone/>
            </a:pPr>
            <a:r>
              <a:rPr lang="en-US" sz="300" dirty="0"/>
              <a:t>        &lt;/Link&gt;</a:t>
            </a:r>
          </a:p>
          <a:p>
            <a:pPr marL="0" indent="0">
              <a:buNone/>
            </a:pPr>
            <a:br>
              <a:rPr lang="en-US" sz="300" dirty="0"/>
            </a:br>
            <a:r>
              <a:rPr lang="en-US" sz="300" dirty="0"/>
              <a:t>        &lt;Link to="/users"&gt;</a:t>
            </a:r>
          </a:p>
          <a:p>
            <a:pPr marL="0" indent="0">
              <a:buNone/>
            </a:pPr>
            <a:r>
              <a:rPr lang="en-US" sz="300" dirty="0"/>
              <a:t>          &lt;Button </a:t>
            </a:r>
            <a:r>
              <a:rPr lang="en-US" sz="300" dirty="0" err="1"/>
              <a:t>sx</a:t>
            </a:r>
            <a:r>
              <a:rPr lang="en-US" sz="300" dirty="0"/>
              <a:t>={{ color: </a:t>
            </a:r>
            <a:r>
              <a:rPr lang="en-US" sz="300" dirty="0" err="1"/>
              <a:t>isActive</a:t>
            </a:r>
            <a:r>
              <a:rPr lang="en-US" sz="300" dirty="0"/>
              <a:t>(location, "/users") }}&gt;Users&lt;/Button&gt;</a:t>
            </a:r>
          </a:p>
          <a:p>
            <a:pPr marL="0" indent="0">
              <a:buNone/>
            </a:pPr>
            <a:r>
              <a:rPr lang="en-US" sz="300" dirty="0"/>
              <a:t>        &lt;/Link&gt;</a:t>
            </a:r>
          </a:p>
          <a:p>
            <a:pPr marL="0" indent="0">
              <a:buNone/>
            </a:pPr>
            <a:br>
              <a:rPr lang="en-US" sz="300" dirty="0"/>
            </a:br>
            <a:r>
              <a:rPr lang="en-US" sz="300" dirty="0"/>
              <a:t>        {!</a:t>
            </a:r>
            <a:r>
              <a:rPr lang="en-US" sz="300" dirty="0" err="1"/>
              <a:t>auth.isAuthenticated</a:t>
            </a:r>
            <a:r>
              <a:rPr lang="en-US" sz="300" dirty="0"/>
              <a:t>() &amp;&amp; (</a:t>
            </a:r>
          </a:p>
          <a:p>
            <a:pPr marL="0" indent="0">
              <a:buNone/>
            </a:pPr>
            <a:r>
              <a:rPr lang="en-US" sz="300" dirty="0"/>
              <a:t>          &lt;&gt;</a:t>
            </a:r>
          </a:p>
          <a:p>
            <a:pPr marL="0" indent="0">
              <a:buNone/>
            </a:pPr>
            <a:r>
              <a:rPr lang="en-US" sz="300" dirty="0"/>
              <a:t>            &lt;Link to="/signup"&gt;</a:t>
            </a:r>
          </a:p>
          <a:p>
            <a:pPr marL="0" indent="0">
              <a:buNone/>
            </a:pPr>
            <a:r>
              <a:rPr lang="en-US" sz="300" dirty="0"/>
              <a:t>              &lt;Button </a:t>
            </a:r>
            <a:r>
              <a:rPr lang="en-US" sz="300" dirty="0" err="1"/>
              <a:t>sx</a:t>
            </a:r>
            <a:r>
              <a:rPr lang="en-US" sz="300" dirty="0"/>
              <a:t>={{ color: </a:t>
            </a:r>
            <a:r>
              <a:rPr lang="en-US" sz="300" dirty="0" err="1"/>
              <a:t>isActive</a:t>
            </a:r>
            <a:r>
              <a:rPr lang="en-US" sz="300" dirty="0"/>
              <a:t>(location, "/signup") }}&gt;</a:t>
            </a:r>
          </a:p>
          <a:p>
            <a:pPr marL="0" indent="0">
              <a:buNone/>
            </a:pPr>
            <a:r>
              <a:rPr lang="en-US" sz="300" dirty="0"/>
              <a:t>                Sign up</a:t>
            </a:r>
          </a:p>
          <a:p>
            <a:pPr marL="0" indent="0">
              <a:buNone/>
            </a:pPr>
            <a:r>
              <a:rPr lang="en-US" sz="300" dirty="0"/>
              <a:t>              &lt;/Button&gt;</a:t>
            </a:r>
          </a:p>
          <a:p>
            <a:pPr marL="0" indent="0">
              <a:buNone/>
            </a:pPr>
            <a:r>
              <a:rPr lang="en-US" sz="300" dirty="0"/>
              <a:t>            &lt;/Link&gt;</a:t>
            </a:r>
          </a:p>
          <a:p>
            <a:pPr marL="0" indent="0">
              <a:buNone/>
            </a:pPr>
            <a:r>
              <a:rPr lang="en-US" sz="300" dirty="0"/>
              <a:t>            &lt;Link to="/</a:t>
            </a:r>
            <a:r>
              <a:rPr lang="en-US" sz="300" dirty="0" err="1"/>
              <a:t>signin</a:t>
            </a:r>
            <a:r>
              <a:rPr lang="en-US" sz="300" dirty="0"/>
              <a:t>"&gt;</a:t>
            </a:r>
          </a:p>
          <a:p>
            <a:pPr marL="0" indent="0">
              <a:buNone/>
            </a:pPr>
            <a:r>
              <a:rPr lang="en-US" sz="300" dirty="0"/>
              <a:t>              &lt;Button </a:t>
            </a:r>
            <a:r>
              <a:rPr lang="en-US" sz="300" dirty="0" err="1"/>
              <a:t>sx</a:t>
            </a:r>
            <a:r>
              <a:rPr lang="en-US" sz="300" dirty="0"/>
              <a:t>={{ color: </a:t>
            </a:r>
            <a:r>
              <a:rPr lang="en-US" sz="300" dirty="0" err="1"/>
              <a:t>isActive</a:t>
            </a:r>
            <a:r>
              <a:rPr lang="en-US" sz="300" dirty="0"/>
              <a:t>(location, "/</a:t>
            </a:r>
            <a:r>
              <a:rPr lang="en-US" sz="300" dirty="0" err="1"/>
              <a:t>signin</a:t>
            </a:r>
            <a:r>
              <a:rPr lang="en-US" sz="300" dirty="0"/>
              <a:t>") }}&gt;</a:t>
            </a:r>
          </a:p>
          <a:p>
            <a:pPr marL="0" indent="0">
              <a:buNone/>
            </a:pPr>
            <a:r>
              <a:rPr lang="en-US" sz="300" dirty="0"/>
              <a:t>                Sign In</a:t>
            </a:r>
          </a:p>
          <a:p>
            <a:pPr marL="0" indent="0">
              <a:buNone/>
            </a:pPr>
            <a:r>
              <a:rPr lang="en-US" sz="300" dirty="0"/>
              <a:t>              &lt;/Button&gt;</a:t>
            </a:r>
          </a:p>
          <a:p>
            <a:pPr marL="0" indent="0">
              <a:buNone/>
            </a:pPr>
            <a:r>
              <a:rPr lang="en-US" sz="300" dirty="0"/>
              <a:t>            &lt;/Link&gt;</a:t>
            </a:r>
          </a:p>
          <a:p>
            <a:pPr marL="0" indent="0">
              <a:buNone/>
            </a:pPr>
            <a:r>
              <a:rPr lang="en-US" sz="300" dirty="0"/>
              <a:t>          &lt;/&gt;</a:t>
            </a:r>
          </a:p>
          <a:p>
            <a:pPr marL="0" indent="0">
              <a:buNone/>
            </a:pPr>
            <a:r>
              <a:rPr lang="en-US" sz="300" dirty="0"/>
              <a:t>        )}</a:t>
            </a:r>
          </a:p>
          <a:p>
            <a:pPr marL="0" indent="0">
              <a:buNone/>
            </a:pPr>
            <a:br>
              <a:rPr lang="en-US" sz="300" dirty="0"/>
            </a:br>
            <a:r>
              <a:rPr lang="en-US" sz="300" dirty="0"/>
              <a:t>        {</a:t>
            </a:r>
            <a:r>
              <a:rPr lang="en-US" sz="300" dirty="0" err="1"/>
              <a:t>auth.isAuthenticated</a:t>
            </a:r>
            <a:r>
              <a:rPr lang="en-US" sz="300" dirty="0"/>
              <a:t>() &amp;&amp; (</a:t>
            </a:r>
          </a:p>
          <a:p>
            <a:pPr marL="0" indent="0">
              <a:buNone/>
            </a:pPr>
            <a:r>
              <a:rPr lang="en-US" sz="300" dirty="0"/>
              <a:t>          &lt;&gt;</a:t>
            </a:r>
          </a:p>
          <a:p>
            <a:pPr marL="0" indent="0">
              <a:buNone/>
            </a:pPr>
            <a:r>
              <a:rPr lang="en-US" sz="300" dirty="0">
                <a:highlight>
                  <a:srgbClr val="FFFF00"/>
                </a:highlight>
              </a:rPr>
              <a:t>            {(</a:t>
            </a:r>
            <a:r>
              <a:rPr lang="en-US" sz="300" dirty="0" err="1">
                <a:highlight>
                  <a:srgbClr val="FFFF00"/>
                </a:highlight>
              </a:rPr>
              <a:t>auth.isAuthenticated</a:t>
            </a:r>
            <a:r>
              <a:rPr lang="en-US" sz="300" dirty="0">
                <a:highlight>
                  <a:srgbClr val="FFFF00"/>
                </a:highlight>
              </a:rPr>
              <a:t>()?.</a:t>
            </a:r>
            <a:r>
              <a:rPr lang="en-US" sz="300" dirty="0" err="1">
                <a:highlight>
                  <a:srgbClr val="FFFF00"/>
                </a:highlight>
              </a:rPr>
              <a:t>user?.seller</a:t>
            </a:r>
            <a:r>
              <a:rPr lang="en-US" sz="300" dirty="0">
                <a:highlight>
                  <a:srgbClr val="FFFF00"/>
                </a:highlight>
              </a:rPr>
              <a:t> ||</a:t>
            </a:r>
          </a:p>
          <a:p>
            <a:pPr marL="0" indent="0">
              <a:buNone/>
            </a:pPr>
            <a:r>
              <a:rPr lang="en-US" sz="300" dirty="0">
                <a:highlight>
                  <a:srgbClr val="FFFF00"/>
                </a:highlight>
              </a:rPr>
              <a:t>              </a:t>
            </a:r>
            <a:r>
              <a:rPr lang="en-US" sz="300" dirty="0" err="1">
                <a:highlight>
                  <a:srgbClr val="FFFF00"/>
                </a:highlight>
              </a:rPr>
              <a:t>auth.isAuthenticated</a:t>
            </a:r>
            <a:r>
              <a:rPr lang="en-US" sz="300" dirty="0">
                <a:highlight>
                  <a:srgbClr val="FFFF00"/>
                </a:highlight>
              </a:rPr>
              <a:t>()?.</a:t>
            </a:r>
            <a:r>
              <a:rPr lang="en-US" sz="300" dirty="0" err="1">
                <a:highlight>
                  <a:srgbClr val="FFFF00"/>
                </a:highlight>
              </a:rPr>
              <a:t>user?.admin</a:t>
            </a:r>
            <a:r>
              <a:rPr lang="en-US" sz="300" dirty="0">
                <a:highlight>
                  <a:srgbClr val="FFFF00"/>
                </a:highlight>
              </a:rPr>
              <a:t>) &amp;&amp; (</a:t>
            </a:r>
          </a:p>
          <a:p>
            <a:pPr marL="0" indent="0">
              <a:buNone/>
            </a:pPr>
            <a:r>
              <a:rPr lang="en-US" sz="300" dirty="0"/>
              <a:t>              &lt;Link to="/seller/shops"&gt;</a:t>
            </a:r>
          </a:p>
          <a:p>
            <a:pPr marL="0" indent="0">
              <a:buNone/>
            </a:pPr>
            <a:r>
              <a:rPr lang="en-US" sz="300" dirty="0"/>
              <a:t>                &lt;Button </a:t>
            </a:r>
            <a:r>
              <a:rPr lang="en-US" sz="300" dirty="0" err="1"/>
              <a:t>sx</a:t>
            </a:r>
            <a:r>
              <a:rPr lang="en-US" sz="300" dirty="0"/>
              <a:t>={</a:t>
            </a:r>
            <a:r>
              <a:rPr lang="en-US" sz="300" dirty="0" err="1"/>
              <a:t>isPartActive</a:t>
            </a:r>
            <a:r>
              <a:rPr lang="en-US" sz="300" dirty="0"/>
              <a:t>(location, "/seller/")}&gt;</a:t>
            </a:r>
          </a:p>
          <a:p>
            <a:pPr marL="0" indent="0">
              <a:buNone/>
            </a:pPr>
            <a:r>
              <a:rPr lang="en-US" sz="300" dirty="0"/>
              <a:t>                  My Shops</a:t>
            </a:r>
          </a:p>
          <a:p>
            <a:pPr marL="0" indent="0">
              <a:buNone/>
            </a:pPr>
            <a:r>
              <a:rPr lang="en-US" sz="300" dirty="0"/>
              <a:t>                &lt;/Button&gt;</a:t>
            </a:r>
          </a:p>
          <a:p>
            <a:pPr marL="0" indent="0">
              <a:buNone/>
            </a:pPr>
            <a:r>
              <a:rPr lang="en-US" sz="300" dirty="0"/>
              <a:t>              &lt;/Link&gt;</a:t>
            </a:r>
          </a:p>
          <a:p>
            <a:pPr marL="0" indent="0">
              <a:buNone/>
            </a:pPr>
            <a:r>
              <a:rPr lang="en-US" sz="300" dirty="0"/>
              <a:t>            )}</a:t>
            </a:r>
          </a:p>
          <a:p>
            <a:pPr marL="0" indent="0">
              <a:buNone/>
            </a:pPr>
            <a:br>
              <a:rPr lang="en-US" sz="300" dirty="0"/>
            </a:br>
            <a:r>
              <a:rPr lang="en-US" sz="300" dirty="0"/>
              <a:t>            &lt;Link to={`/user/${</a:t>
            </a:r>
            <a:r>
              <a:rPr lang="en-US" sz="300" dirty="0" err="1"/>
              <a:t>auth.isAuthenticated</a:t>
            </a:r>
            <a:r>
              <a:rPr lang="en-US" sz="300" dirty="0"/>
              <a:t>()?.</a:t>
            </a:r>
            <a:r>
              <a:rPr lang="en-US" sz="300" dirty="0" err="1"/>
              <a:t>user?._id</a:t>
            </a:r>
            <a:r>
              <a:rPr lang="en-US" sz="300" dirty="0"/>
              <a:t>}`}&gt;</a:t>
            </a:r>
          </a:p>
          <a:p>
            <a:pPr marL="0" indent="0">
              <a:buNone/>
            </a:pPr>
            <a:r>
              <a:rPr lang="en-US" sz="300" dirty="0"/>
              <a:t>              &lt;Button</a:t>
            </a:r>
          </a:p>
          <a:p>
            <a:pPr marL="0" indent="0">
              <a:buNone/>
            </a:pPr>
            <a:r>
              <a:rPr lang="en-US" sz="300" dirty="0"/>
              <a:t>                </a:t>
            </a:r>
            <a:r>
              <a:rPr lang="en-US" sz="300" dirty="0" err="1"/>
              <a:t>sx</a:t>
            </a:r>
            <a:r>
              <a:rPr lang="en-US" sz="300" dirty="0"/>
              <a:t>={{</a:t>
            </a:r>
          </a:p>
          <a:p>
            <a:pPr marL="0" indent="0">
              <a:buNone/>
            </a:pPr>
            <a:r>
              <a:rPr lang="en-US" sz="300" dirty="0"/>
              <a:t>                  color: </a:t>
            </a:r>
            <a:r>
              <a:rPr lang="en-US" sz="300" dirty="0" err="1"/>
              <a:t>isActive</a:t>
            </a:r>
            <a:r>
              <a:rPr lang="en-US" sz="300" dirty="0"/>
              <a:t>(</a:t>
            </a:r>
          </a:p>
          <a:p>
            <a:pPr marL="0" indent="0">
              <a:buNone/>
            </a:pPr>
            <a:r>
              <a:rPr lang="en-US" sz="300" dirty="0"/>
              <a:t>                    location,</a:t>
            </a:r>
          </a:p>
          <a:p>
            <a:pPr marL="0" indent="0">
              <a:buNone/>
            </a:pPr>
            <a:r>
              <a:rPr lang="en-US" sz="300" dirty="0"/>
              <a:t>                    `/user/${</a:t>
            </a:r>
            <a:r>
              <a:rPr lang="en-US" sz="300" dirty="0" err="1"/>
              <a:t>auth.isAuthenticated</a:t>
            </a:r>
            <a:r>
              <a:rPr lang="en-US" sz="300" dirty="0"/>
              <a:t>()?.</a:t>
            </a:r>
            <a:r>
              <a:rPr lang="en-US" sz="300" dirty="0" err="1"/>
              <a:t>user?._id</a:t>
            </a:r>
            <a:r>
              <a:rPr lang="en-US" sz="300" dirty="0"/>
              <a:t>}`</a:t>
            </a:r>
          </a:p>
          <a:p>
            <a:pPr marL="0" indent="0">
              <a:buNone/>
            </a:pPr>
            <a:r>
              <a:rPr lang="en-US" sz="300" dirty="0"/>
              <a:t>                  ),</a:t>
            </a:r>
          </a:p>
          <a:p>
            <a:pPr marL="0" indent="0">
              <a:buNone/>
            </a:pPr>
            <a:r>
              <a:rPr lang="en-US" sz="300" dirty="0"/>
              <a:t>                }}</a:t>
            </a:r>
          </a:p>
          <a:p>
            <a:pPr marL="0" indent="0">
              <a:buNone/>
            </a:pPr>
            <a:r>
              <a:rPr lang="en-US" sz="300" dirty="0"/>
              <a:t>              &gt;</a:t>
            </a:r>
          </a:p>
          <a:p>
            <a:pPr marL="0" indent="0">
              <a:buNone/>
            </a:pPr>
            <a:r>
              <a:rPr lang="en-US" sz="300" dirty="0"/>
              <a:t>                My Profile</a:t>
            </a:r>
          </a:p>
          <a:p>
            <a:pPr marL="0" indent="0">
              <a:buNone/>
            </a:pPr>
            <a:r>
              <a:rPr lang="en-US" sz="300" dirty="0"/>
              <a:t>              &lt;/Button&gt;</a:t>
            </a:r>
          </a:p>
          <a:p>
            <a:pPr marL="0" indent="0">
              <a:buNone/>
            </a:pPr>
            <a:r>
              <a:rPr lang="en-US" sz="300" dirty="0"/>
              <a:t>            &lt;/Link&gt;</a:t>
            </a:r>
          </a:p>
          <a:p>
            <a:pPr marL="0" indent="0">
              <a:buNone/>
            </a:pPr>
            <a:br>
              <a:rPr lang="en-US" sz="300" dirty="0"/>
            </a:br>
            <a:r>
              <a:rPr lang="en-US" sz="300" dirty="0"/>
              <a:t>            &lt;Button</a:t>
            </a:r>
          </a:p>
          <a:p>
            <a:pPr marL="0" indent="0">
              <a:buNone/>
            </a:pPr>
            <a:r>
              <a:rPr lang="en-US" sz="300" dirty="0"/>
              <a:t>              </a:t>
            </a:r>
            <a:r>
              <a:rPr lang="en-US" sz="300" dirty="0" err="1"/>
              <a:t>sx</a:t>
            </a:r>
            <a:r>
              <a:rPr lang="en-US" sz="300" dirty="0"/>
              <a:t>={{ color: "#</a:t>
            </a:r>
            <a:r>
              <a:rPr lang="en-US" sz="300" dirty="0" err="1"/>
              <a:t>ffffff</a:t>
            </a:r>
            <a:r>
              <a:rPr lang="en-US" sz="300" dirty="0"/>
              <a:t>" }}</a:t>
            </a:r>
          </a:p>
          <a:p>
            <a:pPr marL="0" indent="0">
              <a:buNone/>
            </a:pPr>
            <a:r>
              <a:rPr lang="en-US" sz="300" dirty="0"/>
              <a:t>              </a:t>
            </a:r>
            <a:r>
              <a:rPr lang="en-US" sz="300" dirty="0" err="1"/>
              <a:t>onClick</a:t>
            </a:r>
            <a:r>
              <a:rPr lang="en-US" sz="300" dirty="0"/>
              <a:t>={() =&gt; {</a:t>
            </a:r>
          </a:p>
          <a:p>
            <a:pPr marL="0" indent="0">
              <a:buNone/>
            </a:pPr>
            <a:r>
              <a:rPr lang="en-US" sz="300" dirty="0"/>
              <a:t>                </a:t>
            </a:r>
            <a:r>
              <a:rPr lang="en-US" sz="300" dirty="0" err="1"/>
              <a:t>auth.clearJWT</a:t>
            </a:r>
            <a:r>
              <a:rPr lang="en-US" sz="300" dirty="0"/>
              <a:t>(() =&gt; navigate("/"));</a:t>
            </a:r>
          </a:p>
          <a:p>
            <a:pPr marL="0" indent="0">
              <a:buNone/>
            </a:pPr>
            <a:r>
              <a:rPr lang="en-US" sz="300" dirty="0"/>
              <a:t>              }}</a:t>
            </a:r>
          </a:p>
          <a:p>
            <a:pPr marL="0" indent="0">
              <a:buNone/>
            </a:pPr>
            <a:r>
              <a:rPr lang="en-US" sz="300" dirty="0"/>
              <a:t>            &gt;</a:t>
            </a:r>
          </a:p>
          <a:p>
            <a:pPr marL="0" indent="0">
              <a:buNone/>
            </a:pPr>
            <a:r>
              <a:rPr lang="en-US" sz="300" dirty="0"/>
              <a:t>              Sign out</a:t>
            </a:r>
          </a:p>
          <a:p>
            <a:pPr marL="0" indent="0">
              <a:buNone/>
            </a:pPr>
            <a:r>
              <a:rPr lang="en-US" sz="300" dirty="0"/>
              <a:t>            &lt;/Button&gt;</a:t>
            </a:r>
          </a:p>
          <a:p>
            <a:pPr marL="0" indent="0">
              <a:buNone/>
            </a:pPr>
            <a:r>
              <a:rPr lang="en-US" sz="300" dirty="0"/>
              <a:t>          &lt;/&gt;</a:t>
            </a:r>
          </a:p>
          <a:p>
            <a:pPr marL="0" indent="0">
              <a:buNone/>
            </a:pPr>
            <a:r>
              <a:rPr lang="en-US" sz="300" dirty="0"/>
              <a:t>        )}</a:t>
            </a:r>
          </a:p>
          <a:p>
            <a:pPr marL="0" indent="0">
              <a:buNone/>
            </a:pPr>
            <a:r>
              <a:rPr lang="en-US" sz="300" dirty="0"/>
              <a:t>      &lt;/Toolbar&gt;</a:t>
            </a:r>
          </a:p>
          <a:p>
            <a:pPr marL="0" indent="0">
              <a:buNone/>
            </a:pPr>
            <a:r>
              <a:rPr lang="en-US" sz="300" dirty="0"/>
              <a:t>    &lt;/</a:t>
            </a:r>
            <a:r>
              <a:rPr lang="en-US" sz="300" dirty="0" err="1"/>
              <a:t>AppBar</a:t>
            </a:r>
            <a:r>
              <a:rPr lang="en-US" sz="300" dirty="0"/>
              <a:t>&gt;</a:t>
            </a:r>
          </a:p>
          <a:p>
            <a:pPr marL="0" indent="0">
              <a:buNone/>
            </a:pPr>
            <a:r>
              <a:rPr lang="en-US" sz="300" dirty="0"/>
              <a:t>  );</a:t>
            </a:r>
          </a:p>
          <a:p>
            <a:pPr marL="0" indent="0">
              <a:buNone/>
            </a:pPr>
            <a:r>
              <a:rPr lang="en-US" sz="300" dirty="0"/>
              <a:t>}</a:t>
            </a:r>
          </a:p>
          <a:p>
            <a:pPr marL="0" indent="0">
              <a:buNone/>
            </a:pPr>
            <a:endParaRPr lang="en-US" sz="300" dirty="0"/>
          </a:p>
        </p:txBody>
      </p:sp>
      <p:sp>
        <p:nvSpPr>
          <p:cNvPr id="4" name="Date Placeholder 3">
            <a:extLst>
              <a:ext uri="{FF2B5EF4-FFF2-40B4-BE49-F238E27FC236}">
                <a16:creationId xmlns:a16="http://schemas.microsoft.com/office/drawing/2014/main" id="{643016EC-9D54-923F-B2F9-56B715F124C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DFBD639-E690-776C-E633-BA6FBF90A426}"/>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9D7E88A-58AB-8C47-52F1-6170D0981070}"/>
              </a:ext>
            </a:extLst>
          </p:cNvPr>
          <p:cNvSpPr>
            <a:spLocks noGrp="1"/>
          </p:cNvSpPr>
          <p:nvPr>
            <p:ph type="sldNum" sz="quarter" idx="12"/>
          </p:nvPr>
        </p:nvSpPr>
        <p:spPr/>
        <p:txBody>
          <a:bodyPr/>
          <a:lstStyle/>
          <a:p>
            <a:fld id="{7C5CF243-786F-4254-B068-4C9F0B6EA12F}" type="slidenum">
              <a:rPr lang="en-US" altLang="en-US" smtClean="0"/>
              <a:pPr/>
              <a:t>104</a:t>
            </a:fld>
            <a:endParaRPr lang="en-US" altLang="en-US"/>
          </a:p>
        </p:txBody>
      </p:sp>
    </p:spTree>
    <p:extLst>
      <p:ext uri="{BB962C8B-B14F-4D97-AF65-F5344CB8AC3E}">
        <p14:creationId xmlns:p14="http://schemas.microsoft.com/office/powerpoint/2010/main" val="40535329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F190-EEB0-7335-B15B-A715A47C07CE}"/>
              </a:ext>
            </a:extLst>
          </p:cNvPr>
          <p:cNvSpPr>
            <a:spLocks noGrp="1"/>
          </p:cNvSpPr>
          <p:nvPr>
            <p:ph type="title"/>
          </p:nvPr>
        </p:nvSpPr>
        <p:spPr/>
        <p:txBody>
          <a:bodyPr/>
          <a:lstStyle/>
          <a:p>
            <a:r>
              <a:rPr lang="en-US" dirty="0"/>
              <a:t>To Show All the Products in Each Shop</a:t>
            </a:r>
          </a:p>
        </p:txBody>
      </p:sp>
      <p:sp>
        <p:nvSpPr>
          <p:cNvPr id="3" name="Content Placeholder 2">
            <a:extLst>
              <a:ext uri="{FF2B5EF4-FFF2-40B4-BE49-F238E27FC236}">
                <a16:creationId xmlns:a16="http://schemas.microsoft.com/office/drawing/2014/main" id="{49491510-7722-2E89-94D0-AE48948A1E4A}"/>
              </a:ext>
            </a:extLst>
          </p:cNvPr>
          <p:cNvSpPr>
            <a:spLocks noGrp="1"/>
          </p:cNvSpPr>
          <p:nvPr>
            <p:ph idx="1"/>
          </p:nvPr>
        </p:nvSpPr>
        <p:spPr/>
        <p:txBody>
          <a:bodyPr/>
          <a:lstStyle/>
          <a:p>
            <a:r>
              <a:rPr lang="en-US" dirty="0"/>
              <a:t>Create a file called </a:t>
            </a:r>
            <a:r>
              <a:rPr lang="en-US" dirty="0" err="1"/>
              <a:t>ShopProduct.jsx</a:t>
            </a:r>
            <a:r>
              <a:rPr lang="en-US" dirty="0"/>
              <a:t> in the Shop folder</a:t>
            </a:r>
          </a:p>
          <a:p>
            <a:pPr marL="0" indent="0">
              <a:buNone/>
            </a:pPr>
            <a:r>
              <a:rPr lang="en-US" b="1" dirty="0" err="1"/>
              <a:t>mern_skeleton</a:t>
            </a:r>
            <a:r>
              <a:rPr lang="en-US" b="1" dirty="0"/>
              <a:t>/client/shop/</a:t>
            </a:r>
            <a:r>
              <a:rPr lang="en-US" b="1" dirty="0" err="1"/>
              <a:t>ShopProduct.jsx</a:t>
            </a:r>
            <a:endParaRPr lang="en-US" b="1" dirty="0"/>
          </a:p>
        </p:txBody>
      </p:sp>
      <p:sp>
        <p:nvSpPr>
          <p:cNvPr id="4" name="Date Placeholder 3">
            <a:extLst>
              <a:ext uri="{FF2B5EF4-FFF2-40B4-BE49-F238E27FC236}">
                <a16:creationId xmlns:a16="http://schemas.microsoft.com/office/drawing/2014/main" id="{A573A59D-EDA8-3E81-0AA1-9F12975C0A83}"/>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3FA264D2-8D28-F523-C189-97125A165CF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24B0A68-90C8-6EB6-86C7-5D27DF63C9EC}"/>
              </a:ext>
            </a:extLst>
          </p:cNvPr>
          <p:cNvSpPr>
            <a:spLocks noGrp="1"/>
          </p:cNvSpPr>
          <p:nvPr>
            <p:ph type="sldNum" sz="quarter" idx="12"/>
          </p:nvPr>
        </p:nvSpPr>
        <p:spPr/>
        <p:txBody>
          <a:bodyPr/>
          <a:lstStyle/>
          <a:p>
            <a:fld id="{7C5CF243-786F-4254-B068-4C9F0B6EA12F}" type="slidenum">
              <a:rPr lang="en-US" altLang="en-US" smtClean="0"/>
              <a:pPr/>
              <a:t>105</a:t>
            </a:fld>
            <a:endParaRPr lang="en-US" altLang="en-US"/>
          </a:p>
        </p:txBody>
      </p:sp>
    </p:spTree>
    <p:extLst>
      <p:ext uri="{BB962C8B-B14F-4D97-AF65-F5344CB8AC3E}">
        <p14:creationId xmlns:p14="http://schemas.microsoft.com/office/powerpoint/2010/main" val="8417281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A139F-8664-AFA2-E92E-9B93AB8B7062}"/>
              </a:ext>
            </a:extLst>
          </p:cNvPr>
          <p:cNvSpPr>
            <a:spLocks noGrp="1"/>
          </p:cNvSpPr>
          <p:nvPr>
            <p:ph type="title"/>
          </p:nvPr>
        </p:nvSpPr>
        <p:spPr/>
        <p:txBody>
          <a:bodyPr/>
          <a:lstStyle/>
          <a:p>
            <a:br>
              <a:rPr lang="en-US" b="1" dirty="0"/>
            </a:br>
            <a:r>
              <a:rPr lang="en-US" sz="2800" b="1" dirty="0" err="1"/>
              <a:t>mern_skeleton</a:t>
            </a:r>
            <a:r>
              <a:rPr lang="en-US" sz="2800" b="1" dirty="0"/>
              <a:t>/client/shop/</a:t>
            </a:r>
            <a:r>
              <a:rPr lang="en-US" sz="2800" b="1" dirty="0" err="1"/>
              <a:t>ShopProduct.jsx</a:t>
            </a:r>
            <a:br>
              <a:rPr lang="en-US" b="1" dirty="0"/>
            </a:br>
            <a:endParaRPr lang="en-US" dirty="0"/>
          </a:p>
        </p:txBody>
      </p:sp>
      <p:sp>
        <p:nvSpPr>
          <p:cNvPr id="3" name="Content Placeholder 2">
            <a:extLst>
              <a:ext uri="{FF2B5EF4-FFF2-40B4-BE49-F238E27FC236}">
                <a16:creationId xmlns:a16="http://schemas.microsoft.com/office/drawing/2014/main" id="{9B3633C5-261B-1554-0D31-2A6BC9BBD028}"/>
              </a:ext>
            </a:extLst>
          </p:cNvPr>
          <p:cNvSpPr>
            <a:spLocks noGrp="1"/>
          </p:cNvSpPr>
          <p:nvPr>
            <p:ph idx="1"/>
          </p:nvPr>
        </p:nvSpPr>
        <p:spPr/>
        <p:txBody>
          <a:bodyPr/>
          <a:lstStyle/>
          <a:p>
            <a:pPr marL="0" indent="0">
              <a:buNone/>
            </a:pPr>
            <a:r>
              <a:rPr lang="en-US" sz="200" dirty="0"/>
              <a:t>import React, { </a:t>
            </a:r>
            <a:r>
              <a:rPr lang="en-US" sz="200" dirty="0" err="1"/>
              <a:t>useEffect</a:t>
            </a:r>
            <a:r>
              <a:rPr lang="en-US" sz="200" dirty="0"/>
              <a:t>, </a:t>
            </a:r>
            <a:r>
              <a:rPr lang="en-US" sz="200" dirty="0" err="1"/>
              <a:t>useState</a:t>
            </a:r>
            <a:r>
              <a:rPr lang="en-US" sz="200" dirty="0"/>
              <a:t> } from "react";</a:t>
            </a:r>
          </a:p>
          <a:p>
            <a:pPr marL="0" indent="0">
              <a:buNone/>
            </a:pPr>
            <a:r>
              <a:rPr lang="en-US" sz="200" dirty="0"/>
              <a:t>import {</a:t>
            </a:r>
          </a:p>
          <a:p>
            <a:pPr marL="0" indent="0">
              <a:buNone/>
            </a:pPr>
            <a:r>
              <a:rPr lang="en-US" sz="200" dirty="0"/>
              <a:t>  Card,</a:t>
            </a:r>
          </a:p>
          <a:p>
            <a:pPr marL="0" indent="0">
              <a:buNone/>
            </a:pPr>
            <a:r>
              <a:rPr lang="en-US" sz="200" dirty="0"/>
              <a:t>  </a:t>
            </a:r>
            <a:r>
              <a:rPr lang="en-US" sz="200" dirty="0" err="1"/>
              <a:t>CardContent</a:t>
            </a:r>
            <a:r>
              <a:rPr lang="en-US" sz="200" dirty="0"/>
              <a:t>,</a:t>
            </a:r>
          </a:p>
          <a:p>
            <a:pPr marL="0" indent="0">
              <a:buNone/>
            </a:pPr>
            <a:r>
              <a:rPr lang="en-US" sz="200" dirty="0"/>
              <a:t>  </a:t>
            </a:r>
            <a:r>
              <a:rPr lang="en-US" sz="200" dirty="0" err="1"/>
              <a:t>CardMedia</a:t>
            </a:r>
            <a:r>
              <a:rPr lang="en-US" sz="200" dirty="0"/>
              <a:t>,</a:t>
            </a:r>
          </a:p>
          <a:p>
            <a:pPr marL="0" indent="0">
              <a:buNone/>
            </a:pPr>
            <a:r>
              <a:rPr lang="en-US" sz="200" dirty="0"/>
              <a:t>  Typography,</a:t>
            </a:r>
          </a:p>
          <a:p>
            <a:pPr marL="0" indent="0">
              <a:buNone/>
            </a:pPr>
            <a:r>
              <a:rPr lang="en-US" sz="200" dirty="0"/>
              <a:t>  Grid,</a:t>
            </a:r>
          </a:p>
          <a:p>
            <a:pPr marL="0" indent="0">
              <a:buNone/>
            </a:pPr>
            <a:r>
              <a:rPr lang="en-US" sz="200" dirty="0"/>
              <a:t>  Avatar,</a:t>
            </a:r>
          </a:p>
          <a:p>
            <a:pPr marL="0" indent="0">
              <a:buNone/>
            </a:pPr>
            <a:r>
              <a:rPr lang="en-US" sz="200" dirty="0"/>
              <a:t>  Box,</a:t>
            </a:r>
          </a:p>
          <a:p>
            <a:pPr marL="0" indent="0">
              <a:buNone/>
            </a:pPr>
            <a:r>
              <a:rPr lang="en-US" sz="200" dirty="0"/>
              <a:t>  </a:t>
            </a:r>
            <a:r>
              <a:rPr lang="en-US" sz="200" dirty="0" err="1"/>
              <a:t>CardActions</a:t>
            </a:r>
            <a:r>
              <a:rPr lang="en-US" sz="200" dirty="0"/>
              <a:t>,</a:t>
            </a:r>
          </a:p>
          <a:p>
            <a:pPr marL="0" indent="0">
              <a:buNone/>
            </a:pPr>
            <a:r>
              <a:rPr lang="en-US" sz="200" dirty="0"/>
              <a:t>} from "@</a:t>
            </a:r>
            <a:r>
              <a:rPr lang="en-US" sz="200" dirty="0" err="1"/>
              <a:t>mui</a:t>
            </a:r>
            <a:r>
              <a:rPr lang="en-US" sz="200" dirty="0"/>
              <a:t>/material";</a:t>
            </a:r>
          </a:p>
          <a:p>
            <a:pPr marL="0" indent="0">
              <a:buNone/>
            </a:pPr>
            <a:r>
              <a:rPr lang="en-US" sz="200" dirty="0"/>
              <a:t>import { </a:t>
            </a:r>
            <a:r>
              <a:rPr lang="en-US" sz="200" dirty="0" err="1"/>
              <a:t>useTheme</a:t>
            </a:r>
            <a:r>
              <a:rPr lang="en-US" sz="200" dirty="0"/>
              <a:t> } from "@</a:t>
            </a:r>
            <a:r>
              <a:rPr lang="en-US" sz="200" dirty="0" err="1"/>
              <a:t>mui</a:t>
            </a:r>
            <a:r>
              <a:rPr lang="en-US" sz="200" dirty="0"/>
              <a:t>/material/styles";</a:t>
            </a:r>
          </a:p>
          <a:p>
            <a:pPr marL="0" indent="0">
              <a:buNone/>
            </a:pPr>
            <a:r>
              <a:rPr lang="en-US" sz="200" dirty="0"/>
              <a:t>import { </a:t>
            </a:r>
            <a:r>
              <a:rPr lang="en-US" sz="200" dirty="0" err="1"/>
              <a:t>useParams</a:t>
            </a:r>
            <a:r>
              <a:rPr lang="en-US" sz="200" dirty="0"/>
              <a:t> } from "react-router-</a:t>
            </a:r>
            <a:r>
              <a:rPr lang="en-US" sz="200" dirty="0" err="1"/>
              <a:t>dom</a:t>
            </a:r>
            <a:r>
              <a:rPr lang="en-US" sz="200" dirty="0"/>
              <a:t>";</a:t>
            </a:r>
          </a:p>
          <a:p>
            <a:pPr marL="0" indent="0">
              <a:buNone/>
            </a:pPr>
            <a:r>
              <a:rPr lang="en-US" sz="200" dirty="0"/>
              <a:t>import { read } from "./api-shop.js";</a:t>
            </a:r>
          </a:p>
          <a:p>
            <a:pPr marL="0" indent="0">
              <a:buNone/>
            </a:pPr>
            <a:r>
              <a:rPr lang="en-US" sz="200" dirty="0"/>
              <a:t>import { </a:t>
            </a:r>
            <a:r>
              <a:rPr lang="en-US" sz="200" dirty="0" err="1"/>
              <a:t>listByShop</a:t>
            </a:r>
            <a:r>
              <a:rPr lang="en-US" sz="200" dirty="0"/>
              <a:t> } from "../product/api-product.js";</a:t>
            </a:r>
          </a:p>
          <a:p>
            <a:pPr marL="0" indent="0">
              <a:buNone/>
            </a:pPr>
            <a:r>
              <a:rPr lang="en-US" sz="200" dirty="0"/>
              <a:t>//import </a:t>
            </a:r>
            <a:r>
              <a:rPr lang="en-US" sz="200" dirty="0" err="1"/>
              <a:t>AddToCart</a:t>
            </a:r>
            <a:r>
              <a:rPr lang="en-US" sz="200" dirty="0"/>
              <a:t> from "../cart/</a:t>
            </a:r>
            <a:r>
              <a:rPr lang="en-US" sz="200" dirty="0" err="1"/>
              <a:t>AddToCart</a:t>
            </a:r>
            <a:r>
              <a:rPr lang="en-US" sz="200" dirty="0"/>
              <a:t>";</a:t>
            </a:r>
          </a:p>
          <a:p>
            <a:pPr marL="0" indent="0">
              <a:buNone/>
            </a:pPr>
            <a:r>
              <a:rPr lang="en-US" sz="200" dirty="0"/>
              <a:t> </a:t>
            </a:r>
          </a:p>
          <a:p>
            <a:pPr marL="0" indent="0">
              <a:buNone/>
            </a:pPr>
            <a:r>
              <a:rPr lang="en-US" sz="200" dirty="0"/>
              <a:t>export default function </a:t>
            </a:r>
            <a:r>
              <a:rPr lang="en-US" sz="200" dirty="0" err="1"/>
              <a:t>ShopProduct</a:t>
            </a:r>
            <a:r>
              <a:rPr lang="en-US" sz="200" dirty="0"/>
              <a:t>() {</a:t>
            </a:r>
          </a:p>
          <a:p>
            <a:pPr marL="0" indent="0">
              <a:buNone/>
            </a:pPr>
            <a:r>
              <a:rPr lang="en-US" sz="200" dirty="0"/>
              <a:t>  const params = </a:t>
            </a:r>
            <a:r>
              <a:rPr lang="en-US" sz="200" dirty="0" err="1"/>
              <a:t>useParams</a:t>
            </a:r>
            <a:r>
              <a:rPr lang="en-US" sz="200" dirty="0"/>
              <a:t>();</a:t>
            </a:r>
          </a:p>
          <a:p>
            <a:pPr marL="0" indent="0">
              <a:buNone/>
            </a:pPr>
            <a:r>
              <a:rPr lang="en-US" sz="200" dirty="0"/>
              <a:t>  const theme = </a:t>
            </a:r>
            <a:r>
              <a:rPr lang="en-US" sz="200" dirty="0" err="1"/>
              <a:t>useTheme</a:t>
            </a:r>
            <a:r>
              <a:rPr lang="en-US" sz="200" dirty="0"/>
              <a:t>();</a:t>
            </a:r>
          </a:p>
          <a:p>
            <a:pPr marL="0" indent="0">
              <a:buNone/>
            </a:pPr>
            <a:r>
              <a:rPr lang="en-US" sz="200" dirty="0"/>
              <a:t>  const [shop, </a:t>
            </a:r>
            <a:r>
              <a:rPr lang="en-US" sz="200" dirty="0" err="1"/>
              <a:t>setShop</a:t>
            </a:r>
            <a:r>
              <a:rPr lang="en-US" sz="200" dirty="0"/>
              <a:t>] = </a:t>
            </a:r>
            <a:r>
              <a:rPr lang="en-US" sz="200" dirty="0" err="1"/>
              <a:t>useState</a:t>
            </a:r>
            <a:r>
              <a:rPr lang="en-US" sz="200" dirty="0"/>
              <a:t>(null);</a:t>
            </a:r>
          </a:p>
          <a:p>
            <a:pPr marL="0" indent="0">
              <a:buNone/>
            </a:pPr>
            <a:r>
              <a:rPr lang="en-US" sz="200" dirty="0"/>
              <a:t>  const [products, </a:t>
            </a:r>
            <a:r>
              <a:rPr lang="en-US" sz="200" dirty="0" err="1"/>
              <a:t>setProducts</a:t>
            </a:r>
            <a:r>
              <a:rPr lang="en-US" sz="200" dirty="0"/>
              <a:t>] = </a:t>
            </a:r>
            <a:r>
              <a:rPr lang="en-US" sz="200" dirty="0" err="1"/>
              <a:t>useState</a:t>
            </a:r>
            <a:r>
              <a:rPr lang="en-US" sz="200" dirty="0"/>
              <a:t>([]);</a:t>
            </a:r>
          </a:p>
          <a:p>
            <a:pPr marL="0" indent="0">
              <a:buNone/>
            </a:pPr>
            <a:r>
              <a:rPr lang="en-US" sz="200" dirty="0"/>
              <a:t>  const [error, </a:t>
            </a:r>
            <a:r>
              <a:rPr lang="en-US" sz="200" dirty="0" err="1"/>
              <a:t>setError</a:t>
            </a:r>
            <a:r>
              <a:rPr lang="en-US" sz="200" dirty="0"/>
              <a:t>] = </a:t>
            </a:r>
            <a:r>
              <a:rPr lang="en-US" sz="200" dirty="0" err="1"/>
              <a:t>useState</a:t>
            </a:r>
            <a:r>
              <a:rPr lang="en-US" sz="200" dirty="0"/>
              <a:t>("");</a:t>
            </a:r>
          </a:p>
          <a:p>
            <a:pPr marL="0" indent="0">
              <a:buNone/>
            </a:pPr>
            <a:r>
              <a:rPr lang="en-US" sz="200" dirty="0"/>
              <a:t> </a:t>
            </a:r>
          </a:p>
          <a:p>
            <a:pPr marL="0" indent="0">
              <a:buNone/>
            </a:pPr>
            <a:r>
              <a:rPr lang="en-US" sz="200" dirty="0"/>
              <a:t>  </a:t>
            </a:r>
            <a:r>
              <a:rPr lang="en-US" sz="200" dirty="0" err="1"/>
              <a:t>useEffect</a:t>
            </a:r>
            <a:r>
              <a:rPr lang="en-US" sz="200" dirty="0"/>
              <a:t>(() =&gt; {</a:t>
            </a:r>
          </a:p>
          <a:p>
            <a:pPr marL="0" indent="0">
              <a:buNone/>
            </a:pPr>
            <a:r>
              <a:rPr lang="en-US" sz="200" dirty="0"/>
              <a:t>    const </a:t>
            </a:r>
            <a:r>
              <a:rPr lang="en-US" sz="200" dirty="0" err="1"/>
              <a:t>abortController</a:t>
            </a:r>
            <a:r>
              <a:rPr lang="en-US" sz="200" dirty="0"/>
              <a:t> = new </a:t>
            </a:r>
            <a:r>
              <a:rPr lang="en-US" sz="200" dirty="0" err="1"/>
              <a:t>AbortController</a:t>
            </a:r>
            <a:r>
              <a:rPr lang="en-US" sz="200" dirty="0"/>
              <a:t>();</a:t>
            </a:r>
          </a:p>
          <a:p>
            <a:pPr marL="0" indent="0">
              <a:buNone/>
            </a:pPr>
            <a:r>
              <a:rPr lang="en-US" sz="200" dirty="0"/>
              <a:t>    const signal = </a:t>
            </a:r>
            <a:r>
              <a:rPr lang="en-US" sz="200" dirty="0" err="1"/>
              <a:t>abortController.signal</a:t>
            </a:r>
            <a:r>
              <a:rPr lang="en-US" sz="200" dirty="0"/>
              <a:t>;</a:t>
            </a:r>
          </a:p>
          <a:p>
            <a:pPr marL="0" indent="0">
              <a:buNone/>
            </a:pPr>
            <a:r>
              <a:rPr lang="en-US" sz="200" dirty="0"/>
              <a:t> </a:t>
            </a:r>
          </a:p>
          <a:p>
            <a:pPr marL="0" indent="0">
              <a:buNone/>
            </a:pPr>
            <a:r>
              <a:rPr lang="en-US" sz="200" dirty="0"/>
              <a:t>    read({ </a:t>
            </a:r>
            <a:r>
              <a:rPr lang="en-US" sz="200" dirty="0" err="1"/>
              <a:t>shopId</a:t>
            </a:r>
            <a:r>
              <a:rPr lang="en-US" sz="200" dirty="0"/>
              <a:t>: </a:t>
            </a:r>
            <a:r>
              <a:rPr lang="en-US" sz="200" dirty="0" err="1"/>
              <a:t>params.shopId</a:t>
            </a:r>
            <a:r>
              <a:rPr lang="en-US" sz="200" dirty="0"/>
              <a:t> }, signal).then((data) =&gt; {</a:t>
            </a:r>
          </a:p>
          <a:p>
            <a:pPr marL="0" indent="0">
              <a:buNone/>
            </a:pPr>
            <a:r>
              <a:rPr lang="en-US" sz="200" dirty="0"/>
              <a:t>      if (</a:t>
            </a:r>
            <a:r>
              <a:rPr lang="en-US" sz="200" dirty="0" err="1"/>
              <a:t>data.error</a:t>
            </a:r>
            <a:r>
              <a:rPr lang="en-US" sz="200" dirty="0"/>
              <a:t>) {</a:t>
            </a:r>
          </a:p>
          <a:p>
            <a:pPr marL="0" indent="0">
              <a:buNone/>
            </a:pPr>
            <a:r>
              <a:rPr lang="en-US" sz="200" dirty="0"/>
              <a:t>        </a:t>
            </a:r>
            <a:r>
              <a:rPr lang="en-US" sz="200" dirty="0" err="1"/>
              <a:t>setError</a:t>
            </a:r>
            <a:r>
              <a:rPr lang="en-US" sz="200" dirty="0"/>
              <a:t>(</a:t>
            </a:r>
            <a:r>
              <a:rPr lang="en-US" sz="200" dirty="0" err="1"/>
              <a:t>data.error</a:t>
            </a:r>
            <a:r>
              <a:rPr lang="en-US" sz="200" dirty="0"/>
              <a:t>);</a:t>
            </a:r>
          </a:p>
          <a:p>
            <a:pPr marL="0" indent="0">
              <a:buNone/>
            </a:pPr>
            <a:r>
              <a:rPr lang="en-US" sz="200" dirty="0"/>
              <a:t>      } else {</a:t>
            </a:r>
          </a:p>
          <a:p>
            <a:pPr marL="0" indent="0">
              <a:buNone/>
            </a:pPr>
            <a:r>
              <a:rPr lang="en-US" sz="200" dirty="0"/>
              <a:t>        </a:t>
            </a:r>
            <a:r>
              <a:rPr lang="en-US" sz="200" dirty="0" err="1"/>
              <a:t>setShop</a:t>
            </a:r>
            <a:r>
              <a:rPr lang="en-US" sz="200" dirty="0"/>
              <a:t>(data);</a:t>
            </a:r>
          </a:p>
          <a:p>
            <a:pPr marL="0" indent="0">
              <a:buNone/>
            </a:pPr>
            <a:r>
              <a:rPr lang="en-US" sz="200" dirty="0"/>
              <a:t>      }</a:t>
            </a:r>
          </a:p>
          <a:p>
            <a:pPr marL="0" indent="0">
              <a:buNone/>
            </a:pPr>
            <a:r>
              <a:rPr lang="en-US" sz="200" dirty="0"/>
              <a:t>    });</a:t>
            </a:r>
          </a:p>
          <a:p>
            <a:pPr marL="0" indent="0">
              <a:buNone/>
            </a:pPr>
            <a:r>
              <a:rPr lang="en-US" sz="200" dirty="0"/>
              <a:t> </a:t>
            </a:r>
          </a:p>
          <a:p>
            <a:pPr marL="0" indent="0">
              <a:buNone/>
            </a:pPr>
            <a:r>
              <a:rPr lang="en-US" sz="200" dirty="0"/>
              <a:t>    </a:t>
            </a:r>
            <a:r>
              <a:rPr lang="en-US" sz="200" dirty="0" err="1"/>
              <a:t>listByShop</a:t>
            </a:r>
            <a:r>
              <a:rPr lang="en-US" sz="200" dirty="0"/>
              <a:t>({ </a:t>
            </a:r>
            <a:r>
              <a:rPr lang="en-US" sz="200" dirty="0" err="1"/>
              <a:t>shopId</a:t>
            </a:r>
            <a:r>
              <a:rPr lang="en-US" sz="200" dirty="0"/>
              <a:t>: </a:t>
            </a:r>
            <a:r>
              <a:rPr lang="en-US" sz="200" dirty="0" err="1"/>
              <a:t>params.shopId</a:t>
            </a:r>
            <a:r>
              <a:rPr lang="en-US" sz="200" dirty="0"/>
              <a:t> }, signal).then((data) =&gt; {</a:t>
            </a:r>
          </a:p>
          <a:p>
            <a:pPr marL="0" indent="0">
              <a:buNone/>
            </a:pPr>
            <a:r>
              <a:rPr lang="en-US" sz="200" dirty="0"/>
              <a:t>      if (</a:t>
            </a:r>
            <a:r>
              <a:rPr lang="en-US" sz="200" dirty="0" err="1"/>
              <a:t>data.error</a:t>
            </a:r>
            <a:r>
              <a:rPr lang="en-US" sz="200" dirty="0"/>
              <a:t>) {</a:t>
            </a:r>
          </a:p>
          <a:p>
            <a:pPr marL="0" indent="0">
              <a:buNone/>
            </a:pPr>
            <a:r>
              <a:rPr lang="en-US" sz="200" dirty="0"/>
              <a:t>        </a:t>
            </a:r>
            <a:r>
              <a:rPr lang="en-US" sz="200" dirty="0" err="1"/>
              <a:t>setError</a:t>
            </a:r>
            <a:r>
              <a:rPr lang="en-US" sz="200" dirty="0"/>
              <a:t>(</a:t>
            </a:r>
            <a:r>
              <a:rPr lang="en-US" sz="200" dirty="0" err="1"/>
              <a:t>data.error</a:t>
            </a:r>
            <a:r>
              <a:rPr lang="en-US" sz="200" dirty="0"/>
              <a:t>);</a:t>
            </a:r>
          </a:p>
          <a:p>
            <a:pPr marL="0" indent="0">
              <a:buNone/>
            </a:pPr>
            <a:r>
              <a:rPr lang="en-US" sz="200" dirty="0"/>
              <a:t>      } else {</a:t>
            </a:r>
          </a:p>
          <a:p>
            <a:pPr marL="0" indent="0">
              <a:buNone/>
            </a:pPr>
            <a:r>
              <a:rPr lang="en-US" sz="200" dirty="0"/>
              <a:t>        </a:t>
            </a:r>
            <a:r>
              <a:rPr lang="en-US" sz="200" dirty="0" err="1"/>
              <a:t>setProducts</a:t>
            </a:r>
            <a:r>
              <a:rPr lang="en-US" sz="200" dirty="0"/>
              <a:t>(data);</a:t>
            </a:r>
          </a:p>
          <a:p>
            <a:pPr marL="0" indent="0">
              <a:buNone/>
            </a:pPr>
            <a:r>
              <a:rPr lang="en-US" sz="200" dirty="0"/>
              <a:t>      }</a:t>
            </a:r>
          </a:p>
          <a:p>
            <a:pPr marL="0" indent="0">
              <a:buNone/>
            </a:pPr>
            <a:r>
              <a:rPr lang="en-US" sz="200" dirty="0"/>
              <a:t>    });</a:t>
            </a:r>
          </a:p>
          <a:p>
            <a:pPr marL="0" indent="0">
              <a:buNone/>
            </a:pPr>
            <a:r>
              <a:rPr lang="en-US" sz="200" dirty="0"/>
              <a:t> </a:t>
            </a:r>
          </a:p>
          <a:p>
            <a:pPr marL="0" indent="0">
              <a:buNone/>
            </a:pPr>
            <a:r>
              <a:rPr lang="en-US" sz="200" dirty="0"/>
              <a:t>    return () =&gt; </a:t>
            </a:r>
            <a:r>
              <a:rPr lang="en-US" sz="200" dirty="0" err="1"/>
              <a:t>abortController.abort</a:t>
            </a:r>
            <a:r>
              <a:rPr lang="en-US" sz="200" dirty="0"/>
              <a:t>();</a:t>
            </a:r>
          </a:p>
          <a:p>
            <a:pPr marL="0" indent="0">
              <a:buNone/>
            </a:pPr>
            <a:r>
              <a:rPr lang="en-US" sz="200" dirty="0"/>
              <a:t>  }, [</a:t>
            </a:r>
            <a:r>
              <a:rPr lang="en-US" sz="200" dirty="0" err="1"/>
              <a:t>params.shopId</a:t>
            </a:r>
            <a:r>
              <a:rPr lang="en-US" sz="200" dirty="0"/>
              <a:t>]);</a:t>
            </a:r>
          </a:p>
          <a:p>
            <a:pPr marL="0" indent="0">
              <a:buNone/>
            </a:pPr>
            <a:r>
              <a:rPr lang="en-US" sz="200" dirty="0"/>
              <a:t> </a:t>
            </a:r>
          </a:p>
          <a:p>
            <a:pPr marL="0" indent="0">
              <a:buNone/>
            </a:pPr>
            <a:r>
              <a:rPr lang="en-US" sz="200" dirty="0"/>
              <a:t>  if (error) {</a:t>
            </a:r>
          </a:p>
          <a:p>
            <a:pPr marL="0" indent="0">
              <a:buNone/>
            </a:pPr>
            <a:r>
              <a:rPr lang="en-US" sz="200" dirty="0"/>
              <a:t>    return (</a:t>
            </a:r>
          </a:p>
          <a:p>
            <a:pPr marL="0" indent="0">
              <a:buNone/>
            </a:pPr>
            <a:r>
              <a:rPr lang="en-US" sz="200" dirty="0"/>
              <a:t>      &lt;Typography color="error" </a:t>
            </a:r>
            <a:r>
              <a:rPr lang="en-US" sz="200" dirty="0" err="1"/>
              <a:t>sx</a:t>
            </a:r>
            <a:r>
              <a:rPr lang="en-US" sz="200" dirty="0"/>
              <a:t>={{ m: 4 }}&gt;</a:t>
            </a:r>
          </a:p>
          <a:p>
            <a:pPr marL="0" indent="0">
              <a:buNone/>
            </a:pPr>
            <a:r>
              <a:rPr lang="en-US" sz="200" dirty="0"/>
              <a:t>        {error}</a:t>
            </a:r>
          </a:p>
          <a:p>
            <a:pPr marL="0" indent="0">
              <a:buNone/>
            </a:pPr>
            <a:r>
              <a:rPr lang="en-US" sz="200" dirty="0"/>
              <a:t>      &lt;/Typography&gt;</a:t>
            </a:r>
          </a:p>
          <a:p>
            <a:pPr marL="0" indent="0">
              <a:buNone/>
            </a:pPr>
            <a:r>
              <a:rPr lang="en-US" sz="200" dirty="0"/>
              <a:t>    );</a:t>
            </a:r>
          </a:p>
          <a:p>
            <a:pPr marL="0" indent="0">
              <a:buNone/>
            </a:pPr>
            <a:r>
              <a:rPr lang="en-US" sz="200" dirty="0"/>
              <a:t>  }</a:t>
            </a:r>
          </a:p>
          <a:p>
            <a:pPr marL="0" indent="0">
              <a:buNone/>
            </a:pPr>
            <a:r>
              <a:rPr lang="en-US" sz="200" dirty="0"/>
              <a:t> </a:t>
            </a:r>
          </a:p>
          <a:p>
            <a:pPr marL="0" indent="0">
              <a:buNone/>
            </a:pPr>
            <a:r>
              <a:rPr lang="en-US" sz="200" dirty="0"/>
              <a:t>  return (</a:t>
            </a:r>
          </a:p>
          <a:p>
            <a:pPr marL="0" indent="0">
              <a:buNone/>
            </a:pPr>
            <a:r>
              <a:rPr lang="en-US" sz="200" dirty="0"/>
              <a:t>    &lt;Box </a:t>
            </a:r>
            <a:r>
              <a:rPr lang="en-US" sz="200" dirty="0" err="1"/>
              <a:t>sx</a:t>
            </a:r>
            <a:r>
              <a:rPr lang="en-US" sz="200" dirty="0"/>
              <a:t>={{ </a:t>
            </a:r>
            <a:r>
              <a:rPr lang="en-US" sz="200" dirty="0" err="1"/>
              <a:t>flexGrow</a:t>
            </a:r>
            <a:r>
              <a:rPr lang="en-US" sz="200" dirty="0"/>
              <a:t>: 1, m: 2 }}&gt;</a:t>
            </a:r>
          </a:p>
          <a:p>
            <a:pPr marL="0" indent="0">
              <a:buNone/>
            </a:pPr>
            <a:r>
              <a:rPr lang="en-US" sz="200" dirty="0"/>
              <a:t>      {/* Shop Info Header */}</a:t>
            </a:r>
          </a:p>
          <a:p>
            <a:pPr marL="0" indent="0">
              <a:buNone/>
            </a:pPr>
            <a:r>
              <a:rPr lang="en-US" sz="200" dirty="0"/>
              <a:t>      {shop &amp;&amp; (</a:t>
            </a:r>
          </a:p>
          <a:p>
            <a:pPr marL="0" indent="0">
              <a:buNone/>
            </a:pPr>
            <a:r>
              <a:rPr lang="en-US" sz="200" dirty="0"/>
              <a:t>        &lt;Box </a:t>
            </a:r>
            <a:r>
              <a:rPr lang="en-US" sz="200" dirty="0" err="1"/>
              <a:t>sx</a:t>
            </a:r>
            <a:r>
              <a:rPr lang="en-US" sz="200" dirty="0"/>
              <a:t>={{ </a:t>
            </a:r>
            <a:r>
              <a:rPr lang="en-US" sz="200" dirty="0" err="1"/>
              <a:t>textAlign</a:t>
            </a:r>
            <a:r>
              <a:rPr lang="en-US" sz="200" dirty="0"/>
              <a:t>: "center", mb: 4 }}&gt;</a:t>
            </a:r>
          </a:p>
          <a:p>
            <a:pPr marL="0" indent="0">
              <a:buNone/>
            </a:pPr>
            <a:r>
              <a:rPr lang="en-US" sz="200" dirty="0"/>
              <a:t>          &lt;Avatar</a:t>
            </a:r>
          </a:p>
          <a:p>
            <a:pPr marL="0" indent="0">
              <a:buNone/>
            </a:pPr>
            <a:r>
              <a:rPr lang="en-US" sz="200" dirty="0"/>
              <a:t>            </a:t>
            </a:r>
            <a:r>
              <a:rPr lang="en-US" sz="200" dirty="0" err="1"/>
              <a:t>src</a:t>
            </a:r>
            <a:r>
              <a:rPr lang="en-US" sz="200" dirty="0"/>
              <a:t>={`/</a:t>
            </a:r>
            <a:r>
              <a:rPr lang="en-US" sz="200" dirty="0" err="1"/>
              <a:t>api</a:t>
            </a:r>
            <a:r>
              <a:rPr lang="en-US" sz="200" dirty="0"/>
              <a:t>/shops/logo/${</a:t>
            </a:r>
            <a:r>
              <a:rPr lang="en-US" sz="200" dirty="0" err="1"/>
              <a:t>shop._id</a:t>
            </a:r>
            <a:r>
              <a:rPr lang="en-US" sz="200" dirty="0"/>
              <a:t>}?${new Date().</a:t>
            </a:r>
            <a:r>
              <a:rPr lang="en-US" sz="200" dirty="0" err="1"/>
              <a:t>getTime</a:t>
            </a:r>
            <a:r>
              <a:rPr lang="en-US" sz="200" dirty="0"/>
              <a:t>()}`}</a:t>
            </a:r>
          </a:p>
          <a:p>
            <a:pPr marL="0" indent="0">
              <a:buNone/>
            </a:pPr>
            <a:r>
              <a:rPr lang="en-US" sz="200" dirty="0"/>
              <a:t>            </a:t>
            </a:r>
            <a:r>
              <a:rPr lang="en-US" sz="200" dirty="0" err="1"/>
              <a:t>sx</a:t>
            </a:r>
            <a:r>
              <a:rPr lang="en-US" sz="200" dirty="0"/>
              <a:t>={{ width: 80, height: 80, mx: "auto", mb: 2 }}</a:t>
            </a:r>
          </a:p>
          <a:p>
            <a:pPr marL="0" indent="0">
              <a:buNone/>
            </a:pPr>
            <a:r>
              <a:rPr lang="en-US" sz="200" dirty="0"/>
              <a:t>          /&gt;</a:t>
            </a:r>
          </a:p>
          <a:p>
            <a:pPr marL="0" indent="0">
              <a:buNone/>
            </a:pPr>
            <a:r>
              <a:rPr lang="en-US" sz="200" dirty="0"/>
              <a:t>          &lt;Typography</a:t>
            </a:r>
          </a:p>
          <a:p>
            <a:pPr marL="0" indent="0">
              <a:buNone/>
            </a:pPr>
            <a:r>
              <a:rPr lang="en-US" sz="200" dirty="0"/>
              <a:t>            variant="h5"</a:t>
            </a:r>
          </a:p>
          <a:p>
            <a:pPr marL="0" indent="0">
              <a:buNone/>
            </a:pPr>
            <a:r>
              <a:rPr lang="en-US" sz="200" dirty="0"/>
              <a:t>            </a:t>
            </a:r>
            <a:r>
              <a:rPr lang="en-US" sz="200" dirty="0" err="1"/>
              <a:t>sx</a:t>
            </a:r>
            <a:r>
              <a:rPr lang="en-US" sz="200" dirty="0"/>
              <a:t>={{ </a:t>
            </a:r>
            <a:r>
              <a:rPr lang="en-US" sz="200" dirty="0" err="1"/>
              <a:t>fontWeight</a:t>
            </a:r>
            <a:r>
              <a:rPr lang="en-US" sz="200" dirty="0"/>
              <a:t>: "bold", color: </a:t>
            </a:r>
            <a:r>
              <a:rPr lang="en-US" sz="200" dirty="0" err="1"/>
              <a:t>theme.palette.primary.main</a:t>
            </a:r>
            <a:r>
              <a:rPr lang="en-US" sz="200" dirty="0"/>
              <a:t> }}</a:t>
            </a:r>
          </a:p>
          <a:p>
            <a:pPr marL="0" indent="0">
              <a:buNone/>
            </a:pPr>
            <a:r>
              <a:rPr lang="en-US" sz="200" dirty="0"/>
              <a:t>          &gt;</a:t>
            </a:r>
          </a:p>
          <a:p>
            <a:pPr marL="0" indent="0">
              <a:buNone/>
            </a:pPr>
            <a:r>
              <a:rPr lang="en-US" sz="200" dirty="0"/>
              <a:t>            {shop.name}</a:t>
            </a:r>
          </a:p>
          <a:p>
            <a:pPr marL="0" indent="0">
              <a:buNone/>
            </a:pPr>
            <a:r>
              <a:rPr lang="en-US" sz="200" dirty="0"/>
              <a:t>          &lt;/Typography&gt;</a:t>
            </a:r>
          </a:p>
          <a:p>
            <a:pPr marL="0" indent="0">
              <a:buNone/>
            </a:pPr>
            <a:r>
              <a:rPr lang="en-US" sz="200" dirty="0"/>
              <a:t>          &lt;Typography</a:t>
            </a:r>
          </a:p>
          <a:p>
            <a:pPr marL="0" indent="0">
              <a:buNone/>
            </a:pPr>
            <a:r>
              <a:rPr lang="en-US" sz="200" dirty="0"/>
              <a:t>            variant="body1"</a:t>
            </a:r>
          </a:p>
          <a:p>
            <a:pPr marL="0" indent="0">
              <a:buNone/>
            </a:pPr>
            <a:r>
              <a:rPr lang="en-US" sz="200" dirty="0"/>
              <a:t>            </a:t>
            </a:r>
            <a:r>
              <a:rPr lang="en-US" sz="200" dirty="0" err="1"/>
              <a:t>sx</a:t>
            </a:r>
            <a:r>
              <a:rPr lang="en-US" sz="200" dirty="0"/>
              <a:t>={{ color: </a:t>
            </a:r>
            <a:r>
              <a:rPr lang="en-US" sz="200" dirty="0" err="1"/>
              <a:t>theme.palette.text.secondary</a:t>
            </a:r>
            <a:r>
              <a:rPr lang="en-US" sz="200" dirty="0"/>
              <a:t> }}</a:t>
            </a:r>
          </a:p>
          <a:p>
            <a:pPr marL="0" indent="0">
              <a:buNone/>
            </a:pPr>
            <a:r>
              <a:rPr lang="en-US" sz="200" dirty="0"/>
              <a:t>          &gt;</a:t>
            </a:r>
          </a:p>
          <a:p>
            <a:pPr marL="0" indent="0">
              <a:buNone/>
            </a:pPr>
            <a:r>
              <a:rPr lang="en-US" sz="200" dirty="0"/>
              <a:t>            {</a:t>
            </a:r>
            <a:r>
              <a:rPr lang="en-US" sz="200" dirty="0" err="1"/>
              <a:t>shop.description</a:t>
            </a:r>
            <a:r>
              <a:rPr lang="en-US" sz="200" dirty="0"/>
              <a:t>}</a:t>
            </a:r>
          </a:p>
          <a:p>
            <a:pPr marL="0" indent="0">
              <a:buNone/>
            </a:pPr>
            <a:r>
              <a:rPr lang="en-US" sz="200" dirty="0"/>
              <a:t>          &lt;/Typography&gt;</a:t>
            </a:r>
          </a:p>
          <a:p>
            <a:pPr marL="0" indent="0">
              <a:buNone/>
            </a:pPr>
            <a:r>
              <a:rPr lang="en-US" sz="200" dirty="0"/>
              <a:t>        &lt;/Box&gt;</a:t>
            </a:r>
          </a:p>
          <a:p>
            <a:pPr marL="0" indent="0">
              <a:buNone/>
            </a:pPr>
            <a:r>
              <a:rPr lang="en-US" sz="200" dirty="0"/>
              <a:t>      )}</a:t>
            </a:r>
          </a:p>
          <a:p>
            <a:pPr marL="0" indent="0">
              <a:buNone/>
            </a:pPr>
            <a:r>
              <a:rPr lang="en-US" sz="200" dirty="0"/>
              <a:t> </a:t>
            </a:r>
          </a:p>
          <a:p>
            <a:pPr marL="0" indent="0">
              <a:buNone/>
            </a:pPr>
            <a:r>
              <a:rPr lang="en-US" sz="200" dirty="0"/>
              <a:t>      {/* Products Grid */}</a:t>
            </a:r>
          </a:p>
          <a:p>
            <a:pPr marL="0" indent="0">
              <a:buNone/>
            </a:pPr>
            <a:r>
              <a:rPr lang="en-US" sz="200" dirty="0"/>
              <a:t>      &lt;Grid</a:t>
            </a:r>
          </a:p>
          <a:p>
            <a:pPr marL="0" indent="0">
              <a:buNone/>
            </a:pPr>
            <a:r>
              <a:rPr lang="en-US" sz="200" dirty="0"/>
              <a:t>        container</a:t>
            </a:r>
          </a:p>
          <a:p>
            <a:pPr marL="0" indent="0">
              <a:buNone/>
            </a:pPr>
            <a:r>
              <a:rPr lang="en-US" sz="200" dirty="0"/>
              <a:t>        spacing={4}</a:t>
            </a:r>
          </a:p>
          <a:p>
            <a:pPr marL="0" indent="0">
              <a:buNone/>
            </a:pPr>
            <a:r>
              <a:rPr lang="en-US" sz="200" dirty="0"/>
              <a:t>        </a:t>
            </a:r>
            <a:r>
              <a:rPr lang="en-US" sz="200" dirty="0" err="1"/>
              <a:t>justifyContent</a:t>
            </a:r>
            <a:r>
              <a:rPr lang="en-US" sz="200" dirty="0"/>
              <a:t>="center"</a:t>
            </a:r>
          </a:p>
          <a:p>
            <a:pPr marL="0" indent="0">
              <a:buNone/>
            </a:pPr>
            <a:r>
              <a:rPr lang="en-US" sz="200" dirty="0"/>
              <a:t>        </a:t>
            </a:r>
            <a:r>
              <a:rPr lang="en-US" sz="200" dirty="0" err="1"/>
              <a:t>sx</a:t>
            </a:r>
            <a:r>
              <a:rPr lang="en-US" sz="200" dirty="0"/>
              <a:t>={{ </a:t>
            </a:r>
            <a:r>
              <a:rPr lang="en-US" sz="200" dirty="0" err="1"/>
              <a:t>maxWidth</a:t>
            </a:r>
            <a:r>
              <a:rPr lang="en-US" sz="200" dirty="0"/>
              <a:t>: "1400px", margin: "auto" }}</a:t>
            </a:r>
          </a:p>
          <a:p>
            <a:pPr marL="0" indent="0">
              <a:buNone/>
            </a:pPr>
            <a:r>
              <a:rPr lang="en-US" sz="200" dirty="0"/>
              <a:t>      &gt;</a:t>
            </a:r>
          </a:p>
          <a:p>
            <a:pPr marL="0" indent="0">
              <a:buNone/>
            </a:pPr>
            <a:r>
              <a:rPr lang="en-US" sz="200" dirty="0"/>
              <a:t>        {</a:t>
            </a:r>
            <a:r>
              <a:rPr lang="en-US" sz="200" dirty="0" err="1"/>
              <a:t>products.map</a:t>
            </a:r>
            <a:r>
              <a:rPr lang="en-US" sz="200" dirty="0"/>
              <a:t>((product) =&gt; {</a:t>
            </a:r>
          </a:p>
          <a:p>
            <a:pPr marL="0" indent="0">
              <a:buNone/>
            </a:pPr>
            <a:r>
              <a:rPr lang="en-US" sz="200" dirty="0"/>
              <a:t>          const </a:t>
            </a:r>
            <a:r>
              <a:rPr lang="en-US" sz="200" dirty="0" err="1"/>
              <a:t>imageUrl</a:t>
            </a:r>
            <a:r>
              <a:rPr lang="en-US" sz="200" dirty="0"/>
              <a:t> = `/</a:t>
            </a:r>
            <a:r>
              <a:rPr lang="en-US" sz="200" dirty="0" err="1"/>
              <a:t>api</a:t>
            </a:r>
            <a:r>
              <a:rPr lang="en-US" sz="200" dirty="0"/>
              <a:t>/product/image/${</a:t>
            </a:r>
            <a:r>
              <a:rPr lang="en-US" sz="200" dirty="0" err="1"/>
              <a:t>product._id</a:t>
            </a:r>
            <a:r>
              <a:rPr lang="en-US" sz="200" dirty="0"/>
              <a:t>}?${new Date().</a:t>
            </a:r>
            <a:r>
              <a:rPr lang="en-US" sz="200" dirty="0" err="1"/>
              <a:t>getTime</a:t>
            </a:r>
            <a:r>
              <a:rPr lang="en-US" sz="200" dirty="0"/>
              <a:t>()}`;</a:t>
            </a:r>
          </a:p>
          <a:p>
            <a:pPr marL="0" indent="0">
              <a:buNone/>
            </a:pPr>
            <a:r>
              <a:rPr lang="en-US" sz="200" dirty="0"/>
              <a:t>          return (</a:t>
            </a:r>
          </a:p>
          <a:p>
            <a:pPr marL="0" indent="0">
              <a:buNone/>
            </a:pPr>
            <a:r>
              <a:rPr lang="en-US" sz="200" dirty="0"/>
              <a:t>            &lt;Grid</a:t>
            </a:r>
          </a:p>
          <a:p>
            <a:pPr marL="0" indent="0">
              <a:buNone/>
            </a:pPr>
            <a:r>
              <a:rPr lang="en-US" sz="200" dirty="0"/>
              <a:t>              item</a:t>
            </a:r>
          </a:p>
          <a:p>
            <a:pPr marL="0" indent="0">
              <a:buNone/>
            </a:pPr>
            <a:r>
              <a:rPr lang="en-US" sz="200" dirty="0"/>
              <a:t>              key={</a:t>
            </a:r>
            <a:r>
              <a:rPr lang="en-US" sz="200" dirty="0" err="1"/>
              <a:t>product._id</a:t>
            </a:r>
            <a:r>
              <a:rPr lang="en-US" sz="200" dirty="0"/>
              <a:t>}</a:t>
            </a:r>
          </a:p>
          <a:p>
            <a:pPr marL="0" indent="0">
              <a:buNone/>
            </a:pPr>
            <a:r>
              <a:rPr lang="en-US" sz="200" dirty="0"/>
              <a:t>              </a:t>
            </a:r>
            <a:r>
              <a:rPr lang="en-US" sz="200" dirty="0" err="1"/>
              <a:t>xs</a:t>
            </a:r>
            <a:r>
              <a:rPr lang="en-US" sz="200" dirty="0"/>
              <a:t>={12}</a:t>
            </a:r>
          </a:p>
          <a:p>
            <a:pPr marL="0" indent="0">
              <a:buNone/>
            </a:pPr>
            <a:r>
              <a:rPr lang="en-US" sz="200" dirty="0"/>
              <a:t>              </a:t>
            </a:r>
            <a:r>
              <a:rPr lang="en-US" sz="200" dirty="0" err="1"/>
              <a:t>sm</a:t>
            </a:r>
            <a:r>
              <a:rPr lang="en-US" sz="200" dirty="0"/>
              <a:t>={6}</a:t>
            </a:r>
          </a:p>
          <a:p>
            <a:pPr marL="0" indent="0">
              <a:buNone/>
            </a:pPr>
            <a:r>
              <a:rPr lang="en-US" sz="200" dirty="0"/>
              <a:t>              md={4}</a:t>
            </a:r>
          </a:p>
          <a:p>
            <a:pPr marL="0" indent="0">
              <a:buNone/>
            </a:pPr>
            <a:r>
              <a:rPr lang="en-US" sz="200" dirty="0"/>
              <a:t>              lg={3}</a:t>
            </a:r>
          </a:p>
          <a:p>
            <a:pPr marL="0" indent="0">
              <a:buNone/>
            </a:pPr>
            <a:r>
              <a:rPr lang="en-US" sz="200" dirty="0"/>
              <a:t>              </a:t>
            </a:r>
            <a:r>
              <a:rPr lang="en-US" sz="200" dirty="0" err="1"/>
              <a:t>sx</a:t>
            </a:r>
            <a:r>
              <a:rPr lang="en-US" sz="200" dirty="0"/>
              <a:t>={{ display: "flex", </a:t>
            </a:r>
            <a:r>
              <a:rPr lang="en-US" sz="200" dirty="0" err="1"/>
              <a:t>justifyContent</a:t>
            </a:r>
            <a:r>
              <a:rPr lang="en-US" sz="200" dirty="0"/>
              <a:t>: "center" }}</a:t>
            </a:r>
          </a:p>
          <a:p>
            <a:pPr marL="0" indent="0">
              <a:buNone/>
            </a:pPr>
            <a:r>
              <a:rPr lang="en-US" sz="200" dirty="0"/>
              <a:t>            &gt;</a:t>
            </a:r>
          </a:p>
          <a:p>
            <a:pPr marL="0" indent="0">
              <a:buNone/>
            </a:pPr>
            <a:r>
              <a:rPr lang="en-US" sz="200" dirty="0"/>
              <a:t>              &lt;Card </a:t>
            </a:r>
            <a:r>
              <a:rPr lang="en-US" sz="200" dirty="0" err="1"/>
              <a:t>sx</a:t>
            </a:r>
            <a:r>
              <a:rPr lang="en-US" sz="200" dirty="0"/>
              <a:t>={{ width: "100%", </a:t>
            </a:r>
            <a:r>
              <a:rPr lang="en-US" sz="200" dirty="0" err="1"/>
              <a:t>maxWidth</a:t>
            </a:r>
            <a:r>
              <a:rPr lang="en-US" sz="200" dirty="0"/>
              <a:t>: 450, </a:t>
            </a:r>
            <a:r>
              <a:rPr lang="en-US" sz="200" dirty="0" err="1"/>
              <a:t>textAlign</a:t>
            </a:r>
            <a:r>
              <a:rPr lang="en-US" sz="200" dirty="0"/>
              <a:t>: "center" }}&gt;</a:t>
            </a:r>
          </a:p>
          <a:p>
            <a:pPr marL="0" indent="0">
              <a:buNone/>
            </a:pPr>
            <a:r>
              <a:rPr lang="en-US" sz="200" dirty="0"/>
              <a:t>                &lt;</a:t>
            </a:r>
            <a:r>
              <a:rPr lang="en-US" sz="200" dirty="0" err="1"/>
              <a:t>CardMedia</a:t>
            </a:r>
            <a:endParaRPr lang="en-US" sz="200" dirty="0"/>
          </a:p>
          <a:p>
            <a:pPr marL="0" indent="0">
              <a:buNone/>
            </a:pPr>
            <a:r>
              <a:rPr lang="en-US" sz="200" dirty="0"/>
              <a:t>                  component="</a:t>
            </a:r>
            <a:r>
              <a:rPr lang="en-US" sz="200" dirty="0" err="1"/>
              <a:t>img</a:t>
            </a:r>
            <a:r>
              <a:rPr lang="en-US" sz="200" dirty="0"/>
              <a:t>"</a:t>
            </a:r>
          </a:p>
          <a:p>
            <a:pPr marL="0" indent="0">
              <a:buNone/>
            </a:pPr>
            <a:r>
              <a:rPr lang="en-US" sz="200" dirty="0"/>
              <a:t>                  </a:t>
            </a:r>
            <a:r>
              <a:rPr lang="en-US" sz="200" dirty="0" err="1"/>
              <a:t>sx</a:t>
            </a:r>
            <a:r>
              <a:rPr lang="en-US" sz="200" dirty="0"/>
              <a:t>={{</a:t>
            </a:r>
          </a:p>
          <a:p>
            <a:pPr marL="0" indent="0">
              <a:buNone/>
            </a:pPr>
            <a:r>
              <a:rPr lang="en-US" sz="200" dirty="0"/>
              <a:t>                    height: { </a:t>
            </a:r>
            <a:r>
              <a:rPr lang="en-US" sz="200" dirty="0" err="1"/>
              <a:t>xs</a:t>
            </a:r>
            <a:r>
              <a:rPr lang="en-US" sz="200" dirty="0"/>
              <a:t>: 200, </a:t>
            </a:r>
            <a:r>
              <a:rPr lang="en-US" sz="200" dirty="0" err="1"/>
              <a:t>sm</a:t>
            </a:r>
            <a:r>
              <a:rPr lang="en-US" sz="200" dirty="0"/>
              <a:t>: 220, md: 250, lg: 300 },</a:t>
            </a:r>
          </a:p>
          <a:p>
            <a:pPr marL="0" indent="0">
              <a:buNone/>
            </a:pPr>
            <a:r>
              <a:rPr lang="en-US" sz="200" dirty="0"/>
              <a:t>                    </a:t>
            </a:r>
            <a:r>
              <a:rPr lang="en-US" sz="200" dirty="0" err="1"/>
              <a:t>objectFit</a:t>
            </a:r>
            <a:r>
              <a:rPr lang="en-US" sz="200" dirty="0"/>
              <a:t>: "cover",</a:t>
            </a:r>
          </a:p>
          <a:p>
            <a:pPr marL="0" indent="0">
              <a:buNone/>
            </a:pPr>
            <a:r>
              <a:rPr lang="en-US" sz="200" dirty="0"/>
              <a:t>                  }}</a:t>
            </a:r>
          </a:p>
          <a:p>
            <a:pPr marL="0" indent="0">
              <a:buNone/>
            </a:pPr>
            <a:r>
              <a:rPr lang="en-US" sz="200" dirty="0"/>
              <a:t>                  image={</a:t>
            </a:r>
            <a:r>
              <a:rPr lang="en-US" sz="200" dirty="0" err="1"/>
              <a:t>imageUrl</a:t>
            </a:r>
            <a:r>
              <a:rPr lang="en-US" sz="200" dirty="0"/>
              <a:t>}</a:t>
            </a:r>
          </a:p>
          <a:p>
            <a:pPr marL="0" indent="0">
              <a:buNone/>
            </a:pPr>
            <a:r>
              <a:rPr lang="en-US" sz="200" dirty="0"/>
              <a:t>                  alt={product.name}</a:t>
            </a:r>
          </a:p>
          <a:p>
            <a:pPr marL="0" indent="0">
              <a:buNone/>
            </a:pPr>
            <a:r>
              <a:rPr lang="en-US" sz="200" dirty="0"/>
              <a:t>                /&gt;</a:t>
            </a:r>
          </a:p>
          <a:p>
            <a:pPr marL="0" indent="0">
              <a:buNone/>
            </a:pPr>
            <a:r>
              <a:rPr lang="en-US" sz="200" dirty="0"/>
              <a:t>                &lt;</a:t>
            </a:r>
            <a:r>
              <a:rPr lang="en-US" sz="200" dirty="0" err="1"/>
              <a:t>CardContent</a:t>
            </a:r>
            <a:r>
              <a:rPr lang="en-US" sz="200" dirty="0"/>
              <a:t>&gt;</a:t>
            </a:r>
          </a:p>
          <a:p>
            <a:pPr marL="0" indent="0">
              <a:buNone/>
            </a:pPr>
            <a:r>
              <a:rPr lang="en-US" sz="200" dirty="0"/>
              <a:t>                  &lt;Typography</a:t>
            </a:r>
          </a:p>
          <a:p>
            <a:pPr marL="0" indent="0">
              <a:buNone/>
            </a:pPr>
            <a:r>
              <a:rPr lang="en-US" sz="200" dirty="0"/>
              <a:t>                    variant="h6"</a:t>
            </a:r>
          </a:p>
          <a:p>
            <a:pPr marL="0" indent="0">
              <a:buNone/>
            </a:pPr>
            <a:r>
              <a:rPr lang="en-US" sz="200" dirty="0"/>
              <a:t>                    </a:t>
            </a:r>
            <a:r>
              <a:rPr lang="en-US" sz="200" dirty="0" err="1"/>
              <a:t>sx</a:t>
            </a:r>
            <a:r>
              <a:rPr lang="en-US" sz="200" dirty="0"/>
              <a:t>={{ mb: 1, color: </a:t>
            </a:r>
            <a:r>
              <a:rPr lang="en-US" sz="200" dirty="0" err="1"/>
              <a:t>theme.palette.primary.main</a:t>
            </a:r>
            <a:r>
              <a:rPr lang="en-US" sz="200" dirty="0"/>
              <a:t> }}</a:t>
            </a:r>
          </a:p>
          <a:p>
            <a:pPr marL="0" indent="0">
              <a:buNone/>
            </a:pPr>
            <a:r>
              <a:rPr lang="en-US" sz="200" dirty="0"/>
              <a:t>                  &gt;</a:t>
            </a:r>
          </a:p>
          <a:p>
            <a:pPr marL="0" indent="0">
              <a:buNone/>
            </a:pPr>
            <a:r>
              <a:rPr lang="en-US" sz="200" dirty="0"/>
              <a:t>                    {product.name}</a:t>
            </a:r>
          </a:p>
          <a:p>
            <a:pPr marL="0" indent="0">
              <a:buNone/>
            </a:pPr>
            <a:r>
              <a:rPr lang="en-US" sz="200" dirty="0"/>
              <a:t>                  &lt;/Typography&gt;</a:t>
            </a:r>
          </a:p>
          <a:p>
            <a:pPr marL="0" indent="0">
              <a:buNone/>
            </a:pPr>
            <a:r>
              <a:rPr lang="en-US" sz="200" dirty="0"/>
              <a:t>                  &lt;Typography</a:t>
            </a:r>
          </a:p>
          <a:p>
            <a:pPr marL="0" indent="0">
              <a:buNone/>
            </a:pPr>
            <a:r>
              <a:rPr lang="en-US" sz="200" dirty="0"/>
              <a:t>                    variant="body2"</a:t>
            </a:r>
          </a:p>
          <a:p>
            <a:pPr marL="0" indent="0">
              <a:buNone/>
            </a:pPr>
            <a:r>
              <a:rPr lang="en-US" sz="200" dirty="0"/>
              <a:t>                    </a:t>
            </a:r>
            <a:r>
              <a:rPr lang="en-US" sz="200" dirty="0" err="1"/>
              <a:t>sx</a:t>
            </a:r>
            <a:r>
              <a:rPr lang="en-US" sz="200" dirty="0"/>
              <a:t>={{ mb: 1, color: </a:t>
            </a:r>
            <a:r>
              <a:rPr lang="en-US" sz="200" dirty="0" err="1"/>
              <a:t>theme.palette.text.secondary</a:t>
            </a:r>
            <a:r>
              <a:rPr lang="en-US" sz="200" dirty="0"/>
              <a:t> }}</a:t>
            </a:r>
          </a:p>
          <a:p>
            <a:pPr marL="0" indent="0">
              <a:buNone/>
            </a:pPr>
            <a:r>
              <a:rPr lang="en-US" sz="200" dirty="0"/>
              <a:t>                  &gt;</a:t>
            </a:r>
          </a:p>
          <a:p>
            <a:pPr marL="0" indent="0">
              <a:buNone/>
            </a:pPr>
            <a:r>
              <a:rPr lang="en-US" sz="200" dirty="0"/>
              <a:t>                    {</a:t>
            </a:r>
            <a:r>
              <a:rPr lang="en-US" sz="200" dirty="0" err="1"/>
              <a:t>product.description</a:t>
            </a:r>
            <a:r>
              <a:rPr lang="en-US" sz="200" dirty="0"/>
              <a:t>}</a:t>
            </a:r>
          </a:p>
          <a:p>
            <a:pPr marL="0" indent="0">
              <a:buNone/>
            </a:pPr>
            <a:r>
              <a:rPr lang="en-US" sz="200" dirty="0"/>
              <a:t>                  &lt;/Typography&gt;</a:t>
            </a:r>
          </a:p>
          <a:p>
            <a:pPr marL="0" indent="0">
              <a:buNone/>
            </a:pPr>
            <a:r>
              <a:rPr lang="en-US" sz="200" dirty="0"/>
              <a:t>                  &lt;Typography variant="subtitle1" </a:t>
            </a:r>
            <a:r>
              <a:rPr lang="en-US" sz="200" dirty="0" err="1"/>
              <a:t>sx</a:t>
            </a:r>
            <a:r>
              <a:rPr lang="en-US" sz="200" dirty="0"/>
              <a:t>={{ mb: 1 }}&gt;</a:t>
            </a:r>
          </a:p>
          <a:p>
            <a:pPr marL="0" indent="0">
              <a:buNone/>
            </a:pPr>
            <a:r>
              <a:rPr lang="en-US" sz="200" dirty="0"/>
              <a:t>                    Price: ${</a:t>
            </a:r>
            <a:r>
              <a:rPr lang="en-US" sz="200" dirty="0" err="1"/>
              <a:t>product.price</a:t>
            </a:r>
            <a:r>
              <a:rPr lang="en-US" sz="200" dirty="0"/>
              <a:t>}</a:t>
            </a:r>
          </a:p>
          <a:p>
            <a:pPr marL="0" indent="0">
              <a:buNone/>
            </a:pPr>
            <a:r>
              <a:rPr lang="en-US" sz="200" dirty="0"/>
              <a:t>                  &lt;/Typography&gt;</a:t>
            </a:r>
          </a:p>
          <a:p>
            <a:pPr marL="0" indent="0">
              <a:buNone/>
            </a:pPr>
            <a:r>
              <a:rPr lang="en-US" sz="200" dirty="0"/>
              <a:t>                  &lt;Typography variant="subtitle2" </a:t>
            </a:r>
            <a:r>
              <a:rPr lang="en-US" sz="200" dirty="0" err="1"/>
              <a:t>sx</a:t>
            </a:r>
            <a:r>
              <a:rPr lang="en-US" sz="200" dirty="0"/>
              <a:t>={{ mb: 2 }}&gt;</a:t>
            </a:r>
          </a:p>
          <a:p>
            <a:pPr marL="0" indent="0">
              <a:buNone/>
            </a:pPr>
            <a:r>
              <a:rPr lang="en-US" sz="200" dirty="0"/>
              <a:t>                    Quantity: {</a:t>
            </a:r>
            <a:r>
              <a:rPr lang="en-US" sz="200" dirty="0" err="1"/>
              <a:t>product.quantity</a:t>
            </a:r>
            <a:r>
              <a:rPr lang="en-US" sz="200" dirty="0"/>
              <a:t>}</a:t>
            </a:r>
          </a:p>
          <a:p>
            <a:pPr marL="0" indent="0">
              <a:buNone/>
            </a:pPr>
            <a:r>
              <a:rPr lang="en-US" sz="200" dirty="0"/>
              <a:t>                  &lt;/Typography&gt;</a:t>
            </a:r>
          </a:p>
          <a:p>
            <a:pPr marL="0" indent="0">
              <a:buNone/>
            </a:pPr>
            <a:r>
              <a:rPr lang="en-US" sz="200" dirty="0"/>
              <a:t>                &lt;/</a:t>
            </a:r>
            <a:r>
              <a:rPr lang="en-US" sz="200" dirty="0" err="1"/>
              <a:t>CardContent</a:t>
            </a:r>
            <a:r>
              <a:rPr lang="en-US" sz="200" dirty="0"/>
              <a:t>&gt;</a:t>
            </a:r>
          </a:p>
          <a:p>
            <a:pPr marL="0" indent="0">
              <a:buNone/>
            </a:pPr>
            <a:r>
              <a:rPr lang="en-US" sz="200" dirty="0"/>
              <a:t>                            &lt;/Card&gt;</a:t>
            </a:r>
          </a:p>
          <a:p>
            <a:pPr marL="0" indent="0">
              <a:buNone/>
            </a:pPr>
            <a:r>
              <a:rPr lang="en-US" sz="200" dirty="0"/>
              <a:t>            &lt;/Grid&gt;</a:t>
            </a:r>
          </a:p>
          <a:p>
            <a:pPr marL="0" indent="0">
              <a:buNone/>
            </a:pPr>
            <a:r>
              <a:rPr lang="en-US" sz="200" dirty="0"/>
              <a:t>          );</a:t>
            </a:r>
          </a:p>
          <a:p>
            <a:pPr marL="0" indent="0">
              <a:buNone/>
            </a:pPr>
            <a:r>
              <a:rPr lang="en-US" sz="200" dirty="0"/>
              <a:t>        })}</a:t>
            </a:r>
          </a:p>
          <a:p>
            <a:pPr marL="0" indent="0">
              <a:buNone/>
            </a:pPr>
            <a:r>
              <a:rPr lang="en-US" sz="200" dirty="0"/>
              <a:t>      &lt;/Grid&gt;</a:t>
            </a:r>
          </a:p>
          <a:p>
            <a:pPr marL="0" indent="0">
              <a:buNone/>
            </a:pPr>
            <a:r>
              <a:rPr lang="en-US" sz="200" dirty="0"/>
              <a:t>    &lt;/Box&gt;</a:t>
            </a:r>
          </a:p>
          <a:p>
            <a:pPr marL="0" indent="0">
              <a:buNone/>
            </a:pPr>
            <a:r>
              <a:rPr lang="en-US" sz="200" dirty="0"/>
              <a:t>  );</a:t>
            </a:r>
          </a:p>
          <a:p>
            <a:pPr marL="0" indent="0">
              <a:buNone/>
            </a:pPr>
            <a:r>
              <a:rPr lang="en-US" sz="200" dirty="0"/>
              <a:t>}</a:t>
            </a:r>
          </a:p>
          <a:p>
            <a:pPr marL="0" indent="0">
              <a:buNone/>
            </a:pPr>
            <a:endParaRPr lang="en-US" sz="200" dirty="0"/>
          </a:p>
        </p:txBody>
      </p:sp>
      <p:sp>
        <p:nvSpPr>
          <p:cNvPr id="4" name="Date Placeholder 3">
            <a:extLst>
              <a:ext uri="{FF2B5EF4-FFF2-40B4-BE49-F238E27FC236}">
                <a16:creationId xmlns:a16="http://schemas.microsoft.com/office/drawing/2014/main" id="{B4AD5A07-A08C-28F5-F719-7F76EB2B552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75E5F27-42BC-466A-D317-54EE3835780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AD90775-CF41-8025-BBAF-8F04CF2562A2}"/>
              </a:ext>
            </a:extLst>
          </p:cNvPr>
          <p:cNvSpPr>
            <a:spLocks noGrp="1"/>
          </p:cNvSpPr>
          <p:nvPr>
            <p:ph type="sldNum" sz="quarter" idx="12"/>
          </p:nvPr>
        </p:nvSpPr>
        <p:spPr/>
        <p:txBody>
          <a:bodyPr/>
          <a:lstStyle/>
          <a:p>
            <a:fld id="{7C5CF243-786F-4254-B068-4C9F0B6EA12F}" type="slidenum">
              <a:rPr lang="en-US" altLang="en-US" smtClean="0"/>
              <a:pPr/>
              <a:t>106</a:t>
            </a:fld>
            <a:endParaRPr lang="en-US" altLang="en-US"/>
          </a:p>
        </p:txBody>
      </p:sp>
    </p:spTree>
    <p:extLst>
      <p:ext uri="{BB962C8B-B14F-4D97-AF65-F5344CB8AC3E}">
        <p14:creationId xmlns:p14="http://schemas.microsoft.com/office/powerpoint/2010/main" val="6936827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0E70D-C7E8-E053-F6FA-6FFA94A75F48}"/>
              </a:ext>
            </a:extLst>
          </p:cNvPr>
          <p:cNvSpPr>
            <a:spLocks noGrp="1"/>
          </p:cNvSpPr>
          <p:nvPr>
            <p:ph type="title"/>
          </p:nvPr>
        </p:nvSpPr>
        <p:spPr/>
        <p:txBody>
          <a:bodyPr/>
          <a:lstStyle/>
          <a:p>
            <a:r>
              <a:rPr lang="en-US" dirty="0"/>
              <a:t>Update the </a:t>
            </a:r>
            <a:r>
              <a:rPr lang="en-US" dirty="0" err="1"/>
              <a:t>MainRouter</a:t>
            </a:r>
            <a:endParaRPr lang="en-US" dirty="0"/>
          </a:p>
        </p:txBody>
      </p:sp>
      <p:sp>
        <p:nvSpPr>
          <p:cNvPr id="3" name="Content Placeholder 2">
            <a:extLst>
              <a:ext uri="{FF2B5EF4-FFF2-40B4-BE49-F238E27FC236}">
                <a16:creationId xmlns:a16="http://schemas.microsoft.com/office/drawing/2014/main" id="{48B96D0D-AE29-3588-C11B-E8EBDE13020A}"/>
              </a:ext>
            </a:extLst>
          </p:cNvPr>
          <p:cNvSpPr>
            <a:spLocks noGrp="1"/>
          </p:cNvSpPr>
          <p:nvPr>
            <p:ph idx="1"/>
          </p:nvPr>
        </p:nvSpPr>
        <p:spPr/>
        <p:txBody>
          <a:bodyPr/>
          <a:lstStyle/>
          <a:p>
            <a:pPr marL="0" indent="0">
              <a:buNone/>
            </a:pPr>
            <a:r>
              <a:rPr lang="en-US" sz="330" dirty="0"/>
              <a:t>import React from "react";</a:t>
            </a:r>
          </a:p>
          <a:p>
            <a:pPr marL="0" indent="0">
              <a:buNone/>
            </a:pPr>
            <a:r>
              <a:rPr lang="en-US" sz="330" dirty="0"/>
              <a:t>import { Route, Routes } from "react-router-</a:t>
            </a:r>
            <a:r>
              <a:rPr lang="en-US" sz="330" dirty="0" err="1"/>
              <a:t>dom</a:t>
            </a:r>
            <a:r>
              <a:rPr lang="en-US" sz="330" dirty="0"/>
              <a:t>";</a:t>
            </a:r>
          </a:p>
          <a:p>
            <a:pPr marL="0" indent="0">
              <a:buNone/>
            </a:pPr>
            <a:r>
              <a:rPr lang="en-US" sz="330" dirty="0"/>
              <a:t> </a:t>
            </a:r>
          </a:p>
          <a:p>
            <a:pPr marL="0" indent="0">
              <a:buNone/>
            </a:pPr>
            <a:r>
              <a:rPr lang="en-US" sz="330" dirty="0"/>
              <a:t>import Home from "./core/Home";</a:t>
            </a:r>
          </a:p>
          <a:p>
            <a:pPr marL="0" indent="0">
              <a:buNone/>
            </a:pPr>
            <a:r>
              <a:rPr lang="en-US" sz="330" dirty="0"/>
              <a:t>import Users from "./user/</a:t>
            </a:r>
            <a:r>
              <a:rPr lang="en-US" sz="330" dirty="0" err="1"/>
              <a:t>Users.jsx</a:t>
            </a:r>
            <a:r>
              <a:rPr lang="en-US" sz="330" dirty="0"/>
              <a:t>";</a:t>
            </a:r>
          </a:p>
          <a:p>
            <a:pPr marL="0" indent="0">
              <a:buNone/>
            </a:pPr>
            <a:r>
              <a:rPr lang="en-US" sz="330" dirty="0"/>
              <a:t>import Signup from "./user/</a:t>
            </a:r>
            <a:r>
              <a:rPr lang="en-US" sz="330" dirty="0" err="1"/>
              <a:t>Signup.jsx</a:t>
            </a:r>
            <a:r>
              <a:rPr lang="en-US" sz="330" dirty="0"/>
              <a:t>";</a:t>
            </a:r>
          </a:p>
          <a:p>
            <a:pPr marL="0" indent="0">
              <a:buNone/>
            </a:pPr>
            <a:r>
              <a:rPr lang="en-US" sz="330" dirty="0"/>
              <a:t>import </a:t>
            </a:r>
            <a:r>
              <a:rPr lang="en-US" sz="330" dirty="0" err="1"/>
              <a:t>Signin</a:t>
            </a:r>
            <a:r>
              <a:rPr lang="en-US" sz="330" dirty="0"/>
              <a:t> from './lib/</a:t>
            </a:r>
            <a:r>
              <a:rPr lang="en-US" sz="330" dirty="0" err="1"/>
              <a:t>Signin.jsx</a:t>
            </a:r>
            <a:r>
              <a:rPr lang="en-US" sz="330" dirty="0"/>
              <a:t>'</a:t>
            </a:r>
          </a:p>
          <a:p>
            <a:pPr marL="0" indent="0">
              <a:buNone/>
            </a:pPr>
            <a:r>
              <a:rPr lang="en-US" sz="330" dirty="0"/>
              <a:t>import Profile from "./user/</a:t>
            </a:r>
            <a:r>
              <a:rPr lang="en-US" sz="330" dirty="0" err="1"/>
              <a:t>Profile.jsx</a:t>
            </a:r>
            <a:r>
              <a:rPr lang="en-US" sz="330" dirty="0"/>
              <a:t>";</a:t>
            </a:r>
          </a:p>
          <a:p>
            <a:pPr marL="0" indent="0">
              <a:buNone/>
            </a:pPr>
            <a:r>
              <a:rPr lang="en-US" sz="330" dirty="0"/>
              <a:t>import </a:t>
            </a:r>
            <a:r>
              <a:rPr lang="en-US" sz="330" dirty="0" err="1"/>
              <a:t>PrivateRoute</a:t>
            </a:r>
            <a:r>
              <a:rPr lang="en-US" sz="330" dirty="0"/>
              <a:t> from "./lib/</a:t>
            </a:r>
            <a:r>
              <a:rPr lang="en-US" sz="330" dirty="0" err="1"/>
              <a:t>PrivateRoute.jsx</a:t>
            </a:r>
            <a:r>
              <a:rPr lang="en-US" sz="330" dirty="0"/>
              <a:t>";</a:t>
            </a:r>
          </a:p>
          <a:p>
            <a:pPr marL="0" indent="0">
              <a:buNone/>
            </a:pPr>
            <a:r>
              <a:rPr lang="en-US" sz="330" dirty="0"/>
              <a:t>import </a:t>
            </a:r>
            <a:r>
              <a:rPr lang="en-US" sz="330" dirty="0" err="1"/>
              <a:t>EditProfile</a:t>
            </a:r>
            <a:r>
              <a:rPr lang="en-US" sz="330" dirty="0"/>
              <a:t> from "./user/</a:t>
            </a:r>
            <a:r>
              <a:rPr lang="en-US" sz="330" dirty="0" err="1"/>
              <a:t>EditProfile.jsx</a:t>
            </a:r>
            <a:r>
              <a:rPr lang="en-US" sz="330" dirty="0"/>
              <a:t>";</a:t>
            </a:r>
          </a:p>
          <a:p>
            <a:pPr marL="0" indent="0">
              <a:buNone/>
            </a:pPr>
            <a:r>
              <a:rPr lang="en-US" sz="330" dirty="0"/>
              <a:t>import Shops from "./shop/Shops";</a:t>
            </a:r>
          </a:p>
          <a:p>
            <a:pPr marL="0" indent="0">
              <a:buNone/>
            </a:pPr>
            <a:r>
              <a:rPr lang="en-US" sz="330" dirty="0"/>
              <a:t>import </a:t>
            </a:r>
            <a:r>
              <a:rPr lang="en-US" sz="330" dirty="0" err="1"/>
              <a:t>MyShops</a:t>
            </a:r>
            <a:r>
              <a:rPr lang="en-US" sz="330" dirty="0"/>
              <a:t> from "./shop/</a:t>
            </a:r>
            <a:r>
              <a:rPr lang="en-US" sz="330" dirty="0" err="1"/>
              <a:t>MyShops</a:t>
            </a:r>
            <a:r>
              <a:rPr lang="en-US" sz="330" dirty="0"/>
              <a:t>";</a:t>
            </a:r>
          </a:p>
          <a:p>
            <a:pPr marL="0" indent="0">
              <a:buNone/>
            </a:pPr>
            <a:r>
              <a:rPr lang="en-US" sz="330" dirty="0"/>
              <a:t>import </a:t>
            </a:r>
            <a:r>
              <a:rPr lang="en-US" sz="330" dirty="0" err="1"/>
              <a:t>NewShop</a:t>
            </a:r>
            <a:r>
              <a:rPr lang="en-US" sz="330" dirty="0"/>
              <a:t> from "./shop/</a:t>
            </a:r>
            <a:r>
              <a:rPr lang="en-US" sz="330" dirty="0" err="1"/>
              <a:t>NewShop</a:t>
            </a:r>
            <a:r>
              <a:rPr lang="en-US" sz="330" dirty="0"/>
              <a:t>";</a:t>
            </a:r>
          </a:p>
          <a:p>
            <a:pPr marL="0" indent="0">
              <a:buNone/>
            </a:pPr>
            <a:r>
              <a:rPr lang="en-US" sz="330" dirty="0"/>
              <a:t>import </a:t>
            </a:r>
            <a:r>
              <a:rPr lang="en-US" sz="330" dirty="0" err="1"/>
              <a:t>EditShop</a:t>
            </a:r>
            <a:r>
              <a:rPr lang="en-US" sz="330" dirty="0"/>
              <a:t> from "./shop/</a:t>
            </a:r>
            <a:r>
              <a:rPr lang="en-US" sz="330" dirty="0" err="1"/>
              <a:t>EditShop</a:t>
            </a:r>
            <a:r>
              <a:rPr lang="en-US" sz="330" dirty="0"/>
              <a:t>";</a:t>
            </a:r>
          </a:p>
          <a:p>
            <a:pPr marL="0" indent="0">
              <a:buNone/>
            </a:pPr>
            <a:r>
              <a:rPr lang="en-US" sz="330" dirty="0"/>
              <a:t>import </a:t>
            </a:r>
            <a:r>
              <a:rPr lang="en-US" sz="330" dirty="0" err="1"/>
              <a:t>MyProducts</a:t>
            </a:r>
            <a:r>
              <a:rPr lang="en-US" sz="330" dirty="0"/>
              <a:t> from "./product/</a:t>
            </a:r>
            <a:r>
              <a:rPr lang="en-US" sz="330" dirty="0" err="1"/>
              <a:t>MyProducts</a:t>
            </a:r>
            <a:r>
              <a:rPr lang="en-US" sz="330" dirty="0"/>
              <a:t>";</a:t>
            </a:r>
          </a:p>
          <a:p>
            <a:pPr marL="0" indent="0">
              <a:buNone/>
            </a:pPr>
            <a:r>
              <a:rPr lang="en-US" sz="330" dirty="0"/>
              <a:t>import </a:t>
            </a:r>
            <a:r>
              <a:rPr lang="en-US" sz="330" dirty="0" err="1"/>
              <a:t>NewProduct</a:t>
            </a:r>
            <a:r>
              <a:rPr lang="en-US" sz="330" dirty="0"/>
              <a:t> from "./product/</a:t>
            </a:r>
            <a:r>
              <a:rPr lang="en-US" sz="330" dirty="0" err="1"/>
              <a:t>NewProduct</a:t>
            </a:r>
            <a:r>
              <a:rPr lang="en-US" sz="330" dirty="0"/>
              <a:t>";</a:t>
            </a:r>
          </a:p>
          <a:p>
            <a:pPr marL="0" indent="0">
              <a:buNone/>
            </a:pPr>
            <a:r>
              <a:rPr lang="en-US" sz="330" dirty="0"/>
              <a:t>import </a:t>
            </a:r>
            <a:r>
              <a:rPr lang="en-US" sz="330" dirty="0" err="1"/>
              <a:t>EditProduct</a:t>
            </a:r>
            <a:r>
              <a:rPr lang="en-US" sz="330" dirty="0"/>
              <a:t> from "./product/</a:t>
            </a:r>
            <a:r>
              <a:rPr lang="en-US" sz="330" dirty="0" err="1"/>
              <a:t>EditProduct</a:t>
            </a:r>
            <a:r>
              <a:rPr lang="en-US" sz="330" dirty="0"/>
              <a:t>";</a:t>
            </a:r>
          </a:p>
          <a:p>
            <a:pPr marL="0" indent="0">
              <a:buNone/>
            </a:pPr>
            <a:r>
              <a:rPr lang="en-US" sz="330" dirty="0">
                <a:highlight>
                  <a:srgbClr val="FFFF00"/>
                </a:highlight>
              </a:rPr>
              <a:t>import </a:t>
            </a:r>
            <a:r>
              <a:rPr lang="en-US" sz="330" dirty="0" err="1">
                <a:highlight>
                  <a:srgbClr val="FFFF00"/>
                </a:highlight>
              </a:rPr>
              <a:t>ShopProduct</a:t>
            </a:r>
            <a:r>
              <a:rPr lang="en-US" sz="330" dirty="0">
                <a:highlight>
                  <a:srgbClr val="FFFF00"/>
                </a:highlight>
              </a:rPr>
              <a:t> from "./shop/</a:t>
            </a:r>
            <a:r>
              <a:rPr lang="en-US" sz="330" dirty="0" err="1">
                <a:highlight>
                  <a:srgbClr val="FFFF00"/>
                </a:highlight>
              </a:rPr>
              <a:t>ShopProduct</a:t>
            </a:r>
            <a:r>
              <a:rPr lang="en-US" sz="330" dirty="0">
                <a:highlight>
                  <a:srgbClr val="FFFF00"/>
                </a:highlight>
              </a:rPr>
              <a:t>";</a:t>
            </a:r>
          </a:p>
          <a:p>
            <a:pPr marL="0" indent="0">
              <a:buNone/>
            </a:pPr>
            <a:r>
              <a:rPr lang="en-US" sz="330" dirty="0"/>
              <a:t>import Menu from "./core/Menu";</a:t>
            </a:r>
          </a:p>
          <a:p>
            <a:pPr marL="0" indent="0">
              <a:buNone/>
            </a:pPr>
            <a:r>
              <a:rPr lang="en-US" sz="330" dirty="0"/>
              <a:t>function </a:t>
            </a:r>
            <a:r>
              <a:rPr lang="en-US" sz="330" dirty="0" err="1"/>
              <a:t>MainRouter</a:t>
            </a:r>
            <a:r>
              <a:rPr lang="en-US" sz="330" dirty="0"/>
              <a:t>() {</a:t>
            </a:r>
          </a:p>
          <a:p>
            <a:pPr marL="0" indent="0">
              <a:buNone/>
            </a:pPr>
            <a:r>
              <a:rPr lang="en-US" sz="330" dirty="0"/>
              <a:t>  return (</a:t>
            </a:r>
          </a:p>
          <a:p>
            <a:pPr marL="0" indent="0">
              <a:buNone/>
            </a:pPr>
            <a:r>
              <a:rPr lang="en-US" sz="330" dirty="0"/>
              <a:t>    &lt;div&gt;</a:t>
            </a:r>
          </a:p>
          <a:p>
            <a:pPr marL="0" indent="0">
              <a:buNone/>
            </a:pPr>
            <a:r>
              <a:rPr lang="en-US" sz="330" dirty="0"/>
              <a:t>      &lt;Menu /&gt;</a:t>
            </a:r>
          </a:p>
          <a:p>
            <a:pPr marL="0" indent="0">
              <a:buNone/>
            </a:pPr>
            <a:r>
              <a:rPr lang="en-US" sz="330" dirty="0"/>
              <a:t>      &lt;Routes&gt;</a:t>
            </a:r>
          </a:p>
          <a:p>
            <a:pPr marL="0" indent="0">
              <a:buNone/>
            </a:pPr>
            <a:r>
              <a:rPr lang="en-US" sz="330" dirty="0"/>
              <a:t>        &lt;Route path="/" element={&lt;Home /&gt;} /&gt;</a:t>
            </a:r>
          </a:p>
          <a:p>
            <a:pPr marL="0" indent="0">
              <a:buNone/>
            </a:pPr>
            <a:r>
              <a:rPr lang="en-US" sz="330" dirty="0"/>
              <a:t>        &lt;Route path="/users" element={&lt;Users /&gt;} /&gt;</a:t>
            </a:r>
          </a:p>
          <a:p>
            <a:pPr marL="0" indent="0">
              <a:buNone/>
            </a:pPr>
            <a:r>
              <a:rPr lang="en-US" sz="330" dirty="0"/>
              <a:t>        &lt;Route path="/shops/all" element={&lt;Shops /&gt;} /&gt;</a:t>
            </a:r>
          </a:p>
          <a:p>
            <a:pPr marL="0" indent="0">
              <a:buNone/>
            </a:pPr>
            <a:r>
              <a:rPr lang="en-US" sz="330" dirty="0"/>
              <a:t>        </a:t>
            </a:r>
            <a:r>
              <a:rPr lang="en-US" sz="330" dirty="0">
                <a:highlight>
                  <a:srgbClr val="FFFF00"/>
                </a:highlight>
              </a:rPr>
              <a:t>&lt;Route path="/shops/:</a:t>
            </a:r>
            <a:r>
              <a:rPr lang="en-US" sz="330" dirty="0" err="1">
                <a:highlight>
                  <a:srgbClr val="FFFF00"/>
                </a:highlight>
              </a:rPr>
              <a:t>shopId</a:t>
            </a:r>
            <a:r>
              <a:rPr lang="en-US" sz="330" dirty="0">
                <a:highlight>
                  <a:srgbClr val="FFFF00"/>
                </a:highlight>
              </a:rPr>
              <a:t>" element={&lt;</a:t>
            </a:r>
            <a:r>
              <a:rPr lang="en-US" sz="330" dirty="0" err="1">
                <a:highlight>
                  <a:srgbClr val="FFFF00"/>
                </a:highlight>
              </a:rPr>
              <a:t>ShopProduct</a:t>
            </a:r>
            <a:r>
              <a:rPr lang="en-US" sz="330" dirty="0">
                <a:highlight>
                  <a:srgbClr val="FFFF00"/>
                </a:highlight>
              </a:rPr>
              <a:t> /&gt;} /&gt;</a:t>
            </a:r>
          </a:p>
          <a:p>
            <a:pPr marL="0" indent="0">
              <a:buNone/>
            </a:pPr>
            <a:r>
              <a:rPr lang="en-US" dirty="0"/>
              <a:t> </a:t>
            </a:r>
            <a:r>
              <a:rPr lang="en-US" sz="330" dirty="0"/>
              <a:t>&lt;Route path="/shops/:</a:t>
            </a:r>
            <a:r>
              <a:rPr lang="en-US" sz="330" dirty="0" err="1"/>
              <a:t>shopId</a:t>
            </a:r>
            <a:r>
              <a:rPr lang="en-US" sz="330" dirty="0"/>
              <a:t>" element={&lt;</a:t>
            </a:r>
            <a:r>
              <a:rPr lang="en-US" sz="330" dirty="0" err="1"/>
              <a:t>ShopProduct</a:t>
            </a:r>
            <a:r>
              <a:rPr lang="en-US" sz="330" dirty="0"/>
              <a:t> /&gt;}&gt;</a:t>
            </a:r>
          </a:p>
          <a:p>
            <a:pPr marL="0" indent="0">
              <a:buNone/>
            </a:pPr>
            <a:endParaRPr lang="en-US" sz="330" dirty="0">
              <a:highlight>
                <a:srgbClr val="FFFF00"/>
              </a:highlight>
            </a:endParaRPr>
          </a:p>
          <a:p>
            <a:pPr marL="0" indent="0">
              <a:buNone/>
            </a:pPr>
            <a:r>
              <a:rPr lang="en-US" sz="330" dirty="0"/>
              <a:t>        &lt;Route path="/signup" element={&lt;Signup /&gt;} /&gt;</a:t>
            </a:r>
          </a:p>
          <a:p>
            <a:pPr marL="0" indent="0">
              <a:buNone/>
            </a:pPr>
            <a:r>
              <a:rPr lang="en-US" sz="330" dirty="0"/>
              <a:t>        &lt;Route path="/</a:t>
            </a:r>
            <a:r>
              <a:rPr lang="en-US" sz="330" dirty="0" err="1"/>
              <a:t>signin</a:t>
            </a:r>
            <a:r>
              <a:rPr lang="en-US" sz="330" dirty="0"/>
              <a:t>" element={&lt;</a:t>
            </a:r>
            <a:r>
              <a:rPr lang="en-US" sz="330" dirty="0" err="1"/>
              <a:t>Signin</a:t>
            </a:r>
            <a:r>
              <a:rPr lang="en-US" sz="330" dirty="0"/>
              <a:t> /&gt;} /&gt;</a:t>
            </a:r>
          </a:p>
          <a:p>
            <a:pPr marL="0" indent="0">
              <a:buNone/>
            </a:pPr>
            <a:r>
              <a:rPr lang="en-US" sz="330" dirty="0"/>
              <a:t>        &lt;Route</a:t>
            </a:r>
          </a:p>
          <a:p>
            <a:pPr marL="0" indent="0">
              <a:buNone/>
            </a:pPr>
            <a:r>
              <a:rPr lang="en-US" sz="330" dirty="0"/>
              <a:t>          path="/user/edit/:</a:t>
            </a:r>
            <a:r>
              <a:rPr lang="en-US" sz="330" dirty="0" err="1"/>
              <a:t>userId</a:t>
            </a:r>
            <a:r>
              <a:rPr lang="en-US" sz="330" dirty="0"/>
              <a:t>"</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EditProfile</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/&gt;</a:t>
            </a:r>
          </a:p>
          <a:p>
            <a:pPr marL="0" indent="0">
              <a:buNone/>
            </a:pPr>
            <a:r>
              <a:rPr lang="en-US" sz="330" dirty="0"/>
              <a:t>        &lt;Route path="/user/:</a:t>
            </a:r>
            <a:r>
              <a:rPr lang="en-US" sz="330" dirty="0" err="1"/>
              <a:t>userId</a:t>
            </a:r>
            <a:r>
              <a:rPr lang="en-US" sz="330" dirty="0"/>
              <a:t>" element={&lt;Profile /&gt;} /&gt;</a:t>
            </a:r>
          </a:p>
          <a:p>
            <a:pPr marL="0" indent="0">
              <a:buNone/>
            </a:pPr>
            <a:r>
              <a:rPr lang="en-US" sz="330" dirty="0"/>
              <a:t>        &lt;Route</a:t>
            </a:r>
          </a:p>
          <a:p>
            <a:pPr marL="0" indent="0">
              <a:buNone/>
            </a:pPr>
            <a:r>
              <a:rPr lang="en-US" sz="330" dirty="0"/>
              <a:t>          path="/seller/shops"</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MyShops</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/&gt;</a:t>
            </a:r>
          </a:p>
          <a:p>
            <a:pPr marL="0" indent="0">
              <a:buNone/>
            </a:pPr>
            <a:r>
              <a:rPr lang="en-US" sz="330" dirty="0"/>
              <a:t>        &lt;Route</a:t>
            </a:r>
          </a:p>
          <a:p>
            <a:pPr marL="0" indent="0">
              <a:buNone/>
            </a:pPr>
            <a:r>
              <a:rPr lang="en-US" sz="330" dirty="0"/>
              <a:t>          path="/seller/shop/new"</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NewShop</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/&gt;</a:t>
            </a:r>
          </a:p>
          <a:p>
            <a:pPr marL="0" indent="0">
              <a:buNone/>
            </a:pPr>
            <a:r>
              <a:rPr lang="en-US" sz="330" dirty="0"/>
              <a:t>        &lt;Route</a:t>
            </a:r>
          </a:p>
          <a:p>
            <a:pPr marL="0" indent="0">
              <a:buNone/>
            </a:pPr>
            <a:r>
              <a:rPr lang="en-US" sz="330" dirty="0"/>
              <a:t>          path="/seller/shop/edit/:</a:t>
            </a:r>
            <a:r>
              <a:rPr lang="en-US" sz="330" dirty="0" err="1"/>
              <a:t>shopId</a:t>
            </a:r>
            <a:r>
              <a:rPr lang="en-US" sz="330" dirty="0"/>
              <a:t>"</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EditShop</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/&gt;</a:t>
            </a:r>
          </a:p>
          <a:p>
            <a:pPr marL="0" indent="0">
              <a:buNone/>
            </a:pPr>
            <a:r>
              <a:rPr lang="en-US" sz="330" dirty="0"/>
              <a:t>        &lt;Route</a:t>
            </a:r>
          </a:p>
          <a:p>
            <a:pPr marL="0" indent="0">
              <a:buNone/>
            </a:pPr>
            <a:r>
              <a:rPr lang="en-US" sz="330" dirty="0"/>
              <a:t>          path="/seller/:</a:t>
            </a:r>
            <a:r>
              <a:rPr lang="en-US" sz="330" dirty="0" err="1"/>
              <a:t>shopId</a:t>
            </a:r>
            <a:r>
              <a:rPr lang="en-US" sz="330" dirty="0"/>
              <a:t>/products/new"</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NewProduct</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component={</a:t>
            </a:r>
            <a:r>
              <a:rPr lang="en-US" sz="330" dirty="0" err="1"/>
              <a:t>NewProduct</a:t>
            </a:r>
            <a:r>
              <a:rPr lang="en-US" sz="330" dirty="0"/>
              <a:t>}</a:t>
            </a:r>
          </a:p>
          <a:p>
            <a:pPr marL="0" indent="0">
              <a:buNone/>
            </a:pPr>
            <a:r>
              <a:rPr lang="en-US" sz="330" dirty="0"/>
              <a:t>        /&gt;</a:t>
            </a:r>
          </a:p>
          <a:p>
            <a:pPr marL="0" indent="0">
              <a:buNone/>
            </a:pPr>
            <a:r>
              <a:rPr lang="en-US" sz="330" dirty="0"/>
              <a:t>        &lt;Route</a:t>
            </a:r>
          </a:p>
          <a:p>
            <a:pPr marL="0" indent="0">
              <a:buNone/>
            </a:pPr>
            <a:r>
              <a:rPr lang="en-US" sz="330" dirty="0"/>
              <a:t>          path="/seller/:</a:t>
            </a:r>
            <a:r>
              <a:rPr lang="en-US" sz="330" dirty="0" err="1"/>
              <a:t>shopId</a:t>
            </a:r>
            <a:r>
              <a:rPr lang="en-US" sz="330" dirty="0"/>
              <a:t>/:</a:t>
            </a:r>
            <a:r>
              <a:rPr lang="en-US" sz="330" dirty="0" err="1"/>
              <a:t>productId</a:t>
            </a:r>
            <a:r>
              <a:rPr lang="en-US" sz="330" dirty="0"/>
              <a:t>/edit"</a:t>
            </a:r>
          </a:p>
          <a:p>
            <a:pPr marL="0" indent="0">
              <a:buNone/>
            </a:pPr>
            <a:r>
              <a:rPr lang="en-US" sz="330" dirty="0"/>
              <a:t>          element={</a:t>
            </a:r>
          </a:p>
          <a:p>
            <a:pPr marL="0" indent="0">
              <a:buNone/>
            </a:pPr>
            <a:r>
              <a:rPr lang="en-US" sz="330" dirty="0"/>
              <a:t>            &lt;</a:t>
            </a:r>
            <a:r>
              <a:rPr lang="en-US" sz="330" dirty="0" err="1"/>
              <a:t>PrivateRoute</a:t>
            </a:r>
            <a:r>
              <a:rPr lang="en-US" sz="330" dirty="0"/>
              <a:t>&gt;</a:t>
            </a:r>
          </a:p>
          <a:p>
            <a:pPr marL="0" indent="0">
              <a:buNone/>
            </a:pPr>
            <a:r>
              <a:rPr lang="en-US" sz="330" dirty="0"/>
              <a:t>              &lt;</a:t>
            </a:r>
            <a:r>
              <a:rPr lang="en-US" sz="330" dirty="0" err="1"/>
              <a:t>EditProduct</a:t>
            </a:r>
            <a:r>
              <a:rPr lang="en-US" sz="330" dirty="0"/>
              <a:t> /&gt;</a:t>
            </a:r>
          </a:p>
          <a:p>
            <a:pPr marL="0" indent="0">
              <a:buNone/>
            </a:pPr>
            <a:r>
              <a:rPr lang="en-US" sz="330" dirty="0"/>
              <a:t>            &lt;/</a:t>
            </a:r>
            <a:r>
              <a:rPr lang="en-US" sz="330" dirty="0" err="1"/>
              <a:t>PrivateRoute</a:t>
            </a:r>
            <a:r>
              <a:rPr lang="en-US" sz="330" dirty="0"/>
              <a:t>&gt;</a:t>
            </a:r>
          </a:p>
          <a:p>
            <a:pPr marL="0" indent="0">
              <a:buNone/>
            </a:pPr>
            <a:r>
              <a:rPr lang="en-US" sz="330" dirty="0"/>
              <a:t>          }</a:t>
            </a:r>
          </a:p>
          <a:p>
            <a:pPr marL="0" indent="0">
              <a:buNone/>
            </a:pPr>
            <a:r>
              <a:rPr lang="en-US" sz="330" dirty="0"/>
              <a:t>        /&gt;</a:t>
            </a:r>
          </a:p>
          <a:p>
            <a:pPr marL="0" indent="0">
              <a:buNone/>
            </a:pPr>
            <a:r>
              <a:rPr lang="en-US" sz="330" dirty="0"/>
              <a:t>      &lt;/Routes&gt;</a:t>
            </a:r>
          </a:p>
          <a:p>
            <a:pPr marL="0" indent="0">
              <a:buNone/>
            </a:pPr>
            <a:r>
              <a:rPr lang="en-US" sz="330" dirty="0"/>
              <a:t>    &lt;/div&gt;</a:t>
            </a:r>
          </a:p>
          <a:p>
            <a:pPr marL="0" indent="0">
              <a:buNone/>
            </a:pPr>
            <a:r>
              <a:rPr lang="en-US" sz="330" dirty="0"/>
              <a:t>  );</a:t>
            </a:r>
          </a:p>
          <a:p>
            <a:pPr marL="0" indent="0">
              <a:buNone/>
            </a:pPr>
            <a:r>
              <a:rPr lang="en-US" sz="330" dirty="0"/>
              <a:t>}</a:t>
            </a:r>
          </a:p>
          <a:p>
            <a:pPr marL="0" indent="0">
              <a:buNone/>
            </a:pPr>
            <a:r>
              <a:rPr lang="en-US" sz="330" dirty="0"/>
              <a:t> </a:t>
            </a:r>
          </a:p>
          <a:p>
            <a:pPr marL="0" indent="0">
              <a:buNone/>
            </a:pPr>
            <a:r>
              <a:rPr lang="en-US" sz="330" dirty="0"/>
              <a:t>export default </a:t>
            </a:r>
            <a:r>
              <a:rPr lang="en-US" sz="330" dirty="0" err="1"/>
              <a:t>MainRouter</a:t>
            </a:r>
            <a:r>
              <a:rPr lang="en-US" sz="330" dirty="0"/>
              <a:t>;</a:t>
            </a:r>
          </a:p>
          <a:p>
            <a:pPr marL="0" indent="0">
              <a:buNone/>
            </a:pPr>
            <a:endParaRPr lang="en-US" sz="330" dirty="0"/>
          </a:p>
        </p:txBody>
      </p:sp>
      <p:sp>
        <p:nvSpPr>
          <p:cNvPr id="4" name="Date Placeholder 3">
            <a:extLst>
              <a:ext uri="{FF2B5EF4-FFF2-40B4-BE49-F238E27FC236}">
                <a16:creationId xmlns:a16="http://schemas.microsoft.com/office/drawing/2014/main" id="{8372AC90-9BF0-9A04-4C0D-342B5E79BC8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BDE70D8-9A8D-DC79-C58C-AA7E7F20D119}"/>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56FA01D-360F-DA67-F5B1-C338C69B3953}"/>
              </a:ext>
            </a:extLst>
          </p:cNvPr>
          <p:cNvSpPr>
            <a:spLocks noGrp="1"/>
          </p:cNvSpPr>
          <p:nvPr>
            <p:ph type="sldNum" sz="quarter" idx="12"/>
          </p:nvPr>
        </p:nvSpPr>
        <p:spPr/>
        <p:txBody>
          <a:bodyPr/>
          <a:lstStyle/>
          <a:p>
            <a:fld id="{7C5CF243-786F-4254-B068-4C9F0B6EA12F}" type="slidenum">
              <a:rPr lang="en-US" altLang="en-US" smtClean="0"/>
              <a:pPr/>
              <a:t>107</a:t>
            </a:fld>
            <a:endParaRPr lang="en-US" altLang="en-US"/>
          </a:p>
        </p:txBody>
      </p:sp>
    </p:spTree>
    <p:extLst>
      <p:ext uri="{BB962C8B-B14F-4D97-AF65-F5344CB8AC3E}">
        <p14:creationId xmlns:p14="http://schemas.microsoft.com/office/powerpoint/2010/main" val="32644120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9DEF-A5BB-404C-3269-2744CF14EB84}"/>
              </a:ext>
            </a:extLst>
          </p:cNvPr>
          <p:cNvSpPr>
            <a:spLocks noGrp="1"/>
          </p:cNvSpPr>
          <p:nvPr>
            <p:ph type="title"/>
          </p:nvPr>
        </p:nvSpPr>
        <p:spPr/>
        <p:txBody>
          <a:bodyPr/>
          <a:lstStyle/>
          <a:p>
            <a:r>
              <a:rPr lang="en-US" dirty="0"/>
              <a:t>Updated client/shop/</a:t>
            </a:r>
            <a:r>
              <a:rPr lang="en-US" dirty="0" err="1"/>
              <a:t>Shops.jsx</a:t>
            </a:r>
            <a:endParaRPr lang="en-US" dirty="0"/>
          </a:p>
        </p:txBody>
      </p:sp>
      <p:sp>
        <p:nvSpPr>
          <p:cNvPr id="3" name="Content Placeholder 2">
            <a:extLst>
              <a:ext uri="{FF2B5EF4-FFF2-40B4-BE49-F238E27FC236}">
                <a16:creationId xmlns:a16="http://schemas.microsoft.com/office/drawing/2014/main" id="{A986F349-D979-8129-0DBF-F074B276A6F0}"/>
              </a:ext>
            </a:extLst>
          </p:cNvPr>
          <p:cNvSpPr>
            <a:spLocks noGrp="1"/>
          </p:cNvSpPr>
          <p:nvPr>
            <p:ph idx="1"/>
          </p:nvPr>
        </p:nvSpPr>
        <p:spPr/>
        <p:txBody>
          <a:bodyPr/>
          <a:lstStyle/>
          <a:p>
            <a:pPr marL="0" indent="0">
              <a:buNone/>
            </a:pPr>
            <a:r>
              <a:rPr lang="en-US" sz="180" dirty="0">
                <a:highlight>
                  <a:srgbClr val="FFFF00"/>
                </a:highlight>
              </a:rPr>
              <a:t>import React, { </a:t>
            </a:r>
            <a:r>
              <a:rPr lang="en-US" sz="180" dirty="0" err="1">
                <a:highlight>
                  <a:srgbClr val="FFFF00"/>
                </a:highlight>
              </a:rPr>
              <a:t>useState</a:t>
            </a:r>
            <a:r>
              <a:rPr lang="en-US" sz="180" dirty="0">
                <a:highlight>
                  <a:srgbClr val="FFFF00"/>
                </a:highlight>
              </a:rPr>
              <a:t>, </a:t>
            </a:r>
            <a:r>
              <a:rPr lang="en-US" sz="180" dirty="0" err="1">
                <a:highlight>
                  <a:srgbClr val="FFFF00"/>
                </a:highlight>
              </a:rPr>
              <a:t>useEffect</a:t>
            </a:r>
            <a:r>
              <a:rPr lang="en-US" sz="180" dirty="0">
                <a:highlight>
                  <a:srgbClr val="FFFF00"/>
                </a:highlight>
              </a:rPr>
              <a:t> } from "react";</a:t>
            </a:r>
          </a:p>
          <a:p>
            <a:pPr marL="0" indent="0">
              <a:buNone/>
            </a:pPr>
            <a:r>
              <a:rPr lang="en-US" sz="180" dirty="0">
                <a:highlight>
                  <a:srgbClr val="FFFF00"/>
                </a:highlight>
              </a:rPr>
              <a:t>import {</a:t>
            </a:r>
          </a:p>
          <a:p>
            <a:pPr marL="0" indent="0">
              <a:buNone/>
            </a:pPr>
            <a:r>
              <a:rPr lang="en-US" sz="180" dirty="0">
                <a:highlight>
                  <a:srgbClr val="FFFF00"/>
                </a:highlight>
              </a:rPr>
              <a:t>  Paper,</a:t>
            </a:r>
          </a:p>
          <a:p>
            <a:pPr marL="0" indent="0">
              <a:buNone/>
            </a:pPr>
            <a:r>
              <a:rPr lang="en-US" sz="180" dirty="0">
                <a:highlight>
                  <a:srgbClr val="FFFF00"/>
                </a:highlight>
              </a:rPr>
              <a:t>  List,</a:t>
            </a:r>
          </a:p>
          <a:p>
            <a:pPr marL="0" indent="0">
              <a:buNone/>
            </a:pPr>
            <a:r>
              <a:rPr lang="en-US" sz="180" dirty="0">
                <a:highlight>
                  <a:srgbClr val="FFFF00"/>
                </a:highlight>
              </a:rPr>
              <a:t>  </a:t>
            </a:r>
            <a:r>
              <a:rPr lang="en-US" sz="180" dirty="0" err="1">
                <a:highlight>
                  <a:srgbClr val="FFFF00"/>
                </a:highlight>
              </a:rPr>
              <a:t>ListItem</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ListItemAvatar</a:t>
            </a:r>
            <a:r>
              <a:rPr lang="en-US" sz="180" dirty="0">
                <a:highlight>
                  <a:srgbClr val="FFFF00"/>
                </a:highlight>
              </a:rPr>
              <a:t>,</a:t>
            </a:r>
          </a:p>
          <a:p>
            <a:pPr marL="0" indent="0">
              <a:buNone/>
            </a:pPr>
            <a:r>
              <a:rPr lang="en-US" sz="180" dirty="0">
                <a:highlight>
                  <a:srgbClr val="FFFF00"/>
                </a:highlight>
              </a:rPr>
              <a:t>  Avatar,</a:t>
            </a:r>
          </a:p>
          <a:p>
            <a:pPr marL="0" indent="0">
              <a:buNone/>
            </a:pPr>
            <a:r>
              <a:rPr lang="en-US" sz="180" dirty="0">
                <a:highlight>
                  <a:srgbClr val="FFFF00"/>
                </a:highlight>
              </a:rPr>
              <a:t>  Typography,</a:t>
            </a:r>
          </a:p>
          <a:p>
            <a:pPr marL="0" indent="0">
              <a:buNone/>
            </a:pPr>
            <a:r>
              <a:rPr lang="en-US" sz="180" dirty="0">
                <a:highlight>
                  <a:srgbClr val="FFFF00"/>
                </a:highlight>
              </a:rPr>
              <a:t>  Divider,</a:t>
            </a:r>
          </a:p>
          <a:p>
            <a:pPr marL="0" indent="0">
              <a:buNone/>
            </a:pPr>
            <a:r>
              <a:rPr lang="en-US" sz="180" dirty="0">
                <a:highlight>
                  <a:srgbClr val="FFFF00"/>
                </a:highlight>
              </a:rPr>
              <a:t>  Box,</a:t>
            </a:r>
          </a:p>
          <a:p>
            <a:pPr marL="0" indent="0">
              <a:buNone/>
            </a:pPr>
            <a:r>
              <a:rPr lang="en-US" sz="180" dirty="0">
                <a:highlight>
                  <a:srgbClr val="FFFF00"/>
                </a:highlight>
              </a:rPr>
              <a:t>} from "@</a:t>
            </a:r>
            <a:r>
              <a:rPr lang="en-US" sz="180" dirty="0" err="1">
                <a:highlight>
                  <a:srgbClr val="FFFF00"/>
                </a:highlight>
              </a:rPr>
              <a:t>mui</a:t>
            </a:r>
            <a:r>
              <a:rPr lang="en-US" sz="180" dirty="0">
                <a:highlight>
                  <a:srgbClr val="FFFF00"/>
                </a:highlight>
              </a:rPr>
              <a:t>/material";</a:t>
            </a:r>
          </a:p>
          <a:p>
            <a:pPr marL="0" indent="0">
              <a:buNone/>
            </a:pPr>
            <a:r>
              <a:rPr lang="en-US" sz="180" dirty="0">
                <a:highlight>
                  <a:srgbClr val="FFFF00"/>
                </a:highlight>
              </a:rPr>
              <a:t>import { list } from "./api-shop.js";</a:t>
            </a:r>
          </a:p>
          <a:p>
            <a:pPr marL="0" indent="0">
              <a:buNone/>
            </a:pPr>
            <a:r>
              <a:rPr lang="en-US" sz="180" dirty="0">
                <a:highlight>
                  <a:srgbClr val="FFFF00"/>
                </a:highlight>
              </a:rPr>
              <a:t>import { Link } from "react-router-</a:t>
            </a:r>
            <a:r>
              <a:rPr lang="en-US" sz="180" dirty="0" err="1">
                <a:highlight>
                  <a:srgbClr val="FFFF00"/>
                </a:highlight>
              </a:rPr>
              <a:t>dom</a:t>
            </a:r>
            <a:r>
              <a:rPr lang="en-US" sz="180" dirty="0">
                <a:highlight>
                  <a:srgbClr val="FFFF00"/>
                </a:highlight>
              </a:rPr>
              <a:t>";</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export default function Shops() {</a:t>
            </a:r>
          </a:p>
          <a:p>
            <a:pPr marL="0" indent="0">
              <a:buNone/>
            </a:pPr>
            <a:r>
              <a:rPr lang="en-US" sz="180" dirty="0">
                <a:highlight>
                  <a:srgbClr val="FFFF00"/>
                </a:highlight>
              </a:rPr>
              <a:t>  const [shops, </a:t>
            </a:r>
            <a:r>
              <a:rPr lang="en-US" sz="180" dirty="0" err="1">
                <a:highlight>
                  <a:srgbClr val="FFFF00"/>
                </a:highlight>
              </a:rPr>
              <a:t>setShops</a:t>
            </a:r>
            <a:r>
              <a:rPr lang="en-US" sz="180" dirty="0">
                <a:highlight>
                  <a:srgbClr val="FFFF00"/>
                </a:highlight>
              </a:rPr>
              <a:t>] = </a:t>
            </a:r>
            <a:r>
              <a:rPr lang="en-US" sz="180" dirty="0" err="1">
                <a:highlight>
                  <a:srgbClr val="FFFF00"/>
                </a:highlight>
              </a:rPr>
              <a:t>useState</a:t>
            </a:r>
            <a:r>
              <a:rPr lang="en-US" sz="180" dirty="0">
                <a:highlight>
                  <a:srgbClr val="FFFF00"/>
                </a:highlight>
              </a:rPr>
              <a:t>([]);</a:t>
            </a:r>
          </a:p>
          <a:p>
            <a:pPr marL="0" indent="0">
              <a:buNone/>
            </a:pPr>
            <a:r>
              <a:rPr lang="en-US" sz="180" dirty="0">
                <a:highlight>
                  <a:srgbClr val="FFFF00"/>
                </a:highlight>
              </a:rPr>
              <a:t>  const [error, </a:t>
            </a:r>
            <a:r>
              <a:rPr lang="en-US" sz="180" dirty="0" err="1">
                <a:highlight>
                  <a:srgbClr val="FFFF00"/>
                </a:highlight>
              </a:rPr>
              <a:t>setError</a:t>
            </a:r>
            <a:r>
              <a:rPr lang="en-US" sz="180" dirty="0">
                <a:highlight>
                  <a:srgbClr val="FFFF00"/>
                </a:highlight>
              </a:rPr>
              <a:t>] = </a:t>
            </a:r>
            <a:r>
              <a:rPr lang="en-US" sz="180" dirty="0" err="1">
                <a:highlight>
                  <a:srgbClr val="FFFF00"/>
                </a:highlight>
              </a:rPr>
              <a:t>useState</a:t>
            </a:r>
            <a:r>
              <a:rPr lang="en-US" sz="180" dirty="0">
                <a:highlight>
                  <a:srgbClr val="FFFF00"/>
                </a:highlight>
              </a:rPr>
              <a:t>("");</a:t>
            </a:r>
          </a:p>
          <a:p>
            <a:pPr marL="0" indent="0">
              <a:buNone/>
            </a:pPr>
            <a:r>
              <a:rPr lang="en-US" sz="180" dirty="0">
                <a:highlight>
                  <a:srgbClr val="FFFF00"/>
                </a:highlight>
              </a:rPr>
              <a:t>  const [loading, </a:t>
            </a:r>
            <a:r>
              <a:rPr lang="en-US" sz="180" dirty="0" err="1">
                <a:highlight>
                  <a:srgbClr val="FFFF00"/>
                </a:highlight>
              </a:rPr>
              <a:t>setLoading</a:t>
            </a:r>
            <a:r>
              <a:rPr lang="en-US" sz="180" dirty="0">
                <a:highlight>
                  <a:srgbClr val="FFFF00"/>
                </a:highlight>
              </a:rPr>
              <a:t>] = </a:t>
            </a:r>
            <a:r>
              <a:rPr lang="en-US" sz="180" dirty="0" err="1">
                <a:highlight>
                  <a:srgbClr val="FFFF00"/>
                </a:highlight>
              </a:rPr>
              <a:t>useState</a:t>
            </a:r>
            <a:r>
              <a:rPr lang="en-US" sz="180" dirty="0">
                <a:highlight>
                  <a:srgbClr val="FFFF00"/>
                </a:highlight>
              </a:rPr>
              <a:t>(true);</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a:t>
            </a:r>
            <a:r>
              <a:rPr lang="en-US" sz="180" dirty="0" err="1">
                <a:highlight>
                  <a:srgbClr val="FFFF00"/>
                </a:highlight>
              </a:rPr>
              <a:t>useEffect</a:t>
            </a:r>
            <a:r>
              <a:rPr lang="en-US" sz="180" dirty="0">
                <a:highlight>
                  <a:srgbClr val="FFFF00"/>
                </a:highlight>
              </a:rPr>
              <a:t>(() =&gt; {</a:t>
            </a:r>
          </a:p>
          <a:p>
            <a:pPr marL="0" indent="0">
              <a:buNone/>
            </a:pPr>
            <a:r>
              <a:rPr lang="en-US" sz="180" dirty="0">
                <a:highlight>
                  <a:srgbClr val="FFFF00"/>
                </a:highlight>
              </a:rPr>
              <a:t>    const </a:t>
            </a:r>
            <a:r>
              <a:rPr lang="en-US" sz="180" dirty="0" err="1">
                <a:highlight>
                  <a:srgbClr val="FFFF00"/>
                </a:highlight>
              </a:rPr>
              <a:t>abortController</a:t>
            </a:r>
            <a:r>
              <a:rPr lang="en-US" sz="180" dirty="0">
                <a:highlight>
                  <a:srgbClr val="FFFF00"/>
                </a:highlight>
              </a:rPr>
              <a:t> = new </a:t>
            </a:r>
            <a:r>
              <a:rPr lang="en-US" sz="180" dirty="0" err="1">
                <a:highlight>
                  <a:srgbClr val="FFFF00"/>
                </a:highlight>
              </a:rPr>
              <a:t>AbortController</a:t>
            </a:r>
            <a:r>
              <a:rPr lang="en-US" sz="180" dirty="0">
                <a:highlight>
                  <a:srgbClr val="FFFF00"/>
                </a:highlight>
              </a:rPr>
              <a:t>();</a:t>
            </a:r>
          </a:p>
          <a:p>
            <a:pPr marL="0" indent="0">
              <a:buNone/>
            </a:pPr>
            <a:r>
              <a:rPr lang="en-US" sz="180" dirty="0">
                <a:highlight>
                  <a:srgbClr val="FFFF00"/>
                </a:highlight>
              </a:rPr>
              <a:t>    const signal = </a:t>
            </a:r>
            <a:r>
              <a:rPr lang="en-US" sz="180" dirty="0" err="1">
                <a:highlight>
                  <a:srgbClr val="FFFF00"/>
                </a:highlight>
              </a:rPr>
              <a:t>abortController.signal</a:t>
            </a:r>
            <a:r>
              <a:rPr lang="en-US" sz="180" dirty="0">
                <a:highlight>
                  <a:srgbClr val="FFFF00"/>
                </a:highlight>
              </a:rPr>
              <a:t>;</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const </a:t>
            </a:r>
            <a:r>
              <a:rPr lang="en-US" sz="180" dirty="0" err="1">
                <a:highlight>
                  <a:srgbClr val="FFFF00"/>
                </a:highlight>
              </a:rPr>
              <a:t>fetchShops</a:t>
            </a:r>
            <a:r>
              <a:rPr lang="en-US" sz="180" dirty="0">
                <a:highlight>
                  <a:srgbClr val="FFFF00"/>
                </a:highlight>
              </a:rPr>
              <a:t> = async () =&gt; {</a:t>
            </a:r>
          </a:p>
          <a:p>
            <a:pPr marL="0" indent="0">
              <a:buNone/>
            </a:pPr>
            <a:r>
              <a:rPr lang="en-US" sz="180" dirty="0">
                <a:highlight>
                  <a:srgbClr val="FFFF00"/>
                </a:highlight>
              </a:rPr>
              <a:t>      try {</a:t>
            </a:r>
          </a:p>
          <a:p>
            <a:pPr marL="0" indent="0">
              <a:buNone/>
            </a:pPr>
            <a:r>
              <a:rPr lang="en-US" sz="180" dirty="0">
                <a:highlight>
                  <a:srgbClr val="FFFF00"/>
                </a:highlight>
              </a:rPr>
              <a:t>        const data = await list(signal);</a:t>
            </a:r>
          </a:p>
          <a:p>
            <a:pPr marL="0" indent="0">
              <a:buNone/>
            </a:pPr>
            <a:r>
              <a:rPr lang="en-US" sz="180" dirty="0">
                <a:highlight>
                  <a:srgbClr val="FFFF00"/>
                </a:highlight>
              </a:rPr>
              <a:t>        if (data &amp;&amp; </a:t>
            </a:r>
            <a:r>
              <a:rPr lang="en-US" sz="180" dirty="0" err="1">
                <a:highlight>
                  <a:srgbClr val="FFFF00"/>
                </a:highlight>
              </a:rPr>
              <a:t>data.error</a:t>
            </a:r>
            <a:r>
              <a:rPr lang="en-US" sz="180" dirty="0">
                <a:highlight>
                  <a:srgbClr val="FFFF00"/>
                </a:highlight>
              </a:rPr>
              <a:t>) {</a:t>
            </a:r>
          </a:p>
          <a:p>
            <a:pPr marL="0" indent="0">
              <a:buNone/>
            </a:pPr>
            <a:r>
              <a:rPr lang="en-US" sz="180" dirty="0">
                <a:highlight>
                  <a:srgbClr val="FFFF00"/>
                </a:highlight>
              </a:rPr>
              <a:t>          </a:t>
            </a:r>
            <a:r>
              <a:rPr lang="en-US" sz="180" dirty="0" err="1">
                <a:highlight>
                  <a:srgbClr val="FFFF00"/>
                </a:highlight>
              </a:rPr>
              <a:t>setError</a:t>
            </a:r>
            <a:r>
              <a:rPr lang="en-US" sz="180" dirty="0">
                <a:highlight>
                  <a:srgbClr val="FFFF00"/>
                </a:highlight>
              </a:rPr>
              <a:t>(</a:t>
            </a:r>
            <a:r>
              <a:rPr lang="en-US" sz="180" dirty="0" err="1">
                <a:highlight>
                  <a:srgbClr val="FFFF00"/>
                </a:highlight>
              </a:rPr>
              <a:t>data.error</a:t>
            </a:r>
            <a:r>
              <a:rPr lang="en-US" sz="180" dirty="0">
                <a:highlight>
                  <a:srgbClr val="FFFF00"/>
                </a:highlight>
              </a:rPr>
              <a:t>);</a:t>
            </a:r>
          </a:p>
          <a:p>
            <a:pPr marL="0" indent="0">
              <a:buNone/>
            </a:pPr>
            <a:r>
              <a:rPr lang="en-US" sz="180" dirty="0">
                <a:highlight>
                  <a:srgbClr val="FFFF00"/>
                </a:highlight>
              </a:rPr>
              <a:t>        } else if (data) {</a:t>
            </a:r>
          </a:p>
          <a:p>
            <a:pPr marL="0" indent="0">
              <a:buNone/>
            </a:pPr>
            <a:r>
              <a:rPr lang="en-US" sz="180" dirty="0">
                <a:highlight>
                  <a:srgbClr val="FFFF00"/>
                </a:highlight>
              </a:rPr>
              <a:t>          </a:t>
            </a:r>
            <a:r>
              <a:rPr lang="en-US" sz="180" dirty="0" err="1">
                <a:highlight>
                  <a:srgbClr val="FFFF00"/>
                </a:highlight>
              </a:rPr>
              <a:t>setShops</a:t>
            </a:r>
            <a:r>
              <a:rPr lang="en-US" sz="180" dirty="0">
                <a:highlight>
                  <a:srgbClr val="FFFF00"/>
                </a:highlight>
              </a:rPr>
              <a:t>(data);</a:t>
            </a:r>
          </a:p>
          <a:p>
            <a:pPr marL="0" indent="0">
              <a:buNone/>
            </a:pPr>
            <a:r>
              <a:rPr lang="en-US" sz="180" dirty="0">
                <a:highlight>
                  <a:srgbClr val="FFFF00"/>
                </a:highlight>
              </a:rPr>
              <a:t>        }</a:t>
            </a:r>
          </a:p>
          <a:p>
            <a:pPr marL="0" indent="0">
              <a:buNone/>
            </a:pPr>
            <a:r>
              <a:rPr lang="en-US" sz="180" dirty="0">
                <a:highlight>
                  <a:srgbClr val="FFFF00"/>
                </a:highlight>
              </a:rPr>
              <a:t>      } catch (err) {</a:t>
            </a:r>
          </a:p>
          <a:p>
            <a:pPr marL="0" indent="0">
              <a:buNone/>
            </a:pPr>
            <a:r>
              <a:rPr lang="en-US" sz="180" dirty="0">
                <a:highlight>
                  <a:srgbClr val="FFFF00"/>
                </a:highlight>
              </a:rPr>
              <a:t>        if (err.name !== "</a:t>
            </a:r>
            <a:r>
              <a:rPr lang="en-US" sz="180" dirty="0" err="1">
                <a:highlight>
                  <a:srgbClr val="FFFF00"/>
                </a:highlight>
              </a:rPr>
              <a:t>AbortError</a:t>
            </a:r>
            <a:r>
              <a:rPr lang="en-US" sz="180" dirty="0">
                <a:highlight>
                  <a:srgbClr val="FFFF00"/>
                </a:highlight>
              </a:rPr>
              <a:t>") {</a:t>
            </a:r>
          </a:p>
          <a:p>
            <a:pPr marL="0" indent="0">
              <a:buNone/>
            </a:pPr>
            <a:r>
              <a:rPr lang="en-US" sz="180" dirty="0">
                <a:highlight>
                  <a:srgbClr val="FFFF00"/>
                </a:highlight>
              </a:rPr>
              <a:t>          </a:t>
            </a:r>
            <a:r>
              <a:rPr lang="en-US" sz="180" dirty="0" err="1">
                <a:highlight>
                  <a:srgbClr val="FFFF00"/>
                </a:highlight>
              </a:rPr>
              <a:t>console.error</a:t>
            </a:r>
            <a:r>
              <a:rPr lang="en-US" sz="180" dirty="0">
                <a:highlight>
                  <a:srgbClr val="FFFF00"/>
                </a:highlight>
              </a:rPr>
              <a:t>("Fetch error:", err);</a:t>
            </a:r>
          </a:p>
          <a:p>
            <a:pPr marL="0" indent="0">
              <a:buNone/>
            </a:pPr>
            <a:r>
              <a:rPr lang="en-US" sz="180" dirty="0">
                <a:highlight>
                  <a:srgbClr val="FFFF00"/>
                </a:highlight>
              </a:rPr>
              <a:t>          </a:t>
            </a:r>
            <a:r>
              <a:rPr lang="en-US" sz="180" dirty="0" err="1">
                <a:highlight>
                  <a:srgbClr val="FFFF00"/>
                </a:highlight>
              </a:rPr>
              <a:t>setError</a:t>
            </a:r>
            <a:r>
              <a:rPr lang="en-US" sz="180" dirty="0">
                <a:highlight>
                  <a:srgbClr val="FFFF00"/>
                </a:highlight>
              </a:rPr>
              <a:t>("Failed to load shops.");</a:t>
            </a:r>
          </a:p>
          <a:p>
            <a:pPr marL="0" indent="0">
              <a:buNone/>
            </a:pPr>
            <a:r>
              <a:rPr lang="en-US" sz="180" dirty="0">
                <a:highlight>
                  <a:srgbClr val="FFFF00"/>
                </a:highlight>
              </a:rPr>
              <a:t>        }</a:t>
            </a:r>
          </a:p>
          <a:p>
            <a:pPr marL="0" indent="0">
              <a:buNone/>
            </a:pPr>
            <a:r>
              <a:rPr lang="en-US" sz="180" dirty="0">
                <a:highlight>
                  <a:srgbClr val="FFFF00"/>
                </a:highlight>
              </a:rPr>
              <a:t>      } finally {</a:t>
            </a:r>
          </a:p>
          <a:p>
            <a:pPr marL="0" indent="0">
              <a:buNone/>
            </a:pPr>
            <a:r>
              <a:rPr lang="en-US" sz="180" dirty="0">
                <a:highlight>
                  <a:srgbClr val="FFFF00"/>
                </a:highlight>
              </a:rPr>
              <a:t>        </a:t>
            </a:r>
            <a:r>
              <a:rPr lang="en-US" sz="180" dirty="0" err="1">
                <a:highlight>
                  <a:srgbClr val="FFFF00"/>
                </a:highlight>
              </a:rPr>
              <a:t>setLoading</a:t>
            </a:r>
            <a:r>
              <a:rPr lang="en-US" sz="180" dirty="0">
                <a:highlight>
                  <a:srgbClr val="FFFF00"/>
                </a:highlight>
              </a:rPr>
              <a:t>(false);</a:t>
            </a:r>
          </a:p>
          <a:p>
            <a:pPr marL="0" indent="0">
              <a:buNone/>
            </a:pPr>
            <a:r>
              <a:rPr lang="en-US" sz="180" dirty="0">
                <a:highlight>
                  <a:srgbClr val="FFFF00"/>
                </a:highlight>
              </a:rPr>
              <a:t>      }</a:t>
            </a:r>
          </a:p>
          <a:p>
            <a:pPr marL="0" indent="0">
              <a:buNone/>
            </a:pPr>
            <a:r>
              <a:rPr lang="en-US" sz="180" dirty="0">
                <a:highlight>
                  <a:srgbClr val="FFFF00"/>
                </a:highlight>
              </a:rPr>
              <a:t>    };</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a:t>
            </a:r>
            <a:r>
              <a:rPr lang="en-US" sz="180" dirty="0" err="1">
                <a:highlight>
                  <a:srgbClr val="FFFF00"/>
                </a:highlight>
              </a:rPr>
              <a:t>fetchShops</a:t>
            </a:r>
            <a:r>
              <a:rPr lang="en-US" sz="180" dirty="0">
                <a:highlight>
                  <a:srgbClr val="FFFF00"/>
                </a:highlight>
              </a:rPr>
              <a:t>();</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return () =&gt; {</a:t>
            </a:r>
          </a:p>
          <a:p>
            <a:pPr marL="0" indent="0">
              <a:buNone/>
            </a:pPr>
            <a:r>
              <a:rPr lang="en-US" sz="180" dirty="0">
                <a:highlight>
                  <a:srgbClr val="FFFF00"/>
                </a:highlight>
              </a:rPr>
              <a:t>      </a:t>
            </a:r>
            <a:r>
              <a:rPr lang="en-US" sz="180" dirty="0" err="1">
                <a:highlight>
                  <a:srgbClr val="FFFF00"/>
                </a:highlight>
              </a:rPr>
              <a:t>abortController.abort</a:t>
            </a:r>
            <a:r>
              <a:rPr lang="en-US" sz="180" dirty="0">
                <a:highlight>
                  <a:srgbClr val="FFFF00"/>
                </a:highlight>
              </a:rPr>
              <a:t>();</a:t>
            </a:r>
          </a:p>
          <a:p>
            <a:pPr marL="0" indent="0">
              <a:buNone/>
            </a:pPr>
            <a:r>
              <a:rPr lang="en-US" sz="180" dirty="0">
                <a:highlight>
                  <a:srgbClr val="FFFF00"/>
                </a:highlight>
              </a:rPr>
              <a:t>    };</a:t>
            </a:r>
          </a:p>
          <a:p>
            <a:pPr marL="0" indent="0">
              <a:buNone/>
            </a:pPr>
            <a:r>
              <a:rPr lang="en-US" sz="180" dirty="0">
                <a:highlight>
                  <a:srgbClr val="FFFF00"/>
                </a:highlight>
              </a:rPr>
              <a:t>  }, []);</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return (</a:t>
            </a:r>
          </a:p>
          <a:p>
            <a:pPr marL="0" indent="0">
              <a:buNone/>
            </a:pPr>
            <a:r>
              <a:rPr lang="en-US" sz="180" dirty="0">
                <a:highlight>
                  <a:srgbClr val="FFFF00"/>
                </a:highlight>
              </a:rPr>
              <a:t>    &lt;Box</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maxWidth</a:t>
            </a:r>
            <a:r>
              <a:rPr lang="en-US" sz="180" dirty="0">
                <a:highlight>
                  <a:srgbClr val="FFFF00"/>
                </a:highlight>
              </a:rPr>
              <a:t>: 600,</a:t>
            </a:r>
          </a:p>
          <a:p>
            <a:pPr marL="0" indent="0">
              <a:buNone/>
            </a:pPr>
            <a:r>
              <a:rPr lang="en-US" sz="180" dirty="0">
                <a:highlight>
                  <a:srgbClr val="FFFF00"/>
                </a:highlight>
              </a:rPr>
              <a:t>        margin: "auto",</a:t>
            </a:r>
          </a:p>
          <a:p>
            <a:pPr marL="0" indent="0">
              <a:buNone/>
            </a:pPr>
            <a:r>
              <a:rPr lang="en-US" sz="180" dirty="0">
                <a:highlight>
                  <a:srgbClr val="FFFF00"/>
                </a:highlight>
              </a:rPr>
              <a:t>        padding: 3,</a:t>
            </a:r>
          </a:p>
          <a:p>
            <a:pPr marL="0" indent="0">
              <a:buNone/>
            </a:pPr>
            <a:r>
              <a:rPr lang="en-US" sz="180" dirty="0">
                <a:highlight>
                  <a:srgbClr val="FFFF00"/>
                </a:highlight>
              </a:rPr>
              <a:t>        mt: 5,</a:t>
            </a:r>
          </a:p>
          <a:p>
            <a:pPr marL="0" indent="0">
              <a:buNone/>
            </a:pPr>
            <a:r>
              <a:rPr lang="en-US" sz="180" dirty="0">
                <a:highlight>
                  <a:srgbClr val="FFFF00"/>
                </a:highlight>
              </a:rPr>
              <a:t>        mb: 3,</a:t>
            </a:r>
          </a:p>
          <a:p>
            <a:pPr marL="0" indent="0">
              <a:buNone/>
            </a:pPr>
            <a:r>
              <a:rPr lang="en-US" sz="180" dirty="0">
                <a:highlight>
                  <a:srgbClr val="FFFF00"/>
                </a:highlight>
              </a:rPr>
              <a:t>        </a:t>
            </a:r>
            <a:r>
              <a:rPr lang="en-US" sz="180" dirty="0" err="1">
                <a:highlight>
                  <a:srgbClr val="FFFF00"/>
                </a:highlight>
              </a:rPr>
              <a:t>bgcolor</a:t>
            </a:r>
            <a:r>
              <a:rPr lang="en-US" sz="180" dirty="0">
                <a:highlight>
                  <a:srgbClr val="FFFF00"/>
                </a:highlight>
              </a:rPr>
              <a:t>: "</a:t>
            </a:r>
            <a:r>
              <a:rPr lang="en-US" sz="180" dirty="0" err="1">
                <a:highlight>
                  <a:srgbClr val="FFFF00"/>
                </a:highlight>
              </a:rPr>
              <a:t>background.paper</a:t>
            </a:r>
            <a:r>
              <a:rPr lang="en-US" sz="180" dirty="0">
                <a:highlight>
                  <a:srgbClr val="FFFF00"/>
                </a:highlight>
              </a:rPr>
              <a:t>",</a:t>
            </a:r>
          </a:p>
          <a:p>
            <a:pPr marL="0" indent="0">
              <a:buNone/>
            </a:pPr>
            <a:r>
              <a:rPr lang="en-US" sz="180" dirty="0">
                <a:highlight>
                  <a:srgbClr val="FFFF00"/>
                </a:highlight>
              </a:rPr>
              <a:t>      }}</a:t>
            </a:r>
          </a:p>
          <a:p>
            <a:pPr marL="0" indent="0">
              <a:buNone/>
            </a:pPr>
            <a:r>
              <a:rPr lang="en-US" sz="180" dirty="0">
                <a:highlight>
                  <a:srgbClr val="FFFF00"/>
                </a:highlight>
              </a:rPr>
              <a:t>      component={Paper}</a:t>
            </a:r>
          </a:p>
          <a:p>
            <a:pPr marL="0" indent="0">
              <a:buNone/>
            </a:pPr>
            <a:r>
              <a:rPr lang="en-US" sz="180" dirty="0">
                <a:highlight>
                  <a:srgbClr val="FFFF00"/>
                </a:highlight>
              </a:rPr>
              <a:t>      elevation={4}</a:t>
            </a:r>
          </a:p>
          <a:p>
            <a:pPr marL="0" indent="0">
              <a:buNone/>
            </a:pPr>
            <a:r>
              <a:rPr lang="en-US" sz="180" dirty="0">
                <a:highlight>
                  <a:srgbClr val="FFFF00"/>
                </a:highlight>
              </a:rPr>
              <a:t>    &gt;</a:t>
            </a:r>
          </a:p>
          <a:p>
            <a:pPr marL="0" indent="0">
              <a:buNone/>
            </a:pPr>
            <a:r>
              <a:rPr lang="en-US" sz="180" dirty="0">
                <a:highlight>
                  <a:srgbClr val="FFFF00"/>
                </a:highlight>
              </a:rPr>
              <a:t>      &lt;Typography</a:t>
            </a:r>
          </a:p>
          <a:p>
            <a:pPr marL="0" indent="0">
              <a:buNone/>
            </a:pPr>
            <a:r>
              <a:rPr lang="en-US" sz="180" dirty="0">
                <a:highlight>
                  <a:srgbClr val="FFFF00"/>
                </a:highlight>
              </a:rPr>
              <a:t>        variant="h5"</a:t>
            </a:r>
          </a:p>
          <a:p>
            <a:pPr marL="0" indent="0">
              <a:buNone/>
            </a:pPr>
            <a:r>
              <a:rPr lang="en-US" sz="180" dirty="0">
                <a:highlight>
                  <a:srgbClr val="FFFF00"/>
                </a:highlight>
              </a:rPr>
              <a:t>        component="h1"</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a:t>
            </a:r>
          </a:p>
          <a:p>
            <a:pPr marL="0" indent="0">
              <a:buNone/>
            </a:pPr>
            <a:r>
              <a:rPr lang="en-US" sz="180" dirty="0">
                <a:highlight>
                  <a:srgbClr val="FFFF00"/>
                </a:highlight>
              </a:rPr>
              <a:t>          color: "</a:t>
            </a:r>
            <a:r>
              <a:rPr lang="en-US" sz="180" dirty="0" err="1">
                <a:highlight>
                  <a:srgbClr val="FFFF00"/>
                </a:highlight>
              </a:rPr>
              <a:t>text.primary</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textAlign</a:t>
            </a:r>
            <a:r>
              <a:rPr lang="en-US" sz="180" dirty="0">
                <a:highlight>
                  <a:srgbClr val="FFFF00"/>
                </a:highlight>
              </a:rPr>
              <a:t>: "center",</a:t>
            </a:r>
          </a:p>
          <a:p>
            <a:pPr marL="0" indent="0">
              <a:buNone/>
            </a:pPr>
            <a:r>
              <a:rPr lang="en-US" sz="180" dirty="0">
                <a:highlight>
                  <a:srgbClr val="FFFF00"/>
                </a:highlight>
              </a:rPr>
              <a:t>          mb: 2,</a:t>
            </a:r>
          </a:p>
          <a:p>
            <a:pPr marL="0" indent="0">
              <a:buNone/>
            </a:pPr>
            <a:r>
              <a:rPr lang="en-US" sz="180" dirty="0">
                <a:highlight>
                  <a:srgbClr val="FFFF00"/>
                </a:highlight>
              </a:rPr>
              <a:t>          </a:t>
            </a:r>
            <a:r>
              <a:rPr lang="en-US" sz="180" dirty="0" err="1">
                <a:highlight>
                  <a:srgbClr val="FFFF00"/>
                </a:highlight>
              </a:rPr>
              <a:t>fontWeight</a:t>
            </a:r>
            <a:r>
              <a:rPr lang="en-US" sz="180" dirty="0">
                <a:highlight>
                  <a:srgbClr val="FFFF00"/>
                </a:highlight>
              </a:rPr>
              <a:t>: "bold",</a:t>
            </a:r>
          </a:p>
          <a:p>
            <a:pPr marL="0" indent="0">
              <a:buNone/>
            </a:pPr>
            <a:r>
              <a:rPr lang="en-US" sz="180" dirty="0">
                <a:highlight>
                  <a:srgbClr val="FFFF00"/>
                </a:highlight>
              </a:rPr>
              <a:t>        }}</a:t>
            </a:r>
          </a:p>
          <a:p>
            <a:pPr marL="0" indent="0">
              <a:buNone/>
            </a:pPr>
            <a:r>
              <a:rPr lang="en-US" sz="180" dirty="0">
                <a:highlight>
                  <a:srgbClr val="FFFF00"/>
                </a:highlight>
              </a:rPr>
              <a:t>      &gt;</a:t>
            </a:r>
          </a:p>
          <a:p>
            <a:pPr marL="0" indent="0">
              <a:buNone/>
            </a:pPr>
            <a:r>
              <a:rPr lang="en-US" sz="180" dirty="0">
                <a:highlight>
                  <a:srgbClr val="FFFF00"/>
                </a:highlight>
              </a:rPr>
              <a:t>        All Shops</a:t>
            </a:r>
          </a:p>
          <a:p>
            <a:pPr marL="0" indent="0">
              <a:buNone/>
            </a:pPr>
            <a:r>
              <a:rPr lang="en-US" sz="180" dirty="0">
                <a:highlight>
                  <a:srgbClr val="FFFF00"/>
                </a:highlight>
              </a:rPr>
              <a:t>      &lt;/Typography&gt;</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{loading &amp;&amp; (</a:t>
            </a:r>
          </a:p>
          <a:p>
            <a:pPr marL="0" indent="0">
              <a:buNone/>
            </a:pPr>
            <a:r>
              <a:rPr lang="en-US" sz="180" dirty="0">
                <a:highlight>
                  <a:srgbClr val="FFFF00"/>
                </a:highlight>
              </a:rPr>
              <a:t>        &lt;Typography variant="body1" align="center"&gt;</a:t>
            </a:r>
          </a:p>
          <a:p>
            <a:pPr marL="0" indent="0">
              <a:buNone/>
            </a:pPr>
            <a:r>
              <a:rPr lang="en-US" sz="180" dirty="0">
                <a:highlight>
                  <a:srgbClr val="FFFF00"/>
                </a:highlight>
              </a:rPr>
              <a:t>          Loading shops...</a:t>
            </a:r>
          </a:p>
          <a:p>
            <a:pPr marL="0" indent="0">
              <a:buNone/>
            </a:pPr>
            <a:r>
              <a:rPr lang="en-US" sz="180" dirty="0">
                <a:highlight>
                  <a:srgbClr val="FFFF00"/>
                </a:highlight>
              </a:rPr>
              <a:t>        &lt;/Typography&gt;</a:t>
            </a:r>
          </a:p>
          <a:p>
            <a:pPr marL="0" indent="0">
              <a:buNone/>
            </a:pPr>
            <a:r>
              <a:rPr lang="en-US" sz="180" dirty="0">
                <a:highlight>
                  <a:srgbClr val="FFFF00"/>
                </a:highlight>
              </a:rPr>
              <a:t>      )}</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{error &amp;&amp; (</a:t>
            </a:r>
          </a:p>
          <a:p>
            <a:pPr marL="0" indent="0">
              <a:buNone/>
            </a:pPr>
            <a:r>
              <a:rPr lang="en-US" sz="180" dirty="0">
                <a:highlight>
                  <a:srgbClr val="FFFF00"/>
                </a:highlight>
              </a:rPr>
              <a:t>        &lt;Typography variant="body1" align="center" color="error"&gt;</a:t>
            </a:r>
          </a:p>
          <a:p>
            <a:pPr marL="0" indent="0">
              <a:buNone/>
            </a:pPr>
            <a:r>
              <a:rPr lang="en-US" sz="180" dirty="0">
                <a:highlight>
                  <a:srgbClr val="FFFF00"/>
                </a:highlight>
              </a:rPr>
              <a:t>          {error}</a:t>
            </a:r>
          </a:p>
          <a:p>
            <a:pPr marL="0" indent="0">
              <a:buNone/>
            </a:pPr>
            <a:r>
              <a:rPr lang="en-US" sz="180" dirty="0">
                <a:highlight>
                  <a:srgbClr val="FFFF00"/>
                </a:highlight>
              </a:rPr>
              <a:t>        &lt;/Typography&gt;</a:t>
            </a:r>
          </a:p>
          <a:p>
            <a:pPr marL="0" indent="0">
              <a:buNone/>
            </a:pPr>
            <a:r>
              <a:rPr lang="en-US" sz="180" dirty="0">
                <a:highlight>
                  <a:srgbClr val="FFFF00"/>
                </a:highlight>
              </a:rPr>
              <a:t>      )}</a:t>
            </a:r>
          </a:p>
          <a:p>
            <a:pPr marL="0" indent="0">
              <a:buNone/>
            </a:pPr>
            <a:br>
              <a:rPr lang="en-US" sz="180" dirty="0">
                <a:highlight>
                  <a:srgbClr val="FFFF00"/>
                </a:highlight>
              </a:rPr>
            </a:br>
            <a:endParaRPr lang="en-US" sz="180" dirty="0">
              <a:highlight>
                <a:srgbClr val="FFFF00"/>
              </a:highlight>
            </a:endParaRPr>
          </a:p>
          <a:p>
            <a:pPr marL="0" indent="0">
              <a:buNone/>
            </a:pPr>
            <a:r>
              <a:rPr lang="en-US" sz="180" dirty="0">
                <a:highlight>
                  <a:srgbClr val="FFFF00"/>
                </a:highlight>
              </a:rPr>
              <a:t>      {!loading &amp;&amp; !error &amp;&amp; (</a:t>
            </a:r>
          </a:p>
          <a:p>
            <a:pPr marL="0" indent="0">
              <a:buNone/>
            </a:pPr>
            <a:r>
              <a:rPr lang="en-US" sz="180" dirty="0">
                <a:highlight>
                  <a:srgbClr val="FFFF00"/>
                </a:highlight>
              </a:rPr>
              <a:t>        &lt;List dense&gt;</a:t>
            </a:r>
          </a:p>
          <a:p>
            <a:pPr marL="0" indent="0">
              <a:buNone/>
            </a:pPr>
            <a:r>
              <a:rPr lang="en-US" sz="180" dirty="0">
                <a:highlight>
                  <a:srgbClr val="FFFF00"/>
                </a:highlight>
              </a:rPr>
              <a:t>          {</a:t>
            </a:r>
            <a:r>
              <a:rPr lang="en-US" sz="180" dirty="0" err="1">
                <a:highlight>
                  <a:srgbClr val="FFFF00"/>
                </a:highlight>
              </a:rPr>
              <a:t>shops.map</a:t>
            </a:r>
            <a:r>
              <a:rPr lang="en-US" sz="180" dirty="0">
                <a:highlight>
                  <a:srgbClr val="FFFF00"/>
                </a:highlight>
              </a:rPr>
              <a:t>((shop, </a:t>
            </a:r>
            <a:r>
              <a:rPr lang="en-US" sz="180" dirty="0" err="1">
                <a:highlight>
                  <a:srgbClr val="FFFF00"/>
                </a:highlight>
              </a:rPr>
              <a:t>i</a:t>
            </a:r>
            <a:r>
              <a:rPr lang="en-US" sz="180" dirty="0">
                <a:highlight>
                  <a:srgbClr val="FFFF00"/>
                </a:highlight>
              </a:rPr>
              <a:t>) =&gt; (</a:t>
            </a:r>
          </a:p>
          <a:p>
            <a:pPr marL="0" indent="0">
              <a:buNone/>
            </a:pPr>
            <a:r>
              <a:rPr lang="en-US" sz="180" dirty="0">
                <a:highlight>
                  <a:srgbClr val="FFFF00"/>
                </a:highlight>
              </a:rPr>
              <a:t>            &lt;</a:t>
            </a:r>
            <a:r>
              <a:rPr lang="en-US" sz="180" dirty="0" err="1">
                <a:highlight>
                  <a:srgbClr val="FFFF00"/>
                </a:highlight>
              </a:rPr>
              <a:t>React.Fragment</a:t>
            </a:r>
            <a:r>
              <a:rPr lang="en-US" sz="180" dirty="0">
                <a:highlight>
                  <a:srgbClr val="FFFF00"/>
                </a:highlight>
              </a:rPr>
              <a:t> key={</a:t>
            </a:r>
            <a:r>
              <a:rPr lang="en-US" sz="180" dirty="0" err="1">
                <a:highlight>
                  <a:srgbClr val="FFFF00"/>
                </a:highlight>
              </a:rPr>
              <a:t>shop._id</a:t>
            </a:r>
            <a:r>
              <a:rPr lang="en-US" sz="180" dirty="0">
                <a:highlight>
                  <a:srgbClr val="FFFF00"/>
                </a:highlight>
              </a:rPr>
              <a:t> || </a:t>
            </a:r>
            <a:r>
              <a:rPr lang="en-US" sz="180" dirty="0" err="1">
                <a:highlight>
                  <a:srgbClr val="FFFF00"/>
                </a:highlight>
              </a:rPr>
              <a:t>i</a:t>
            </a:r>
            <a:r>
              <a:rPr lang="en-US" sz="180" dirty="0">
                <a:highlight>
                  <a:srgbClr val="FFFF00"/>
                </a:highlight>
              </a:rPr>
              <a:t>}&gt;</a:t>
            </a:r>
          </a:p>
          <a:p>
            <a:pPr marL="0" indent="0">
              <a:buNone/>
            </a:pPr>
            <a:r>
              <a:rPr lang="en-US" sz="180" dirty="0">
                <a:highlight>
                  <a:srgbClr val="FFFF00"/>
                </a:highlight>
              </a:rPr>
              <a:t>              &lt;</a:t>
            </a:r>
            <a:r>
              <a:rPr lang="en-US" sz="180" dirty="0" err="1">
                <a:highlight>
                  <a:srgbClr val="FFFF00"/>
                </a:highlight>
              </a:rPr>
              <a:t>ListItem</a:t>
            </a:r>
            <a:endParaRPr lang="en-US" sz="180" dirty="0">
              <a:highlight>
                <a:srgbClr val="FFFF00"/>
              </a:highlight>
            </a:endParaRPr>
          </a:p>
          <a:p>
            <a:pPr marL="0" indent="0">
              <a:buNone/>
            </a:pPr>
            <a:r>
              <a:rPr lang="en-US" sz="180" dirty="0">
                <a:highlight>
                  <a:srgbClr val="FFFF00"/>
                </a:highlight>
              </a:rPr>
              <a:t>                button</a:t>
            </a:r>
          </a:p>
          <a:p>
            <a:pPr marL="0" indent="0">
              <a:buNone/>
            </a:pPr>
            <a:r>
              <a:rPr lang="en-US" sz="180" dirty="0">
                <a:highlight>
                  <a:srgbClr val="FFFF00"/>
                </a:highlight>
              </a:rPr>
              <a:t>                </a:t>
            </a:r>
            <a:r>
              <a:rPr lang="en-US" sz="180" dirty="0" err="1">
                <a:highlight>
                  <a:srgbClr val="FFFF00"/>
                </a:highlight>
              </a:rPr>
              <a:t>alignItems</a:t>
            </a:r>
            <a:r>
              <a:rPr lang="en-US" sz="180" dirty="0">
                <a:highlight>
                  <a:srgbClr val="FFFF00"/>
                </a:highlight>
              </a:rPr>
              <a:t>="flex-start"</a:t>
            </a:r>
          </a:p>
          <a:p>
            <a:pPr marL="0" indent="0">
              <a:buNone/>
            </a:pPr>
            <a:r>
              <a:rPr lang="en-US" sz="180" dirty="0">
                <a:highlight>
                  <a:srgbClr val="FFFF00"/>
                </a:highlight>
              </a:rPr>
              <a:t>                component={Link}</a:t>
            </a:r>
          </a:p>
          <a:p>
            <a:pPr marL="0" indent="0">
              <a:buNone/>
            </a:pPr>
            <a:r>
              <a:rPr lang="en-US" sz="180" dirty="0">
                <a:highlight>
                  <a:srgbClr val="FFFF00"/>
                </a:highlight>
              </a:rPr>
              <a:t>                to={`/shops/${</a:t>
            </a:r>
            <a:r>
              <a:rPr lang="en-US" sz="180" dirty="0" err="1">
                <a:highlight>
                  <a:srgbClr val="FFFF00"/>
                </a:highlight>
              </a:rPr>
              <a:t>shop._id</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 </a:t>
            </a:r>
            <a:r>
              <a:rPr lang="en-US" sz="180" dirty="0" err="1">
                <a:highlight>
                  <a:srgbClr val="FFFF00"/>
                </a:highlight>
              </a:rPr>
              <a:t>textDecoration</a:t>
            </a:r>
            <a:r>
              <a:rPr lang="en-US" sz="180" dirty="0">
                <a:highlight>
                  <a:srgbClr val="FFFF00"/>
                </a:highlight>
              </a:rPr>
              <a:t>: "none", color: "inherit" }}</a:t>
            </a:r>
          </a:p>
          <a:p>
            <a:pPr marL="0" indent="0">
              <a:buNone/>
            </a:pPr>
            <a:r>
              <a:rPr lang="en-US" sz="180" dirty="0">
                <a:highlight>
                  <a:srgbClr val="FFFF00"/>
                </a:highlight>
              </a:rPr>
              <a:t>              &gt;</a:t>
            </a:r>
          </a:p>
          <a:p>
            <a:pPr marL="0" indent="0">
              <a:buNone/>
            </a:pPr>
            <a:r>
              <a:rPr lang="en-US" sz="180" dirty="0">
                <a:highlight>
                  <a:srgbClr val="FFFF00"/>
                </a:highlight>
              </a:rPr>
              <a:t>                &lt;</a:t>
            </a:r>
            <a:r>
              <a:rPr lang="en-US" sz="180" dirty="0" err="1">
                <a:highlight>
                  <a:srgbClr val="FFFF00"/>
                </a:highlight>
              </a:rPr>
              <a:t>ListItemAvatar</a:t>
            </a:r>
            <a:r>
              <a:rPr lang="en-US" sz="180" dirty="0">
                <a:highlight>
                  <a:srgbClr val="FFFF00"/>
                </a:highlight>
              </a:rPr>
              <a:t>&gt;</a:t>
            </a:r>
          </a:p>
          <a:p>
            <a:pPr marL="0" indent="0">
              <a:buNone/>
            </a:pPr>
            <a:r>
              <a:rPr lang="en-US" sz="180" dirty="0">
                <a:highlight>
                  <a:srgbClr val="FFFF00"/>
                </a:highlight>
              </a:rPr>
              <a:t>                  &lt;Avatar</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 width: 100, height: 100 }}</a:t>
            </a:r>
          </a:p>
          <a:p>
            <a:pPr marL="0" indent="0">
              <a:buNone/>
            </a:pPr>
            <a:r>
              <a:rPr lang="en-US" sz="180" dirty="0">
                <a:highlight>
                  <a:srgbClr val="FFFF00"/>
                </a:highlight>
              </a:rPr>
              <a:t>                    </a:t>
            </a:r>
            <a:r>
              <a:rPr lang="en-US" sz="180" dirty="0" err="1">
                <a:highlight>
                  <a:srgbClr val="FFFF00"/>
                </a:highlight>
              </a:rPr>
              <a:t>src</a:t>
            </a:r>
            <a:r>
              <a:rPr lang="en-US" sz="180" dirty="0">
                <a:highlight>
                  <a:srgbClr val="FFFF00"/>
                </a:highlight>
              </a:rPr>
              <a:t>={`/</a:t>
            </a:r>
            <a:r>
              <a:rPr lang="en-US" sz="180" dirty="0" err="1">
                <a:highlight>
                  <a:srgbClr val="FFFF00"/>
                </a:highlight>
              </a:rPr>
              <a:t>api</a:t>
            </a:r>
            <a:r>
              <a:rPr lang="en-US" sz="180" dirty="0">
                <a:highlight>
                  <a:srgbClr val="FFFF00"/>
                </a:highlight>
              </a:rPr>
              <a:t>/shops/logo/${</a:t>
            </a:r>
            <a:r>
              <a:rPr lang="en-US" sz="180" dirty="0" err="1">
                <a:highlight>
                  <a:srgbClr val="FFFF00"/>
                </a:highlight>
              </a:rPr>
              <a:t>shop._id</a:t>
            </a:r>
            <a:r>
              <a:rPr lang="en-US" sz="180" dirty="0">
                <a:highlight>
                  <a:srgbClr val="FFFF00"/>
                </a:highlight>
              </a:rPr>
              <a:t>}?${new Date().</a:t>
            </a:r>
            <a:r>
              <a:rPr lang="en-US" sz="180" dirty="0" err="1">
                <a:highlight>
                  <a:srgbClr val="FFFF00"/>
                </a:highlight>
              </a:rPr>
              <a:t>getTime</a:t>
            </a:r>
            <a:r>
              <a:rPr lang="en-US" sz="180" dirty="0">
                <a:highlight>
                  <a:srgbClr val="FFFF00"/>
                </a:highlight>
              </a:rPr>
              <a:t>()}`}</a:t>
            </a:r>
          </a:p>
          <a:p>
            <a:pPr marL="0" indent="0">
              <a:buNone/>
            </a:pPr>
            <a:r>
              <a:rPr lang="en-US" sz="180" dirty="0">
                <a:highlight>
                  <a:srgbClr val="FFFF00"/>
                </a:highlight>
              </a:rPr>
              <a:t>                    alt={shop.name}</a:t>
            </a:r>
          </a:p>
          <a:p>
            <a:pPr marL="0" indent="0">
              <a:buNone/>
            </a:pPr>
            <a:r>
              <a:rPr lang="en-US" sz="180" dirty="0">
                <a:highlight>
                  <a:srgbClr val="FFFF00"/>
                </a:highlight>
              </a:rPr>
              <a:t>                  &gt;</a:t>
            </a:r>
          </a:p>
          <a:p>
            <a:pPr marL="0" indent="0">
              <a:buNone/>
            </a:pPr>
            <a:r>
              <a:rPr lang="en-US" sz="180" dirty="0">
                <a:highlight>
                  <a:srgbClr val="FFFF00"/>
                </a:highlight>
              </a:rPr>
              <a:t>                    {shop.name?.</a:t>
            </a:r>
            <a:r>
              <a:rPr lang="en-US" sz="180" dirty="0" err="1">
                <a:highlight>
                  <a:srgbClr val="FFFF00"/>
                </a:highlight>
              </a:rPr>
              <a:t>charAt</a:t>
            </a:r>
            <a:r>
              <a:rPr lang="en-US" sz="180" dirty="0">
                <a:highlight>
                  <a:srgbClr val="FFFF00"/>
                </a:highlight>
              </a:rPr>
              <a:t>(0)}</a:t>
            </a:r>
          </a:p>
          <a:p>
            <a:pPr marL="0" indent="0">
              <a:buNone/>
            </a:pPr>
            <a:r>
              <a:rPr lang="en-US" sz="180" dirty="0">
                <a:highlight>
                  <a:srgbClr val="FFFF00"/>
                </a:highlight>
              </a:rPr>
              <a:t>                  &lt;/Avatar&gt;</a:t>
            </a:r>
          </a:p>
          <a:p>
            <a:pPr marL="0" indent="0">
              <a:buNone/>
            </a:pPr>
            <a:r>
              <a:rPr lang="en-US" sz="180" dirty="0">
                <a:highlight>
                  <a:srgbClr val="FFFF00"/>
                </a:highlight>
              </a:rPr>
              <a:t>                &lt;/</a:t>
            </a:r>
            <a:r>
              <a:rPr lang="en-US" sz="180" dirty="0" err="1">
                <a:highlight>
                  <a:srgbClr val="FFFF00"/>
                </a:highlight>
              </a:rPr>
              <a:t>ListItemAvatar</a:t>
            </a:r>
            <a:r>
              <a:rPr lang="en-US" sz="180" dirty="0">
                <a:highlight>
                  <a:srgbClr val="FFFF00"/>
                </a:highlight>
              </a:rPr>
              <a:t>&gt;</a:t>
            </a:r>
          </a:p>
          <a:p>
            <a:pPr marL="0" indent="0">
              <a:buNone/>
            </a:pPr>
            <a:r>
              <a:rPr lang="en-US" sz="180" dirty="0">
                <a:highlight>
                  <a:srgbClr val="FFFF00"/>
                </a:highlight>
              </a:rPr>
              <a:t>                &lt;Box </a:t>
            </a:r>
            <a:r>
              <a:rPr lang="en-US" sz="180" dirty="0" err="1">
                <a:highlight>
                  <a:srgbClr val="FFFF00"/>
                </a:highlight>
              </a:rPr>
              <a:t>sx</a:t>
            </a:r>
            <a:r>
              <a:rPr lang="en-US" sz="180" dirty="0">
                <a:highlight>
                  <a:srgbClr val="FFFF00"/>
                </a:highlight>
              </a:rPr>
              <a:t>={{ pl: 2, </a:t>
            </a:r>
            <a:r>
              <a:rPr lang="en-US" sz="180" dirty="0" err="1">
                <a:highlight>
                  <a:srgbClr val="FFFF00"/>
                </a:highlight>
              </a:rPr>
              <a:t>py</a:t>
            </a:r>
            <a:r>
              <a:rPr lang="en-US" sz="180" dirty="0">
                <a:highlight>
                  <a:srgbClr val="FFFF00"/>
                </a:highlight>
              </a:rPr>
              <a:t>: 1 }}&gt;</a:t>
            </a:r>
          </a:p>
          <a:p>
            <a:pPr marL="0" indent="0">
              <a:buNone/>
            </a:pPr>
            <a:r>
              <a:rPr lang="en-US" sz="180" dirty="0">
                <a:highlight>
                  <a:srgbClr val="FFFF00"/>
                </a:highlight>
              </a:rPr>
              <a:t>                  &lt;Typography</a:t>
            </a:r>
          </a:p>
          <a:p>
            <a:pPr marL="0" indent="0">
              <a:buNone/>
            </a:pPr>
            <a:r>
              <a:rPr lang="en-US" sz="180" dirty="0">
                <a:highlight>
                  <a:srgbClr val="FFFF00"/>
                </a:highlight>
              </a:rPr>
              <a:t>                    variant="h6"</a:t>
            </a:r>
          </a:p>
          <a:p>
            <a:pPr marL="0" indent="0">
              <a:buNone/>
            </a:pPr>
            <a:r>
              <a:rPr lang="en-US" sz="180" dirty="0">
                <a:highlight>
                  <a:srgbClr val="FFFF00"/>
                </a:highlight>
              </a:rPr>
              <a:t>                    component="h2"</a:t>
            </a:r>
          </a:p>
          <a:p>
            <a:pPr marL="0" indent="0">
              <a:buNone/>
            </a:pPr>
            <a:r>
              <a:rPr lang="en-US" sz="180" dirty="0">
                <a:highlight>
                  <a:srgbClr val="FFFF00"/>
                </a:highlight>
              </a:rPr>
              <a:t>                    color="primary"</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 mb: 0.5 }}</a:t>
            </a:r>
          </a:p>
          <a:p>
            <a:pPr marL="0" indent="0">
              <a:buNone/>
            </a:pPr>
            <a:r>
              <a:rPr lang="en-US" sz="180" dirty="0">
                <a:highlight>
                  <a:srgbClr val="FFFF00"/>
                </a:highlight>
              </a:rPr>
              <a:t>                  &gt;</a:t>
            </a:r>
          </a:p>
          <a:p>
            <a:pPr marL="0" indent="0">
              <a:buNone/>
            </a:pPr>
            <a:r>
              <a:rPr lang="en-US" sz="180" dirty="0">
                <a:highlight>
                  <a:srgbClr val="FFFF00"/>
                </a:highlight>
              </a:rPr>
              <a:t>                    {shop.name}</a:t>
            </a:r>
          </a:p>
          <a:p>
            <a:pPr marL="0" indent="0">
              <a:buNone/>
            </a:pPr>
            <a:r>
              <a:rPr lang="en-US" sz="180" dirty="0">
                <a:highlight>
                  <a:srgbClr val="FFFF00"/>
                </a:highlight>
              </a:rPr>
              <a:t>                  &lt;/Typography&gt;</a:t>
            </a:r>
          </a:p>
          <a:p>
            <a:pPr marL="0" indent="0">
              <a:buNone/>
            </a:pPr>
            <a:r>
              <a:rPr lang="en-US" sz="180" dirty="0">
                <a:highlight>
                  <a:srgbClr val="FFFF00"/>
                </a:highlight>
              </a:rPr>
              <a:t>                  &lt;Typography</a:t>
            </a:r>
          </a:p>
          <a:p>
            <a:pPr marL="0" indent="0">
              <a:buNone/>
            </a:pPr>
            <a:r>
              <a:rPr lang="en-US" sz="180" dirty="0">
                <a:highlight>
                  <a:srgbClr val="FFFF00"/>
                </a:highlight>
              </a:rPr>
              <a:t>                    variant="body2"</a:t>
            </a:r>
          </a:p>
          <a:p>
            <a:pPr marL="0" indent="0">
              <a:buNone/>
            </a:pPr>
            <a:r>
              <a:rPr lang="en-US" sz="180" dirty="0">
                <a:highlight>
                  <a:srgbClr val="FFFF00"/>
                </a:highlight>
              </a:rPr>
              <a:t>                    color="</a:t>
            </a:r>
            <a:r>
              <a:rPr lang="en-US" sz="180" dirty="0" err="1">
                <a:highlight>
                  <a:srgbClr val="FFFF00"/>
                </a:highlight>
              </a:rPr>
              <a:t>text.secondary</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 </a:t>
            </a:r>
            <a:r>
              <a:rPr lang="en-US" sz="180" dirty="0" err="1">
                <a:highlight>
                  <a:srgbClr val="FFFF00"/>
                </a:highlight>
              </a:rPr>
              <a:t>whiteSpace</a:t>
            </a:r>
            <a:r>
              <a:rPr lang="en-US" sz="180" dirty="0">
                <a:highlight>
                  <a:srgbClr val="FFFF00"/>
                </a:highlight>
              </a:rPr>
              <a:t>: "pre-line" }}</a:t>
            </a:r>
          </a:p>
          <a:p>
            <a:pPr marL="0" indent="0">
              <a:buNone/>
            </a:pPr>
            <a:r>
              <a:rPr lang="en-US" sz="180" dirty="0">
                <a:highlight>
                  <a:srgbClr val="FFFF00"/>
                </a:highlight>
              </a:rPr>
              <a:t>                  &gt;</a:t>
            </a:r>
          </a:p>
          <a:p>
            <a:pPr marL="0" indent="0">
              <a:buNone/>
            </a:pPr>
            <a:r>
              <a:rPr lang="en-US" sz="180" dirty="0">
                <a:highlight>
                  <a:srgbClr val="FFFF00"/>
                </a:highlight>
              </a:rPr>
              <a:t>                    {</a:t>
            </a:r>
            <a:r>
              <a:rPr lang="en-US" sz="180" dirty="0" err="1">
                <a:highlight>
                  <a:srgbClr val="FFFF00"/>
                </a:highlight>
              </a:rPr>
              <a:t>shop.description</a:t>
            </a:r>
            <a:r>
              <a:rPr lang="en-US" sz="180" dirty="0">
                <a:highlight>
                  <a:srgbClr val="FFFF00"/>
                </a:highlight>
              </a:rPr>
              <a:t>}</a:t>
            </a:r>
          </a:p>
          <a:p>
            <a:pPr marL="0" indent="0">
              <a:buNone/>
            </a:pPr>
            <a:r>
              <a:rPr lang="en-US" sz="180" dirty="0">
                <a:highlight>
                  <a:srgbClr val="FFFF00"/>
                </a:highlight>
              </a:rPr>
              <a:t>                    &lt;Link</a:t>
            </a:r>
          </a:p>
          <a:p>
            <a:pPr marL="0" indent="0">
              <a:buNone/>
            </a:pPr>
            <a:r>
              <a:rPr lang="en-US" sz="180" dirty="0">
                <a:highlight>
                  <a:srgbClr val="FFFF00"/>
                </a:highlight>
              </a:rPr>
              <a:t>                      to="/shops/:</a:t>
            </a:r>
            <a:r>
              <a:rPr lang="en-US" sz="180" dirty="0" err="1">
                <a:highlight>
                  <a:srgbClr val="FFFF00"/>
                </a:highlight>
              </a:rPr>
              <a:t>shopId</a:t>
            </a:r>
            <a:r>
              <a:rPr lang="en-US" sz="180" dirty="0">
                <a:highlight>
                  <a:srgbClr val="FFFF00"/>
                </a:highlight>
              </a:rPr>
              <a:t>"</a:t>
            </a:r>
          </a:p>
          <a:p>
            <a:pPr marL="0" indent="0">
              <a:buNone/>
            </a:pPr>
            <a:r>
              <a:rPr lang="en-US" sz="180" dirty="0">
                <a:highlight>
                  <a:srgbClr val="FFFF00"/>
                </a:highlight>
              </a:rPr>
              <a:t>                      style={{ </a:t>
            </a:r>
            <a:r>
              <a:rPr lang="en-US" sz="180" dirty="0" err="1">
                <a:highlight>
                  <a:srgbClr val="FFFF00"/>
                </a:highlight>
              </a:rPr>
              <a:t>textDecoration</a:t>
            </a:r>
            <a:r>
              <a:rPr lang="en-US" sz="180" dirty="0">
                <a:highlight>
                  <a:srgbClr val="FFFF00"/>
                </a:highlight>
              </a:rPr>
              <a:t>: "none" }}</a:t>
            </a:r>
          </a:p>
          <a:p>
            <a:pPr marL="0" indent="0">
              <a:buNone/>
            </a:pPr>
            <a:r>
              <a:rPr lang="en-US" sz="180" dirty="0">
                <a:highlight>
                  <a:srgbClr val="FFFF00"/>
                </a:highlight>
              </a:rPr>
              <a:t>                    &gt;&lt;/Link&gt;</a:t>
            </a:r>
          </a:p>
          <a:p>
            <a:pPr marL="0" indent="0">
              <a:buNone/>
            </a:pPr>
            <a:r>
              <a:rPr lang="en-US" sz="180" dirty="0">
                <a:highlight>
                  <a:srgbClr val="FFFF00"/>
                </a:highlight>
              </a:rPr>
              <a:t>                  &lt;/Typography&gt;</a:t>
            </a:r>
          </a:p>
          <a:p>
            <a:pPr marL="0" indent="0">
              <a:buNone/>
            </a:pPr>
            <a:r>
              <a:rPr lang="en-US" sz="180" dirty="0">
                <a:highlight>
                  <a:srgbClr val="FFFF00"/>
                </a:highlight>
              </a:rPr>
              <a:t>                  &lt;Typography&gt;</a:t>
            </a:r>
          </a:p>
          <a:p>
            <a:pPr marL="0" indent="0">
              <a:buNone/>
            </a:pPr>
            <a:r>
              <a:rPr lang="en-US" sz="180" dirty="0">
                <a:highlight>
                  <a:srgbClr val="FFFF00"/>
                </a:highlight>
              </a:rPr>
              <a:t>                    &lt;Link</a:t>
            </a:r>
          </a:p>
          <a:p>
            <a:pPr marL="0" indent="0">
              <a:buNone/>
            </a:pPr>
            <a:r>
              <a:rPr lang="en-US" sz="180" dirty="0">
                <a:highlight>
                  <a:srgbClr val="FFFF00"/>
                </a:highlight>
              </a:rPr>
              <a:t>                      to="/shops/product"</a:t>
            </a:r>
          </a:p>
          <a:p>
            <a:pPr marL="0" indent="0">
              <a:buNone/>
            </a:pPr>
            <a:r>
              <a:rPr lang="en-US" sz="180" dirty="0">
                <a:highlight>
                  <a:srgbClr val="FFFF00"/>
                </a:highlight>
              </a:rPr>
              <a:t>                      style={{ </a:t>
            </a:r>
            <a:r>
              <a:rPr lang="en-US" sz="180" dirty="0" err="1">
                <a:highlight>
                  <a:srgbClr val="FFFF00"/>
                </a:highlight>
              </a:rPr>
              <a:t>textDecoration</a:t>
            </a:r>
            <a:r>
              <a:rPr lang="en-US" sz="180" dirty="0">
                <a:highlight>
                  <a:srgbClr val="FFFF00"/>
                </a:highlight>
              </a:rPr>
              <a:t>: "none" }}</a:t>
            </a:r>
          </a:p>
          <a:p>
            <a:pPr marL="0" indent="0">
              <a:buNone/>
            </a:pPr>
            <a:r>
              <a:rPr lang="en-US" sz="180" dirty="0">
                <a:highlight>
                  <a:srgbClr val="FFFF00"/>
                </a:highlight>
              </a:rPr>
              <a:t>                    &gt;&lt;/Link&gt;</a:t>
            </a:r>
          </a:p>
          <a:p>
            <a:pPr marL="0" indent="0">
              <a:buNone/>
            </a:pPr>
            <a:r>
              <a:rPr lang="en-US" sz="180" dirty="0">
                <a:highlight>
                  <a:srgbClr val="FFFF00"/>
                </a:highlight>
              </a:rPr>
              <a:t>                  &lt;/Typography&gt;</a:t>
            </a:r>
          </a:p>
          <a:p>
            <a:pPr marL="0" indent="0">
              <a:buNone/>
            </a:pPr>
            <a:r>
              <a:rPr lang="en-US" sz="180" dirty="0">
                <a:highlight>
                  <a:srgbClr val="FFFF00"/>
                </a:highlight>
              </a:rPr>
              <a:t>                  &lt;Typography</a:t>
            </a:r>
          </a:p>
          <a:p>
            <a:pPr marL="0" indent="0">
              <a:buNone/>
            </a:pPr>
            <a:r>
              <a:rPr lang="en-US" sz="180" dirty="0">
                <a:highlight>
                  <a:srgbClr val="FFFF00"/>
                </a:highlight>
              </a:rPr>
              <a:t>                    variant="body2"</a:t>
            </a:r>
          </a:p>
          <a:p>
            <a:pPr marL="0" indent="0">
              <a:buNone/>
            </a:pPr>
            <a:r>
              <a:rPr lang="en-US" sz="180" dirty="0">
                <a:highlight>
                  <a:srgbClr val="FFFF00"/>
                </a:highlight>
              </a:rPr>
              <a:t>                    color="</a:t>
            </a:r>
            <a:r>
              <a:rPr lang="en-US" sz="180" dirty="0" err="1">
                <a:highlight>
                  <a:srgbClr val="FFFF00"/>
                </a:highlight>
              </a:rPr>
              <a:t>text.secondary</a:t>
            </a:r>
            <a:r>
              <a:rPr lang="en-US" sz="180" dirty="0">
                <a:highlight>
                  <a:srgbClr val="FFFF00"/>
                </a:highlight>
              </a:rPr>
              <a:t>"</a:t>
            </a:r>
          </a:p>
          <a:p>
            <a:pPr marL="0" indent="0">
              <a:buNone/>
            </a:pPr>
            <a:r>
              <a:rPr lang="en-US" sz="180" dirty="0">
                <a:highlight>
                  <a:srgbClr val="FFFF00"/>
                </a:highlight>
              </a:rPr>
              <a:t>                    </a:t>
            </a:r>
            <a:r>
              <a:rPr lang="en-US" sz="180" dirty="0" err="1">
                <a:highlight>
                  <a:srgbClr val="FFFF00"/>
                </a:highlight>
              </a:rPr>
              <a:t>sx</a:t>
            </a:r>
            <a:r>
              <a:rPr lang="en-US" sz="180" dirty="0">
                <a:highlight>
                  <a:srgbClr val="FFFF00"/>
                </a:highlight>
              </a:rPr>
              <a:t>={{ </a:t>
            </a:r>
            <a:r>
              <a:rPr lang="en-US" sz="180" dirty="0" err="1">
                <a:highlight>
                  <a:srgbClr val="FFFF00"/>
                </a:highlight>
              </a:rPr>
              <a:t>whiteSpace</a:t>
            </a:r>
            <a:r>
              <a:rPr lang="en-US" sz="180" dirty="0">
                <a:highlight>
                  <a:srgbClr val="FFFF00"/>
                </a:highlight>
              </a:rPr>
              <a:t>: "pre-line" }}</a:t>
            </a:r>
          </a:p>
          <a:p>
            <a:pPr marL="0" indent="0">
              <a:buNone/>
            </a:pPr>
            <a:r>
              <a:rPr lang="en-US" sz="180" dirty="0">
                <a:highlight>
                  <a:srgbClr val="FFFF00"/>
                </a:highlight>
              </a:rPr>
              <a:t>                  &gt;&lt;/Typography&gt;</a:t>
            </a:r>
          </a:p>
          <a:p>
            <a:pPr marL="0" indent="0">
              <a:buNone/>
            </a:pPr>
            <a:r>
              <a:rPr lang="en-US" sz="180" dirty="0">
                <a:highlight>
                  <a:srgbClr val="FFFF00"/>
                </a:highlight>
              </a:rPr>
              <a:t>                &lt;/Box&gt;</a:t>
            </a:r>
          </a:p>
          <a:p>
            <a:pPr marL="0" indent="0">
              <a:buNone/>
            </a:pPr>
            <a:r>
              <a:rPr lang="en-US" sz="180" dirty="0">
                <a:highlight>
                  <a:srgbClr val="FFFF00"/>
                </a:highlight>
              </a:rPr>
              <a:t>              &lt;/</a:t>
            </a:r>
            <a:r>
              <a:rPr lang="en-US" sz="180" dirty="0" err="1">
                <a:highlight>
                  <a:srgbClr val="FFFF00"/>
                </a:highlight>
              </a:rPr>
              <a:t>ListItem</a:t>
            </a:r>
            <a:r>
              <a:rPr lang="en-US" sz="180" dirty="0">
                <a:highlight>
                  <a:srgbClr val="FFFF00"/>
                </a:highlight>
              </a:rPr>
              <a:t>&gt;</a:t>
            </a:r>
          </a:p>
          <a:p>
            <a:pPr marL="0" indent="0">
              <a:buNone/>
            </a:pPr>
            <a:r>
              <a:rPr lang="en-US" sz="180" dirty="0">
                <a:highlight>
                  <a:srgbClr val="FFFF00"/>
                </a:highlight>
              </a:rPr>
              <a:t>              &lt;Divider /&gt;</a:t>
            </a:r>
          </a:p>
          <a:p>
            <a:pPr marL="0" indent="0">
              <a:buNone/>
            </a:pPr>
            <a:r>
              <a:rPr lang="en-US" sz="180" dirty="0">
                <a:highlight>
                  <a:srgbClr val="FFFF00"/>
                </a:highlight>
              </a:rPr>
              <a:t>            &lt;/</a:t>
            </a:r>
            <a:r>
              <a:rPr lang="en-US" sz="180" dirty="0" err="1">
                <a:highlight>
                  <a:srgbClr val="FFFF00"/>
                </a:highlight>
              </a:rPr>
              <a:t>React.Fragment</a:t>
            </a:r>
            <a:r>
              <a:rPr lang="en-US" sz="180" dirty="0">
                <a:highlight>
                  <a:srgbClr val="FFFF00"/>
                </a:highlight>
              </a:rPr>
              <a:t>&gt;</a:t>
            </a:r>
          </a:p>
          <a:p>
            <a:pPr marL="0" indent="0">
              <a:buNone/>
            </a:pPr>
            <a:r>
              <a:rPr lang="en-US" sz="180" dirty="0">
                <a:highlight>
                  <a:srgbClr val="FFFF00"/>
                </a:highlight>
              </a:rPr>
              <a:t>          ))}</a:t>
            </a:r>
          </a:p>
          <a:p>
            <a:pPr marL="0" indent="0">
              <a:buNone/>
            </a:pPr>
            <a:r>
              <a:rPr lang="en-US" sz="180" dirty="0">
                <a:highlight>
                  <a:srgbClr val="FFFF00"/>
                </a:highlight>
              </a:rPr>
              <a:t>        &lt;/List&gt;</a:t>
            </a:r>
          </a:p>
          <a:p>
            <a:pPr marL="0" indent="0">
              <a:buNone/>
            </a:pPr>
            <a:r>
              <a:rPr lang="en-US" sz="180" dirty="0">
                <a:highlight>
                  <a:srgbClr val="FFFF00"/>
                </a:highlight>
              </a:rPr>
              <a:t>      )}</a:t>
            </a:r>
          </a:p>
          <a:p>
            <a:pPr marL="0" indent="0">
              <a:buNone/>
            </a:pPr>
            <a:r>
              <a:rPr lang="en-US" sz="180" dirty="0">
                <a:highlight>
                  <a:srgbClr val="FFFF00"/>
                </a:highlight>
              </a:rPr>
              <a:t>    &lt;/Box&gt;</a:t>
            </a:r>
          </a:p>
          <a:p>
            <a:pPr marL="0" indent="0">
              <a:buNone/>
            </a:pPr>
            <a:r>
              <a:rPr lang="en-US" sz="180" dirty="0">
                <a:highlight>
                  <a:srgbClr val="FFFF00"/>
                </a:highlight>
              </a:rPr>
              <a:t>  );</a:t>
            </a:r>
          </a:p>
          <a:p>
            <a:pPr marL="0" indent="0">
              <a:buNone/>
            </a:pPr>
            <a:r>
              <a:rPr lang="en-US" sz="180" dirty="0">
                <a:highlight>
                  <a:srgbClr val="FFFF00"/>
                </a:highlight>
              </a:rPr>
              <a:t>}</a:t>
            </a:r>
          </a:p>
          <a:p>
            <a:pPr marL="0" indent="0">
              <a:buNone/>
            </a:pPr>
            <a:endParaRPr lang="en-US" sz="185" dirty="0">
              <a:highlight>
                <a:srgbClr val="FFFF00"/>
              </a:highlight>
            </a:endParaRPr>
          </a:p>
        </p:txBody>
      </p:sp>
      <p:sp>
        <p:nvSpPr>
          <p:cNvPr id="4" name="Date Placeholder 3">
            <a:extLst>
              <a:ext uri="{FF2B5EF4-FFF2-40B4-BE49-F238E27FC236}">
                <a16:creationId xmlns:a16="http://schemas.microsoft.com/office/drawing/2014/main" id="{3534D883-97F1-108A-843D-C542A24288C4}"/>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A9C10926-DCF1-9F5F-2E71-A25BF3B386B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0DB7334-098F-EE48-1358-14A81C14EAA1}"/>
              </a:ext>
            </a:extLst>
          </p:cNvPr>
          <p:cNvSpPr>
            <a:spLocks noGrp="1"/>
          </p:cNvSpPr>
          <p:nvPr>
            <p:ph type="sldNum" sz="quarter" idx="12"/>
          </p:nvPr>
        </p:nvSpPr>
        <p:spPr/>
        <p:txBody>
          <a:bodyPr/>
          <a:lstStyle/>
          <a:p>
            <a:fld id="{7C5CF243-786F-4254-B068-4C9F0B6EA12F}" type="slidenum">
              <a:rPr lang="en-US" altLang="en-US" smtClean="0"/>
              <a:pPr/>
              <a:t>108</a:t>
            </a:fld>
            <a:endParaRPr lang="en-US" altLang="en-US"/>
          </a:p>
        </p:txBody>
      </p:sp>
    </p:spTree>
    <p:extLst>
      <p:ext uri="{BB962C8B-B14F-4D97-AF65-F5344CB8AC3E}">
        <p14:creationId xmlns:p14="http://schemas.microsoft.com/office/powerpoint/2010/main" val="11238855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43C5B-F547-5A52-D948-26D7C20B0EF6}"/>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9F5E0555-DDA7-65CE-5A8B-1BC7F28BE813}"/>
              </a:ext>
            </a:extLst>
          </p:cNvPr>
          <p:cNvPicPr>
            <a:picLocks noGrp="1" noChangeAspect="1"/>
          </p:cNvPicPr>
          <p:nvPr>
            <p:ph idx="1"/>
          </p:nvPr>
        </p:nvPicPr>
        <p:blipFill>
          <a:blip r:embed="rId2"/>
          <a:stretch>
            <a:fillRect/>
          </a:stretch>
        </p:blipFill>
        <p:spPr bwMode="auto">
          <a:xfrm>
            <a:off x="990600" y="914401"/>
            <a:ext cx="8077200" cy="475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4371461A-2D7C-E9A2-1032-53E06C3DA925}"/>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4574A59E-90D6-199C-A045-3D20825818A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0E30792-B79A-AC68-0EE3-5C1E3A5FD784}"/>
              </a:ext>
            </a:extLst>
          </p:cNvPr>
          <p:cNvSpPr>
            <a:spLocks noGrp="1"/>
          </p:cNvSpPr>
          <p:nvPr>
            <p:ph type="sldNum" sz="quarter" idx="12"/>
          </p:nvPr>
        </p:nvSpPr>
        <p:spPr/>
        <p:txBody>
          <a:bodyPr/>
          <a:lstStyle/>
          <a:p>
            <a:fld id="{7C5CF243-786F-4254-B068-4C9F0B6EA12F}" type="slidenum">
              <a:rPr lang="en-US" altLang="en-US" smtClean="0"/>
              <a:pPr/>
              <a:t>109</a:t>
            </a:fld>
            <a:endParaRPr lang="en-US" altLang="en-US"/>
          </a:p>
        </p:txBody>
      </p:sp>
    </p:spTree>
    <p:extLst>
      <p:ext uri="{BB962C8B-B14F-4D97-AF65-F5344CB8AC3E}">
        <p14:creationId xmlns:p14="http://schemas.microsoft.com/office/powerpoint/2010/main" val="39710288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44DD-39C8-5E61-5DDD-C8CB17BC22A7}"/>
              </a:ext>
            </a:extLst>
          </p:cNvPr>
          <p:cNvSpPr>
            <a:spLocks noGrp="1"/>
          </p:cNvSpPr>
          <p:nvPr>
            <p:ph type="title"/>
          </p:nvPr>
        </p:nvSpPr>
        <p:spPr/>
        <p:txBody>
          <a:bodyPr/>
          <a:lstStyle/>
          <a:p>
            <a:r>
              <a:rPr lang="en-US" dirty="0" err="1"/>
              <a:t>AddToCart</a:t>
            </a:r>
            <a:endParaRPr lang="en-US" dirty="0"/>
          </a:p>
        </p:txBody>
      </p:sp>
      <p:sp>
        <p:nvSpPr>
          <p:cNvPr id="3" name="Content Placeholder 2">
            <a:extLst>
              <a:ext uri="{FF2B5EF4-FFF2-40B4-BE49-F238E27FC236}">
                <a16:creationId xmlns:a16="http://schemas.microsoft.com/office/drawing/2014/main" id="{34AA47EE-7EE8-6995-B2CD-47E848FBFA98}"/>
              </a:ext>
            </a:extLst>
          </p:cNvPr>
          <p:cNvSpPr>
            <a:spLocks noGrp="1"/>
          </p:cNvSpPr>
          <p:nvPr>
            <p:ph idx="1"/>
          </p:nvPr>
        </p:nvSpPr>
        <p:spPr/>
        <p:txBody>
          <a:bodyPr/>
          <a:lstStyle/>
          <a:p>
            <a:pPr marL="0" indent="0">
              <a:buNone/>
            </a:pPr>
            <a:r>
              <a:rPr lang="en-US" dirty="0"/>
              <a:t>To Add the cart to each of the product and </a:t>
            </a:r>
            <a:r>
              <a:rPr lang="en-US" dirty="0" err="1"/>
              <a:t>addItem</a:t>
            </a:r>
            <a:r>
              <a:rPr lang="en-US" dirty="0"/>
              <a:t> to the shopping cart, </a:t>
            </a:r>
            <a:r>
              <a:rPr lang="en-US" b="1" dirty="0"/>
              <a:t>client/cart/</a:t>
            </a:r>
            <a:r>
              <a:rPr lang="en-US" b="1" dirty="0" err="1"/>
              <a:t>AddToCart.jsx</a:t>
            </a:r>
            <a:r>
              <a:rPr lang="en-US" dirty="0"/>
              <a:t>. Add the following code to the </a:t>
            </a:r>
            <a:r>
              <a:rPr lang="en-US" dirty="0" err="1"/>
              <a:t>AddToCart,jsx</a:t>
            </a:r>
            <a:endParaRPr lang="en-US" b="1" dirty="0"/>
          </a:p>
        </p:txBody>
      </p:sp>
      <p:sp>
        <p:nvSpPr>
          <p:cNvPr id="4" name="Date Placeholder 3">
            <a:extLst>
              <a:ext uri="{FF2B5EF4-FFF2-40B4-BE49-F238E27FC236}">
                <a16:creationId xmlns:a16="http://schemas.microsoft.com/office/drawing/2014/main" id="{680647B3-2495-0B67-6F93-A40C6529B238}"/>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681B2751-0908-A575-8CB0-3D50B147336C}"/>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64E87E0B-C956-B52E-19B1-7A2A94B137FA}"/>
              </a:ext>
            </a:extLst>
          </p:cNvPr>
          <p:cNvSpPr>
            <a:spLocks noGrp="1"/>
          </p:cNvSpPr>
          <p:nvPr>
            <p:ph type="sldNum" sz="quarter" idx="12"/>
          </p:nvPr>
        </p:nvSpPr>
        <p:spPr/>
        <p:txBody>
          <a:bodyPr/>
          <a:lstStyle/>
          <a:p>
            <a:fld id="{7C5CF243-786F-4254-B068-4C9F0B6EA12F}" type="slidenum">
              <a:rPr lang="en-US" altLang="en-US" smtClean="0"/>
              <a:pPr/>
              <a:t>110</a:t>
            </a:fld>
            <a:endParaRPr lang="en-US" altLang="en-US"/>
          </a:p>
        </p:txBody>
      </p:sp>
    </p:spTree>
    <p:extLst>
      <p:ext uri="{BB962C8B-B14F-4D97-AF65-F5344CB8AC3E}">
        <p14:creationId xmlns:p14="http://schemas.microsoft.com/office/powerpoint/2010/main" val="23422093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7BDF1-249C-D812-0BA3-87EB4A99065C}"/>
              </a:ext>
            </a:extLst>
          </p:cNvPr>
          <p:cNvSpPr>
            <a:spLocks noGrp="1"/>
          </p:cNvSpPr>
          <p:nvPr>
            <p:ph type="title"/>
          </p:nvPr>
        </p:nvSpPr>
        <p:spPr/>
        <p:txBody>
          <a:bodyPr/>
          <a:lstStyle/>
          <a:p>
            <a:r>
              <a:rPr lang="en-US" b="1" dirty="0"/>
              <a:t>client/cart/</a:t>
            </a:r>
            <a:r>
              <a:rPr lang="en-US" b="1" dirty="0" err="1"/>
              <a:t>AddToCart.jsx</a:t>
            </a:r>
            <a:endParaRPr lang="en-US" dirty="0"/>
          </a:p>
        </p:txBody>
      </p:sp>
      <p:sp>
        <p:nvSpPr>
          <p:cNvPr id="3" name="Content Placeholder 2">
            <a:extLst>
              <a:ext uri="{FF2B5EF4-FFF2-40B4-BE49-F238E27FC236}">
                <a16:creationId xmlns:a16="http://schemas.microsoft.com/office/drawing/2014/main" id="{31768711-32B1-D167-5379-A1AF1D188A76}"/>
              </a:ext>
            </a:extLst>
          </p:cNvPr>
          <p:cNvSpPr>
            <a:spLocks noGrp="1"/>
          </p:cNvSpPr>
          <p:nvPr>
            <p:ph idx="1"/>
          </p:nvPr>
        </p:nvSpPr>
        <p:spPr/>
        <p:txBody>
          <a:bodyPr/>
          <a:lstStyle/>
          <a:p>
            <a:pPr marL="0" indent="0">
              <a:buNone/>
            </a:pPr>
            <a:r>
              <a:rPr lang="en-US" sz="500" dirty="0"/>
              <a:t>import React, { </a:t>
            </a:r>
            <a:r>
              <a:rPr lang="en-US" sz="500" dirty="0" err="1"/>
              <a:t>useState</a:t>
            </a:r>
            <a:r>
              <a:rPr lang="en-US" sz="500" dirty="0"/>
              <a:t> } from "react";</a:t>
            </a:r>
          </a:p>
          <a:p>
            <a:pPr marL="0" indent="0">
              <a:buNone/>
            </a:pPr>
            <a:r>
              <a:rPr lang="en-US" sz="500" dirty="0"/>
              <a:t>import </a:t>
            </a:r>
            <a:r>
              <a:rPr lang="en-US" sz="500" dirty="0" err="1"/>
              <a:t>PropTypes</a:t>
            </a:r>
            <a:r>
              <a:rPr lang="en-US" sz="500" dirty="0"/>
              <a:t> from "prop-types";</a:t>
            </a:r>
          </a:p>
          <a:p>
            <a:pPr marL="0" indent="0">
              <a:buNone/>
            </a:pPr>
            <a:r>
              <a:rPr lang="en-US" sz="500" dirty="0"/>
              <a:t>import { </a:t>
            </a:r>
            <a:r>
              <a:rPr lang="en-US" sz="500" dirty="0" err="1"/>
              <a:t>IconButton</a:t>
            </a:r>
            <a:r>
              <a:rPr lang="en-US" sz="500" dirty="0"/>
              <a:t> } from "@</a:t>
            </a:r>
            <a:r>
              <a:rPr lang="en-US" sz="500" dirty="0" err="1"/>
              <a:t>mui</a:t>
            </a:r>
            <a:r>
              <a:rPr lang="en-US" sz="500" dirty="0"/>
              <a:t>/material";</a:t>
            </a:r>
          </a:p>
          <a:p>
            <a:pPr marL="0" indent="0">
              <a:buNone/>
            </a:pPr>
            <a:r>
              <a:rPr lang="en-US" sz="500" dirty="0"/>
              <a:t>import </a:t>
            </a:r>
            <a:r>
              <a:rPr lang="en-US" sz="500" dirty="0" err="1"/>
              <a:t>AddCartIcon</a:t>
            </a:r>
            <a:r>
              <a:rPr lang="en-US" sz="500" dirty="0"/>
              <a:t> from "@</a:t>
            </a:r>
            <a:r>
              <a:rPr lang="en-US" sz="500" dirty="0" err="1"/>
              <a:t>mui</a:t>
            </a:r>
            <a:r>
              <a:rPr lang="en-US" sz="500" dirty="0"/>
              <a:t>/icons-material/</a:t>
            </a:r>
            <a:r>
              <a:rPr lang="en-US" sz="500" dirty="0" err="1"/>
              <a:t>AddShoppingCart</a:t>
            </a:r>
            <a:r>
              <a:rPr lang="en-US" sz="500" dirty="0"/>
              <a:t>";</a:t>
            </a:r>
          </a:p>
          <a:p>
            <a:pPr marL="0" indent="0">
              <a:buNone/>
            </a:pPr>
            <a:r>
              <a:rPr lang="en-US" sz="500" dirty="0"/>
              <a:t>import </a:t>
            </a:r>
            <a:r>
              <a:rPr lang="en-US" sz="500" dirty="0" err="1"/>
              <a:t>DisabledCartIcon</a:t>
            </a:r>
            <a:r>
              <a:rPr lang="en-US" sz="500" dirty="0"/>
              <a:t> from "@</a:t>
            </a:r>
            <a:r>
              <a:rPr lang="en-US" sz="500" dirty="0" err="1"/>
              <a:t>mui</a:t>
            </a:r>
            <a:r>
              <a:rPr lang="en-US" sz="500" dirty="0"/>
              <a:t>/icons-material/</a:t>
            </a:r>
            <a:r>
              <a:rPr lang="en-US" sz="500" dirty="0" err="1"/>
              <a:t>RemoveShoppingCart</a:t>
            </a:r>
            <a:r>
              <a:rPr lang="en-US" sz="500" dirty="0"/>
              <a:t>";</a:t>
            </a:r>
          </a:p>
          <a:p>
            <a:pPr marL="0" indent="0">
              <a:buNone/>
            </a:pPr>
            <a:r>
              <a:rPr lang="en-US" sz="500" dirty="0"/>
              <a:t>import { Navigate } from "react-router-</a:t>
            </a:r>
            <a:r>
              <a:rPr lang="en-US" sz="500" dirty="0" err="1"/>
              <a:t>dom</a:t>
            </a:r>
            <a:r>
              <a:rPr lang="en-US" sz="500" dirty="0"/>
              <a:t>";</a:t>
            </a:r>
          </a:p>
          <a:p>
            <a:pPr marL="0" indent="0">
              <a:buNone/>
            </a:pPr>
            <a:br>
              <a:rPr lang="en-US" sz="500" dirty="0"/>
            </a:br>
            <a:endParaRPr lang="en-US" sz="500" dirty="0"/>
          </a:p>
          <a:p>
            <a:pPr marL="0" indent="0">
              <a:buNone/>
            </a:pPr>
            <a:r>
              <a:rPr lang="en-US" sz="500" dirty="0"/>
              <a:t>export default function </a:t>
            </a:r>
            <a:r>
              <a:rPr lang="en-US" sz="500" dirty="0" err="1"/>
              <a:t>AddToCart</a:t>
            </a:r>
            <a:r>
              <a:rPr lang="en-US" sz="500" dirty="0"/>
              <a:t>({ item, </a:t>
            </a:r>
            <a:r>
              <a:rPr lang="en-US" sz="500" dirty="0" err="1"/>
              <a:t>cartStyle</a:t>
            </a:r>
            <a:r>
              <a:rPr lang="en-US" sz="500" dirty="0"/>
              <a:t> }) {</a:t>
            </a:r>
          </a:p>
          <a:p>
            <a:pPr marL="0" indent="0">
              <a:buNone/>
            </a:pPr>
            <a:r>
              <a:rPr lang="en-US" sz="500" dirty="0"/>
              <a:t>  const [redirect, </a:t>
            </a:r>
            <a:r>
              <a:rPr lang="en-US" sz="500" dirty="0" err="1"/>
              <a:t>setRedirect</a:t>
            </a:r>
            <a:r>
              <a:rPr lang="en-US" sz="500" dirty="0"/>
              <a:t>] = </a:t>
            </a:r>
            <a:r>
              <a:rPr lang="en-US" sz="500" dirty="0" err="1"/>
              <a:t>useState</a:t>
            </a:r>
            <a:r>
              <a:rPr lang="en-US" sz="500" dirty="0"/>
              <a:t>(false);</a:t>
            </a:r>
          </a:p>
          <a:p>
            <a:pPr marL="0" indent="0">
              <a:buNone/>
            </a:pPr>
            <a:br>
              <a:rPr lang="en-US" sz="500" dirty="0"/>
            </a:br>
            <a:endParaRPr lang="en-US" sz="500" dirty="0"/>
          </a:p>
          <a:p>
            <a:pPr marL="0" indent="0">
              <a:buNone/>
            </a:pPr>
            <a:r>
              <a:rPr lang="en-US" sz="500" dirty="0"/>
              <a:t>  const </a:t>
            </a:r>
            <a:r>
              <a:rPr lang="en-US" sz="500" dirty="0" err="1"/>
              <a:t>addToCart</a:t>
            </a:r>
            <a:r>
              <a:rPr lang="en-US" sz="500" dirty="0"/>
              <a:t> = () =&gt; {</a:t>
            </a:r>
          </a:p>
          <a:p>
            <a:pPr marL="0" indent="0">
              <a:buNone/>
            </a:pPr>
            <a:r>
              <a:rPr lang="en-US" sz="500" dirty="0"/>
              <a:t>    </a:t>
            </a:r>
            <a:r>
              <a:rPr lang="en-US" sz="500" dirty="0" err="1"/>
              <a:t>cart.addItem</a:t>
            </a:r>
            <a:r>
              <a:rPr lang="en-US" sz="500" dirty="0"/>
              <a:t>(item, () =&gt; {</a:t>
            </a:r>
          </a:p>
          <a:p>
            <a:pPr marL="0" indent="0">
              <a:buNone/>
            </a:pPr>
            <a:r>
              <a:rPr lang="en-US" sz="500" dirty="0"/>
              <a:t>      </a:t>
            </a:r>
            <a:r>
              <a:rPr lang="en-US" sz="500" dirty="0" err="1"/>
              <a:t>setRedirect</a:t>
            </a:r>
            <a:r>
              <a:rPr lang="en-US" sz="500" dirty="0"/>
              <a:t>(true); // just a </a:t>
            </a:r>
            <a:r>
              <a:rPr lang="en-US" sz="500" dirty="0" err="1"/>
              <a:t>boolean</a:t>
            </a:r>
            <a:endParaRPr lang="en-US" sz="500" dirty="0"/>
          </a:p>
          <a:p>
            <a:pPr marL="0" indent="0">
              <a:buNone/>
            </a:pPr>
            <a:r>
              <a:rPr lang="en-US" sz="500" dirty="0"/>
              <a:t>    });</a:t>
            </a:r>
          </a:p>
          <a:p>
            <a:pPr marL="0" indent="0">
              <a:buNone/>
            </a:pPr>
            <a:r>
              <a:rPr lang="en-US" sz="500" dirty="0"/>
              <a:t>  };</a:t>
            </a:r>
          </a:p>
          <a:p>
            <a:pPr marL="0" indent="0">
              <a:buNone/>
            </a:pPr>
            <a:br>
              <a:rPr lang="en-US" sz="500" dirty="0"/>
            </a:br>
            <a:endParaRPr lang="en-US" sz="500" dirty="0"/>
          </a:p>
          <a:p>
            <a:pPr marL="0" indent="0">
              <a:buNone/>
            </a:pPr>
            <a:r>
              <a:rPr lang="en-US" sz="500" dirty="0"/>
              <a:t>  if (redirect) {</a:t>
            </a:r>
          </a:p>
          <a:p>
            <a:pPr marL="0" indent="0">
              <a:buNone/>
            </a:pPr>
            <a:r>
              <a:rPr lang="en-US" sz="500" dirty="0"/>
              <a:t>    return &lt;Navigate to="/cart" replace /&gt;;</a:t>
            </a:r>
          </a:p>
          <a:p>
            <a:pPr marL="0" indent="0">
              <a:buNone/>
            </a:pPr>
            <a:r>
              <a:rPr lang="en-US" sz="500" dirty="0"/>
              <a:t>  }</a:t>
            </a:r>
          </a:p>
          <a:p>
            <a:pPr marL="0" indent="0">
              <a:buNone/>
            </a:pPr>
            <a:br>
              <a:rPr lang="en-US" sz="500" dirty="0"/>
            </a:br>
            <a:endParaRPr lang="en-US" sz="500" dirty="0"/>
          </a:p>
          <a:p>
            <a:pPr marL="0" indent="0">
              <a:buNone/>
            </a:pPr>
            <a:r>
              <a:rPr lang="en-US" sz="500" dirty="0"/>
              <a:t>  return (</a:t>
            </a:r>
          </a:p>
          <a:p>
            <a:pPr marL="0" indent="0">
              <a:buNone/>
            </a:pPr>
            <a:r>
              <a:rPr lang="en-US" sz="500" dirty="0"/>
              <a:t>    &lt;span&gt;</a:t>
            </a:r>
          </a:p>
          <a:p>
            <a:pPr marL="0" indent="0">
              <a:buNone/>
            </a:pPr>
            <a:r>
              <a:rPr lang="en-US" sz="500" dirty="0"/>
              <a:t>      {</a:t>
            </a:r>
            <a:r>
              <a:rPr lang="en-US" sz="500" dirty="0" err="1"/>
              <a:t>item.quantity</a:t>
            </a:r>
            <a:r>
              <a:rPr lang="en-US" sz="500" dirty="0"/>
              <a:t> &gt; 0 ? (</a:t>
            </a:r>
          </a:p>
          <a:p>
            <a:pPr marL="0" indent="0">
              <a:buNone/>
            </a:pPr>
            <a:r>
              <a:rPr lang="en-US" sz="500" dirty="0"/>
              <a:t>        &lt;</a:t>
            </a:r>
            <a:r>
              <a:rPr lang="en-US" sz="500" dirty="0" err="1"/>
              <a:t>IconButton</a:t>
            </a:r>
            <a:endParaRPr lang="en-US" sz="500" dirty="0"/>
          </a:p>
          <a:p>
            <a:pPr marL="0" indent="0">
              <a:buNone/>
            </a:pPr>
            <a:r>
              <a:rPr lang="en-US" sz="500" dirty="0"/>
              <a:t>          color="secondary"</a:t>
            </a:r>
          </a:p>
          <a:p>
            <a:pPr marL="0" indent="0">
              <a:buNone/>
            </a:pPr>
            <a:r>
              <a:rPr lang="en-US" sz="500" dirty="0"/>
              <a:t>          </a:t>
            </a:r>
            <a:r>
              <a:rPr lang="en-US" sz="500" dirty="0" err="1"/>
              <a:t>onClick</a:t>
            </a:r>
            <a:r>
              <a:rPr lang="en-US" sz="500" dirty="0"/>
              <a:t>={</a:t>
            </a:r>
            <a:r>
              <a:rPr lang="en-US" sz="500" dirty="0" err="1"/>
              <a:t>addToCart</a:t>
            </a:r>
            <a:r>
              <a:rPr lang="en-US" sz="500" dirty="0"/>
              <a:t>}</a:t>
            </a:r>
          </a:p>
          <a:p>
            <a:pPr marL="0" indent="0">
              <a:buNone/>
            </a:pPr>
            <a:r>
              <a:rPr lang="en-US" sz="500" dirty="0"/>
              <a:t>          </a:t>
            </a:r>
            <a:r>
              <a:rPr lang="en-US" sz="500" dirty="0" err="1"/>
              <a:t>sx</a:t>
            </a:r>
            <a:r>
              <a:rPr lang="en-US" sz="500" dirty="0"/>
              <a:t>={{ width: "28px", height: "28px" }}</a:t>
            </a:r>
          </a:p>
          <a:p>
            <a:pPr marL="0" indent="0">
              <a:buNone/>
            </a:pPr>
            <a:r>
              <a:rPr lang="en-US" sz="500" dirty="0"/>
              <a:t>        &gt;</a:t>
            </a:r>
          </a:p>
          <a:p>
            <a:pPr marL="0" indent="0">
              <a:buNone/>
            </a:pPr>
            <a:r>
              <a:rPr lang="en-US" sz="500" dirty="0"/>
              <a:t>          &lt;</a:t>
            </a:r>
            <a:r>
              <a:rPr lang="en-US" sz="500" dirty="0" err="1"/>
              <a:t>AddCartIcon</a:t>
            </a:r>
            <a:r>
              <a:rPr lang="en-US" sz="500" dirty="0"/>
              <a:t> </a:t>
            </a:r>
            <a:r>
              <a:rPr lang="en-US" sz="500" dirty="0" err="1"/>
              <a:t>sx</a:t>
            </a:r>
            <a:r>
              <a:rPr lang="en-US" sz="500" dirty="0"/>
              <a:t>={</a:t>
            </a:r>
            <a:r>
              <a:rPr lang="en-US" sz="500" dirty="0" err="1"/>
              <a:t>cartStyle</a:t>
            </a:r>
            <a:r>
              <a:rPr lang="en-US" sz="500" dirty="0"/>
              <a:t> || { width: "28px", height: "28px" }} /&gt;</a:t>
            </a:r>
          </a:p>
          <a:p>
            <a:pPr marL="0" indent="0">
              <a:buNone/>
            </a:pPr>
            <a:r>
              <a:rPr lang="en-US" sz="500" dirty="0"/>
              <a:t>        &lt;/</a:t>
            </a:r>
            <a:r>
              <a:rPr lang="en-US" sz="500" dirty="0" err="1"/>
              <a:t>IconButton</a:t>
            </a:r>
            <a:r>
              <a:rPr lang="en-US" sz="500" dirty="0"/>
              <a:t>&gt;</a:t>
            </a:r>
          </a:p>
          <a:p>
            <a:pPr marL="0" indent="0">
              <a:buNone/>
            </a:pPr>
            <a:r>
              <a:rPr lang="en-US" sz="500" dirty="0"/>
              <a:t>      ) : (</a:t>
            </a:r>
          </a:p>
          <a:p>
            <a:pPr marL="0" indent="0">
              <a:buNone/>
            </a:pPr>
            <a:r>
              <a:rPr lang="en-US" sz="500" dirty="0"/>
              <a:t>        &lt;</a:t>
            </a:r>
            <a:r>
              <a:rPr lang="en-US" sz="500" dirty="0" err="1"/>
              <a:t>IconButton</a:t>
            </a:r>
            <a:endParaRPr lang="en-US" sz="500" dirty="0"/>
          </a:p>
          <a:p>
            <a:pPr marL="0" indent="0">
              <a:buNone/>
            </a:pPr>
            <a:r>
              <a:rPr lang="en-US" sz="500" dirty="0"/>
              <a:t>          disabled</a:t>
            </a:r>
          </a:p>
          <a:p>
            <a:pPr marL="0" indent="0">
              <a:buNone/>
            </a:pPr>
            <a:r>
              <a:rPr lang="en-US" sz="500" dirty="0"/>
              <a:t>          color="secondary"</a:t>
            </a:r>
          </a:p>
          <a:p>
            <a:pPr marL="0" indent="0">
              <a:buNone/>
            </a:pPr>
            <a:r>
              <a:rPr lang="en-US" sz="500" dirty="0"/>
              <a:t>          </a:t>
            </a:r>
            <a:r>
              <a:rPr lang="en-US" sz="500" dirty="0" err="1"/>
              <a:t>sx</a:t>
            </a:r>
            <a:r>
              <a:rPr lang="en-US" sz="500" dirty="0"/>
              <a:t>={{</a:t>
            </a:r>
          </a:p>
          <a:p>
            <a:pPr marL="0" indent="0">
              <a:buNone/>
            </a:pPr>
            <a:r>
              <a:rPr lang="en-US" sz="500" dirty="0"/>
              <a:t>            width: "28px",</a:t>
            </a:r>
          </a:p>
          <a:p>
            <a:pPr marL="0" indent="0">
              <a:buNone/>
            </a:pPr>
            <a:r>
              <a:rPr lang="en-US" sz="500" dirty="0"/>
              <a:t>            height: "28px",</a:t>
            </a:r>
          </a:p>
          <a:p>
            <a:pPr marL="0" indent="0">
              <a:buNone/>
            </a:pPr>
            <a:r>
              <a:rPr lang="en-US" sz="500" dirty="0"/>
              <a:t>            color: "#7f7563",</a:t>
            </a:r>
          </a:p>
          <a:p>
            <a:pPr marL="0" indent="0">
              <a:buNone/>
            </a:pPr>
            <a:r>
              <a:rPr lang="en-US" sz="500" dirty="0"/>
              <a:t>          }}</a:t>
            </a:r>
          </a:p>
          <a:p>
            <a:pPr marL="0" indent="0">
              <a:buNone/>
            </a:pPr>
            <a:r>
              <a:rPr lang="en-US" sz="500" dirty="0"/>
              <a:t>        &gt;</a:t>
            </a:r>
          </a:p>
          <a:p>
            <a:pPr marL="0" indent="0">
              <a:buNone/>
            </a:pPr>
            <a:r>
              <a:rPr lang="en-US" sz="500" dirty="0"/>
              <a:t>          &lt;</a:t>
            </a:r>
            <a:r>
              <a:rPr lang="en-US" sz="500" dirty="0" err="1"/>
              <a:t>DisabledCartIcon</a:t>
            </a:r>
            <a:endParaRPr lang="en-US" sz="500" dirty="0"/>
          </a:p>
          <a:p>
            <a:pPr marL="0" indent="0">
              <a:buNone/>
            </a:pPr>
            <a:r>
              <a:rPr lang="en-US" sz="500" dirty="0"/>
              <a:t>            </a:t>
            </a:r>
            <a:r>
              <a:rPr lang="en-US" sz="500" dirty="0" err="1"/>
              <a:t>sx</a:t>
            </a:r>
            <a:r>
              <a:rPr lang="en-US" sz="500" dirty="0"/>
              <a:t>={</a:t>
            </a:r>
            <a:r>
              <a:rPr lang="en-US" sz="500" dirty="0" err="1"/>
              <a:t>cartStyle</a:t>
            </a:r>
            <a:r>
              <a:rPr lang="en-US" sz="500" dirty="0"/>
              <a:t> || { width: "28px", height: "28px" }}</a:t>
            </a:r>
          </a:p>
          <a:p>
            <a:pPr marL="0" indent="0">
              <a:buNone/>
            </a:pPr>
            <a:r>
              <a:rPr lang="en-US" sz="500" dirty="0"/>
              <a:t>          /&gt;</a:t>
            </a:r>
          </a:p>
          <a:p>
            <a:pPr marL="0" indent="0">
              <a:buNone/>
            </a:pPr>
            <a:r>
              <a:rPr lang="en-US" sz="500" dirty="0"/>
              <a:t>        &lt;/</a:t>
            </a:r>
            <a:r>
              <a:rPr lang="en-US" sz="500" dirty="0" err="1"/>
              <a:t>IconButton</a:t>
            </a:r>
            <a:r>
              <a:rPr lang="en-US" sz="500" dirty="0"/>
              <a:t>&gt;</a:t>
            </a:r>
          </a:p>
          <a:p>
            <a:pPr marL="0" indent="0">
              <a:buNone/>
            </a:pPr>
            <a:r>
              <a:rPr lang="en-US" sz="500" dirty="0"/>
              <a:t>      )}</a:t>
            </a:r>
          </a:p>
          <a:p>
            <a:pPr marL="0" indent="0">
              <a:buNone/>
            </a:pPr>
            <a:r>
              <a:rPr lang="en-US" sz="500" dirty="0"/>
              <a:t>    &lt;/span&gt;</a:t>
            </a:r>
          </a:p>
          <a:p>
            <a:pPr marL="0" indent="0">
              <a:buNone/>
            </a:pPr>
            <a:r>
              <a:rPr lang="en-US" sz="500" dirty="0"/>
              <a:t>  );</a:t>
            </a:r>
          </a:p>
          <a:p>
            <a:pPr marL="0" indent="0">
              <a:buNone/>
            </a:pPr>
            <a:r>
              <a:rPr lang="en-US" sz="500" dirty="0"/>
              <a:t>}</a:t>
            </a:r>
          </a:p>
          <a:p>
            <a:pPr marL="0" indent="0">
              <a:buNone/>
            </a:pPr>
            <a:br>
              <a:rPr lang="en-US" sz="500" dirty="0"/>
            </a:br>
            <a:endParaRPr lang="en-US" sz="500" dirty="0"/>
          </a:p>
          <a:p>
            <a:pPr marL="0" indent="0">
              <a:buNone/>
            </a:pPr>
            <a:r>
              <a:rPr lang="en-US" sz="500" dirty="0" err="1"/>
              <a:t>AddToCart.propTypes</a:t>
            </a:r>
            <a:r>
              <a:rPr lang="en-US" sz="500" dirty="0"/>
              <a:t> = {</a:t>
            </a:r>
          </a:p>
          <a:p>
            <a:pPr marL="0" indent="0">
              <a:buNone/>
            </a:pPr>
            <a:r>
              <a:rPr lang="en-US" sz="500" dirty="0"/>
              <a:t>  item: </a:t>
            </a:r>
            <a:r>
              <a:rPr lang="en-US" sz="500" dirty="0" err="1"/>
              <a:t>PropTypes.object.isRequired</a:t>
            </a:r>
            <a:r>
              <a:rPr lang="en-US" sz="500" dirty="0"/>
              <a:t>,</a:t>
            </a:r>
          </a:p>
          <a:p>
            <a:pPr marL="0" indent="0">
              <a:buNone/>
            </a:pPr>
            <a:r>
              <a:rPr lang="en-US" sz="500" dirty="0"/>
              <a:t>  </a:t>
            </a:r>
            <a:r>
              <a:rPr lang="en-US" sz="500" dirty="0" err="1"/>
              <a:t>cartStyle</a:t>
            </a:r>
            <a:r>
              <a:rPr lang="en-US" sz="500" dirty="0"/>
              <a:t>: </a:t>
            </a:r>
            <a:r>
              <a:rPr lang="en-US" sz="500" dirty="0" err="1"/>
              <a:t>PropTypes.object</a:t>
            </a:r>
            <a:r>
              <a:rPr lang="en-US" sz="500" dirty="0"/>
              <a:t>,</a:t>
            </a:r>
          </a:p>
          <a:p>
            <a:pPr marL="0" indent="0">
              <a:buNone/>
            </a:pPr>
            <a:r>
              <a:rPr lang="en-US" sz="500" dirty="0"/>
              <a:t>};</a:t>
            </a:r>
          </a:p>
          <a:p>
            <a:pPr marL="0" indent="0">
              <a:buNone/>
            </a:pPr>
            <a:endParaRPr lang="en-US" sz="500" dirty="0"/>
          </a:p>
        </p:txBody>
      </p:sp>
      <p:sp>
        <p:nvSpPr>
          <p:cNvPr id="4" name="Date Placeholder 3">
            <a:extLst>
              <a:ext uri="{FF2B5EF4-FFF2-40B4-BE49-F238E27FC236}">
                <a16:creationId xmlns:a16="http://schemas.microsoft.com/office/drawing/2014/main" id="{250FA848-5E71-8666-C8FC-C406B98661D9}"/>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3E4CE07-E471-332C-1307-B0D6516DA76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AE964306-3639-8029-F967-F175FB3A8504}"/>
              </a:ext>
            </a:extLst>
          </p:cNvPr>
          <p:cNvSpPr>
            <a:spLocks noGrp="1"/>
          </p:cNvSpPr>
          <p:nvPr>
            <p:ph type="sldNum" sz="quarter" idx="12"/>
          </p:nvPr>
        </p:nvSpPr>
        <p:spPr/>
        <p:txBody>
          <a:bodyPr/>
          <a:lstStyle/>
          <a:p>
            <a:fld id="{7C5CF243-786F-4254-B068-4C9F0B6EA12F}" type="slidenum">
              <a:rPr lang="en-US" altLang="en-US" smtClean="0"/>
              <a:pPr/>
              <a:t>111</a:t>
            </a:fld>
            <a:endParaRPr lang="en-US" altLang="en-US"/>
          </a:p>
        </p:txBody>
      </p:sp>
    </p:spTree>
    <p:extLst>
      <p:ext uri="{BB962C8B-B14F-4D97-AF65-F5344CB8AC3E}">
        <p14:creationId xmlns:p14="http://schemas.microsoft.com/office/powerpoint/2010/main" val="15463436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951F-2CA6-D024-5283-FDCFEBE282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E60D8D-2B10-75D4-3022-20784BF1E1D7}"/>
              </a:ext>
            </a:extLst>
          </p:cNvPr>
          <p:cNvSpPr>
            <a:spLocks noGrp="1"/>
          </p:cNvSpPr>
          <p:nvPr>
            <p:ph idx="1"/>
          </p:nvPr>
        </p:nvSpPr>
        <p:spPr/>
        <p:txBody>
          <a:bodyPr/>
          <a:lstStyle/>
          <a:p>
            <a:r>
              <a:rPr lang="en-US" dirty="0"/>
              <a:t>Import the </a:t>
            </a:r>
            <a:r>
              <a:rPr lang="en-US" dirty="0" err="1"/>
              <a:t>AddToCart</a:t>
            </a:r>
            <a:r>
              <a:rPr lang="en-US" dirty="0"/>
              <a:t> component to the  </a:t>
            </a:r>
            <a:r>
              <a:rPr lang="en-US" dirty="0" err="1"/>
              <a:t>ShopProduct</a:t>
            </a:r>
            <a:r>
              <a:rPr lang="en-US" dirty="0"/>
              <a:t> component.</a:t>
            </a:r>
          </a:p>
        </p:txBody>
      </p:sp>
      <p:sp>
        <p:nvSpPr>
          <p:cNvPr id="4" name="Date Placeholder 3">
            <a:extLst>
              <a:ext uri="{FF2B5EF4-FFF2-40B4-BE49-F238E27FC236}">
                <a16:creationId xmlns:a16="http://schemas.microsoft.com/office/drawing/2014/main" id="{6E51D7C3-B58B-8295-81EA-B0161825A1E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F73B0CB-B503-D762-A17D-94FD6EF3B656}"/>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37712E8B-7ABA-8B35-93C3-FD929BF37FC3}"/>
              </a:ext>
            </a:extLst>
          </p:cNvPr>
          <p:cNvSpPr>
            <a:spLocks noGrp="1"/>
          </p:cNvSpPr>
          <p:nvPr>
            <p:ph type="sldNum" sz="quarter" idx="12"/>
          </p:nvPr>
        </p:nvSpPr>
        <p:spPr/>
        <p:txBody>
          <a:bodyPr/>
          <a:lstStyle/>
          <a:p>
            <a:fld id="{7C5CF243-786F-4254-B068-4C9F0B6EA12F}" type="slidenum">
              <a:rPr lang="en-US" altLang="en-US" smtClean="0"/>
              <a:pPr/>
              <a:t>112</a:t>
            </a:fld>
            <a:endParaRPr lang="en-US" altLang="en-US"/>
          </a:p>
        </p:txBody>
      </p:sp>
    </p:spTree>
    <p:extLst>
      <p:ext uri="{BB962C8B-B14F-4D97-AF65-F5344CB8AC3E}">
        <p14:creationId xmlns:p14="http://schemas.microsoft.com/office/powerpoint/2010/main" val="11548030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2E31-135D-7938-68BA-4FD7F6DB0FCF}"/>
              </a:ext>
            </a:extLst>
          </p:cNvPr>
          <p:cNvSpPr>
            <a:spLocks noGrp="1"/>
          </p:cNvSpPr>
          <p:nvPr>
            <p:ph type="title"/>
          </p:nvPr>
        </p:nvSpPr>
        <p:spPr/>
        <p:txBody>
          <a:bodyPr/>
          <a:lstStyle/>
          <a:p>
            <a:r>
              <a:rPr lang="en-US" b="1" dirty="0"/>
              <a:t>Updated client/shop/</a:t>
            </a:r>
            <a:r>
              <a:rPr lang="en-US" b="1" dirty="0" err="1"/>
              <a:t>ShopProduct.jsx</a:t>
            </a:r>
            <a:endParaRPr lang="en-US" b="1" dirty="0"/>
          </a:p>
        </p:txBody>
      </p:sp>
      <p:sp>
        <p:nvSpPr>
          <p:cNvPr id="3" name="Content Placeholder 2">
            <a:extLst>
              <a:ext uri="{FF2B5EF4-FFF2-40B4-BE49-F238E27FC236}">
                <a16:creationId xmlns:a16="http://schemas.microsoft.com/office/drawing/2014/main" id="{34B001AB-7A47-B3EE-A549-0665341D6326}"/>
              </a:ext>
            </a:extLst>
          </p:cNvPr>
          <p:cNvSpPr>
            <a:spLocks noGrp="1"/>
          </p:cNvSpPr>
          <p:nvPr>
            <p:ph idx="1"/>
          </p:nvPr>
        </p:nvSpPr>
        <p:spPr/>
        <p:txBody>
          <a:bodyPr/>
          <a:lstStyle/>
          <a:p>
            <a:pPr marL="0" indent="0">
              <a:buNone/>
            </a:pPr>
            <a:r>
              <a:rPr lang="en-US" sz="190" dirty="0"/>
              <a:t>import React, { </a:t>
            </a:r>
            <a:r>
              <a:rPr lang="en-US" sz="190" dirty="0" err="1"/>
              <a:t>useEffect</a:t>
            </a:r>
            <a:r>
              <a:rPr lang="en-US" sz="190" dirty="0"/>
              <a:t>, </a:t>
            </a:r>
            <a:r>
              <a:rPr lang="en-US" sz="190" dirty="0" err="1"/>
              <a:t>useState</a:t>
            </a:r>
            <a:r>
              <a:rPr lang="en-US" sz="190" dirty="0"/>
              <a:t> } from "react";</a:t>
            </a:r>
          </a:p>
          <a:p>
            <a:pPr marL="0" indent="0">
              <a:buNone/>
            </a:pPr>
            <a:r>
              <a:rPr lang="en-US" sz="190" dirty="0"/>
              <a:t>import {</a:t>
            </a:r>
          </a:p>
          <a:p>
            <a:pPr marL="0" indent="0">
              <a:buNone/>
            </a:pPr>
            <a:r>
              <a:rPr lang="en-US" sz="190" dirty="0"/>
              <a:t>  Card,</a:t>
            </a:r>
          </a:p>
          <a:p>
            <a:pPr marL="0" indent="0">
              <a:buNone/>
            </a:pPr>
            <a:r>
              <a:rPr lang="en-US" sz="190" dirty="0"/>
              <a:t>  </a:t>
            </a:r>
            <a:r>
              <a:rPr lang="en-US" sz="190" dirty="0" err="1"/>
              <a:t>CardContent</a:t>
            </a:r>
            <a:r>
              <a:rPr lang="en-US" sz="190" dirty="0"/>
              <a:t>,</a:t>
            </a:r>
          </a:p>
          <a:p>
            <a:pPr marL="0" indent="0">
              <a:buNone/>
            </a:pPr>
            <a:r>
              <a:rPr lang="en-US" sz="190" dirty="0"/>
              <a:t>  </a:t>
            </a:r>
            <a:r>
              <a:rPr lang="en-US" sz="190" dirty="0" err="1"/>
              <a:t>CardMedia</a:t>
            </a:r>
            <a:r>
              <a:rPr lang="en-US" sz="190" dirty="0"/>
              <a:t>,</a:t>
            </a:r>
          </a:p>
          <a:p>
            <a:pPr marL="0" indent="0">
              <a:buNone/>
            </a:pPr>
            <a:r>
              <a:rPr lang="en-US" sz="190" dirty="0"/>
              <a:t>  Typography,</a:t>
            </a:r>
          </a:p>
          <a:p>
            <a:pPr marL="0" indent="0">
              <a:buNone/>
            </a:pPr>
            <a:r>
              <a:rPr lang="en-US" sz="190" dirty="0"/>
              <a:t>  Grid,</a:t>
            </a:r>
          </a:p>
          <a:p>
            <a:pPr marL="0" indent="0">
              <a:buNone/>
            </a:pPr>
            <a:r>
              <a:rPr lang="en-US" sz="190" dirty="0"/>
              <a:t>  Avatar,</a:t>
            </a:r>
          </a:p>
          <a:p>
            <a:pPr marL="0" indent="0">
              <a:buNone/>
            </a:pPr>
            <a:r>
              <a:rPr lang="en-US" sz="190" dirty="0"/>
              <a:t>  Box,</a:t>
            </a:r>
          </a:p>
          <a:p>
            <a:pPr marL="0" indent="0">
              <a:buNone/>
            </a:pPr>
            <a:r>
              <a:rPr lang="en-US" sz="190" dirty="0"/>
              <a:t>  </a:t>
            </a:r>
            <a:r>
              <a:rPr lang="en-US" sz="190" dirty="0" err="1"/>
              <a:t>CardActions</a:t>
            </a:r>
            <a:r>
              <a:rPr lang="en-US" sz="190" dirty="0"/>
              <a:t>,</a:t>
            </a:r>
          </a:p>
          <a:p>
            <a:pPr marL="0" indent="0">
              <a:buNone/>
            </a:pPr>
            <a:r>
              <a:rPr lang="en-US" sz="190" dirty="0"/>
              <a:t>} from "@</a:t>
            </a:r>
            <a:r>
              <a:rPr lang="en-US" sz="190" dirty="0" err="1"/>
              <a:t>mui</a:t>
            </a:r>
            <a:r>
              <a:rPr lang="en-US" sz="190" dirty="0"/>
              <a:t>/material";</a:t>
            </a:r>
          </a:p>
          <a:p>
            <a:pPr marL="0" indent="0">
              <a:buNone/>
            </a:pPr>
            <a:r>
              <a:rPr lang="en-US" sz="190" dirty="0"/>
              <a:t>import { </a:t>
            </a:r>
            <a:r>
              <a:rPr lang="en-US" sz="190" dirty="0" err="1"/>
              <a:t>useTheme</a:t>
            </a:r>
            <a:r>
              <a:rPr lang="en-US" sz="190" dirty="0"/>
              <a:t> } from "@</a:t>
            </a:r>
            <a:r>
              <a:rPr lang="en-US" sz="190" dirty="0" err="1"/>
              <a:t>mui</a:t>
            </a:r>
            <a:r>
              <a:rPr lang="en-US" sz="190" dirty="0"/>
              <a:t>/material/styles";</a:t>
            </a:r>
          </a:p>
          <a:p>
            <a:pPr marL="0" indent="0">
              <a:buNone/>
            </a:pPr>
            <a:r>
              <a:rPr lang="en-US" sz="190" dirty="0"/>
              <a:t>import { </a:t>
            </a:r>
            <a:r>
              <a:rPr lang="en-US" sz="190" dirty="0" err="1"/>
              <a:t>useParams</a:t>
            </a:r>
            <a:r>
              <a:rPr lang="en-US" sz="190" dirty="0"/>
              <a:t> } from "react-router-</a:t>
            </a:r>
            <a:r>
              <a:rPr lang="en-US" sz="190" dirty="0" err="1"/>
              <a:t>dom</a:t>
            </a:r>
            <a:r>
              <a:rPr lang="en-US" sz="190" dirty="0"/>
              <a:t>";</a:t>
            </a:r>
          </a:p>
          <a:p>
            <a:pPr marL="0" indent="0">
              <a:buNone/>
            </a:pPr>
            <a:r>
              <a:rPr lang="en-US" sz="190" dirty="0"/>
              <a:t>import { read } from "./api-shop.js";</a:t>
            </a:r>
          </a:p>
          <a:p>
            <a:pPr marL="0" indent="0">
              <a:buNone/>
            </a:pPr>
            <a:r>
              <a:rPr lang="en-US" sz="190" dirty="0"/>
              <a:t>import { </a:t>
            </a:r>
            <a:r>
              <a:rPr lang="en-US" sz="190" dirty="0" err="1"/>
              <a:t>listByShop</a:t>
            </a:r>
            <a:r>
              <a:rPr lang="en-US" sz="190" dirty="0"/>
              <a:t> } from "../product/api-product.js";</a:t>
            </a:r>
          </a:p>
          <a:p>
            <a:pPr marL="0" indent="0">
              <a:buNone/>
            </a:pPr>
            <a:r>
              <a:rPr lang="en-US" sz="190" dirty="0">
                <a:highlight>
                  <a:srgbClr val="FFFF00"/>
                </a:highlight>
              </a:rPr>
              <a:t>import </a:t>
            </a:r>
            <a:r>
              <a:rPr lang="en-US" sz="190" dirty="0" err="1">
                <a:highlight>
                  <a:srgbClr val="FFFF00"/>
                </a:highlight>
              </a:rPr>
              <a:t>AddToCart</a:t>
            </a:r>
            <a:r>
              <a:rPr lang="en-US" sz="190" dirty="0">
                <a:highlight>
                  <a:srgbClr val="FFFF00"/>
                </a:highlight>
              </a:rPr>
              <a:t> from "../cart/</a:t>
            </a:r>
            <a:r>
              <a:rPr lang="en-US" sz="190" dirty="0" err="1">
                <a:highlight>
                  <a:srgbClr val="FFFF00"/>
                </a:highlight>
              </a:rPr>
              <a:t>AddToCart</a:t>
            </a:r>
            <a:r>
              <a:rPr lang="en-US" sz="190" dirty="0">
                <a:highlight>
                  <a:srgbClr val="FFFF00"/>
                </a:highlight>
              </a:rPr>
              <a:t>";</a:t>
            </a:r>
          </a:p>
          <a:p>
            <a:pPr marL="0" indent="0">
              <a:buNone/>
            </a:pPr>
            <a:br>
              <a:rPr lang="en-US" sz="190" dirty="0"/>
            </a:br>
            <a:endParaRPr lang="en-US" sz="190" dirty="0"/>
          </a:p>
          <a:p>
            <a:pPr marL="0" indent="0">
              <a:buNone/>
            </a:pPr>
            <a:r>
              <a:rPr lang="en-US" sz="190" dirty="0"/>
              <a:t>export default function </a:t>
            </a:r>
            <a:r>
              <a:rPr lang="en-US" sz="190" dirty="0" err="1"/>
              <a:t>ShopProduct</a:t>
            </a:r>
            <a:r>
              <a:rPr lang="en-US" sz="190" dirty="0"/>
              <a:t>() {</a:t>
            </a:r>
          </a:p>
          <a:p>
            <a:pPr marL="0" indent="0">
              <a:buNone/>
            </a:pPr>
            <a:r>
              <a:rPr lang="en-US" sz="190" dirty="0"/>
              <a:t>  const params = </a:t>
            </a:r>
            <a:r>
              <a:rPr lang="en-US" sz="190" dirty="0" err="1"/>
              <a:t>useParams</a:t>
            </a:r>
            <a:r>
              <a:rPr lang="en-US" sz="190" dirty="0"/>
              <a:t>();</a:t>
            </a:r>
          </a:p>
          <a:p>
            <a:pPr marL="0" indent="0">
              <a:buNone/>
            </a:pPr>
            <a:r>
              <a:rPr lang="en-US" sz="190" dirty="0"/>
              <a:t>  const theme = </a:t>
            </a:r>
            <a:r>
              <a:rPr lang="en-US" sz="190" dirty="0" err="1"/>
              <a:t>useTheme</a:t>
            </a:r>
            <a:r>
              <a:rPr lang="en-US" sz="190" dirty="0"/>
              <a:t>();</a:t>
            </a:r>
          </a:p>
          <a:p>
            <a:pPr marL="0" indent="0">
              <a:buNone/>
            </a:pPr>
            <a:r>
              <a:rPr lang="en-US" sz="190" dirty="0"/>
              <a:t>  const [shop, </a:t>
            </a:r>
            <a:r>
              <a:rPr lang="en-US" sz="190" dirty="0" err="1"/>
              <a:t>setShop</a:t>
            </a:r>
            <a:r>
              <a:rPr lang="en-US" sz="190" dirty="0"/>
              <a:t>] = </a:t>
            </a:r>
            <a:r>
              <a:rPr lang="en-US" sz="190" dirty="0" err="1"/>
              <a:t>useState</a:t>
            </a:r>
            <a:r>
              <a:rPr lang="en-US" sz="190" dirty="0"/>
              <a:t>(null);</a:t>
            </a:r>
          </a:p>
          <a:p>
            <a:pPr marL="0" indent="0">
              <a:buNone/>
            </a:pPr>
            <a:r>
              <a:rPr lang="en-US" sz="190" dirty="0"/>
              <a:t>  const [products, </a:t>
            </a:r>
            <a:r>
              <a:rPr lang="en-US" sz="190" dirty="0" err="1"/>
              <a:t>setProducts</a:t>
            </a:r>
            <a:r>
              <a:rPr lang="en-US" sz="190" dirty="0"/>
              <a:t>] = </a:t>
            </a:r>
            <a:r>
              <a:rPr lang="en-US" sz="190" dirty="0" err="1"/>
              <a:t>useState</a:t>
            </a:r>
            <a:r>
              <a:rPr lang="en-US" sz="190" dirty="0"/>
              <a:t>([]);</a:t>
            </a:r>
          </a:p>
          <a:p>
            <a:pPr marL="0" indent="0">
              <a:buNone/>
            </a:pPr>
            <a:r>
              <a:rPr lang="en-US" sz="190" dirty="0"/>
              <a:t>  const [error, </a:t>
            </a:r>
            <a:r>
              <a:rPr lang="en-US" sz="190" dirty="0" err="1"/>
              <a:t>setError</a:t>
            </a:r>
            <a:r>
              <a:rPr lang="en-US" sz="190" dirty="0"/>
              <a:t>] = </a:t>
            </a:r>
            <a:r>
              <a:rPr lang="en-US" sz="190" dirty="0" err="1"/>
              <a:t>useState</a:t>
            </a:r>
            <a:r>
              <a:rPr lang="en-US" sz="190" dirty="0"/>
              <a:t>("");</a:t>
            </a:r>
          </a:p>
          <a:p>
            <a:pPr marL="0" indent="0">
              <a:buNone/>
            </a:pPr>
            <a:br>
              <a:rPr lang="en-US" sz="190" dirty="0"/>
            </a:br>
            <a:endParaRPr lang="en-US" sz="190" dirty="0"/>
          </a:p>
          <a:p>
            <a:pPr marL="0" indent="0">
              <a:buNone/>
            </a:pPr>
            <a:r>
              <a:rPr lang="en-US" sz="190" dirty="0"/>
              <a:t>  </a:t>
            </a:r>
            <a:r>
              <a:rPr lang="en-US" sz="190" dirty="0" err="1"/>
              <a:t>useEffect</a:t>
            </a:r>
            <a:r>
              <a:rPr lang="en-US" sz="190" dirty="0"/>
              <a:t>(() =&gt; {</a:t>
            </a:r>
          </a:p>
          <a:p>
            <a:pPr marL="0" indent="0">
              <a:buNone/>
            </a:pPr>
            <a:r>
              <a:rPr lang="en-US" sz="190" dirty="0"/>
              <a:t>    const </a:t>
            </a:r>
            <a:r>
              <a:rPr lang="en-US" sz="190" dirty="0" err="1"/>
              <a:t>abortController</a:t>
            </a:r>
            <a:r>
              <a:rPr lang="en-US" sz="190" dirty="0"/>
              <a:t> = new </a:t>
            </a:r>
            <a:r>
              <a:rPr lang="en-US" sz="190" dirty="0" err="1"/>
              <a:t>AbortController</a:t>
            </a:r>
            <a:r>
              <a:rPr lang="en-US" sz="190" dirty="0"/>
              <a:t>();</a:t>
            </a:r>
          </a:p>
          <a:p>
            <a:pPr marL="0" indent="0">
              <a:buNone/>
            </a:pPr>
            <a:r>
              <a:rPr lang="en-US" sz="190" dirty="0"/>
              <a:t>    const signal = </a:t>
            </a:r>
            <a:r>
              <a:rPr lang="en-US" sz="190" dirty="0" err="1"/>
              <a:t>abortController.signal</a:t>
            </a:r>
            <a:r>
              <a:rPr lang="en-US" sz="190" dirty="0"/>
              <a:t>;</a:t>
            </a:r>
          </a:p>
          <a:p>
            <a:pPr marL="0" indent="0">
              <a:buNone/>
            </a:pPr>
            <a:br>
              <a:rPr lang="en-US" sz="190" dirty="0"/>
            </a:br>
            <a:endParaRPr lang="en-US" sz="190" dirty="0"/>
          </a:p>
          <a:p>
            <a:pPr marL="0" indent="0">
              <a:buNone/>
            </a:pPr>
            <a:r>
              <a:rPr lang="en-US" sz="190" dirty="0"/>
              <a:t>    read({ </a:t>
            </a:r>
            <a:r>
              <a:rPr lang="en-US" sz="190" dirty="0" err="1"/>
              <a:t>shopId</a:t>
            </a:r>
            <a:r>
              <a:rPr lang="en-US" sz="190" dirty="0"/>
              <a:t>: </a:t>
            </a:r>
            <a:r>
              <a:rPr lang="en-US" sz="190" dirty="0" err="1"/>
              <a:t>params.shopId</a:t>
            </a:r>
            <a:r>
              <a:rPr lang="en-US" sz="190" dirty="0"/>
              <a:t> }, signal).then((data) =&gt; {</a:t>
            </a:r>
          </a:p>
          <a:p>
            <a:pPr marL="0" indent="0">
              <a:buNone/>
            </a:pPr>
            <a:r>
              <a:rPr lang="en-US" sz="190" dirty="0"/>
              <a:t>      if (</a:t>
            </a:r>
            <a:r>
              <a:rPr lang="en-US" sz="190" dirty="0" err="1"/>
              <a:t>data.error</a:t>
            </a:r>
            <a:r>
              <a:rPr lang="en-US" sz="190" dirty="0"/>
              <a:t>) {</a:t>
            </a:r>
          </a:p>
          <a:p>
            <a:pPr marL="0" indent="0">
              <a:buNone/>
            </a:pPr>
            <a:r>
              <a:rPr lang="en-US" sz="190" dirty="0"/>
              <a:t>        </a:t>
            </a:r>
            <a:r>
              <a:rPr lang="en-US" sz="190" dirty="0" err="1"/>
              <a:t>setError</a:t>
            </a:r>
            <a:r>
              <a:rPr lang="en-US" sz="190" dirty="0"/>
              <a:t>(</a:t>
            </a:r>
            <a:r>
              <a:rPr lang="en-US" sz="190" dirty="0" err="1"/>
              <a:t>data.error</a:t>
            </a:r>
            <a:r>
              <a:rPr lang="en-US" sz="190" dirty="0"/>
              <a:t>);</a:t>
            </a:r>
          </a:p>
          <a:p>
            <a:pPr marL="0" indent="0">
              <a:buNone/>
            </a:pPr>
            <a:r>
              <a:rPr lang="en-US" sz="190" dirty="0"/>
              <a:t>      } else {</a:t>
            </a:r>
          </a:p>
          <a:p>
            <a:pPr marL="0" indent="0">
              <a:buNone/>
            </a:pPr>
            <a:r>
              <a:rPr lang="en-US" sz="190" dirty="0"/>
              <a:t>        </a:t>
            </a:r>
            <a:r>
              <a:rPr lang="en-US" sz="190" dirty="0" err="1"/>
              <a:t>setShop</a:t>
            </a:r>
            <a:r>
              <a:rPr lang="en-US" sz="190" dirty="0"/>
              <a:t>(data);</a:t>
            </a:r>
          </a:p>
          <a:p>
            <a:pPr marL="0" indent="0">
              <a:buNone/>
            </a:pPr>
            <a:r>
              <a:rPr lang="en-US" sz="190" dirty="0"/>
              <a:t>      }</a:t>
            </a:r>
          </a:p>
          <a:p>
            <a:pPr marL="0" indent="0">
              <a:buNone/>
            </a:pPr>
            <a:r>
              <a:rPr lang="en-US" sz="190" dirty="0"/>
              <a:t>    });</a:t>
            </a:r>
          </a:p>
          <a:p>
            <a:pPr marL="0" indent="0">
              <a:buNone/>
            </a:pPr>
            <a:br>
              <a:rPr lang="en-US" sz="190" dirty="0"/>
            </a:br>
            <a:endParaRPr lang="en-US" sz="190" dirty="0"/>
          </a:p>
          <a:p>
            <a:pPr marL="0" indent="0">
              <a:buNone/>
            </a:pPr>
            <a:r>
              <a:rPr lang="en-US" sz="190" dirty="0"/>
              <a:t>    </a:t>
            </a:r>
            <a:r>
              <a:rPr lang="en-US" sz="190" dirty="0" err="1"/>
              <a:t>listByShop</a:t>
            </a:r>
            <a:r>
              <a:rPr lang="en-US" sz="190" dirty="0"/>
              <a:t>({ </a:t>
            </a:r>
            <a:r>
              <a:rPr lang="en-US" sz="190" dirty="0" err="1"/>
              <a:t>shopId</a:t>
            </a:r>
            <a:r>
              <a:rPr lang="en-US" sz="190" dirty="0"/>
              <a:t>: </a:t>
            </a:r>
            <a:r>
              <a:rPr lang="en-US" sz="190" dirty="0" err="1"/>
              <a:t>params.shopId</a:t>
            </a:r>
            <a:r>
              <a:rPr lang="en-US" sz="190" dirty="0"/>
              <a:t> }, signal).then((data) =&gt; {</a:t>
            </a:r>
          </a:p>
          <a:p>
            <a:pPr marL="0" indent="0">
              <a:buNone/>
            </a:pPr>
            <a:r>
              <a:rPr lang="en-US" sz="190" dirty="0"/>
              <a:t>      if (</a:t>
            </a:r>
            <a:r>
              <a:rPr lang="en-US" sz="190" dirty="0" err="1"/>
              <a:t>data.error</a:t>
            </a:r>
            <a:r>
              <a:rPr lang="en-US" sz="190" dirty="0"/>
              <a:t>) {</a:t>
            </a:r>
          </a:p>
          <a:p>
            <a:pPr marL="0" indent="0">
              <a:buNone/>
            </a:pPr>
            <a:r>
              <a:rPr lang="en-US" sz="190" dirty="0"/>
              <a:t>        </a:t>
            </a:r>
            <a:r>
              <a:rPr lang="en-US" sz="190" dirty="0" err="1"/>
              <a:t>setError</a:t>
            </a:r>
            <a:r>
              <a:rPr lang="en-US" sz="190" dirty="0"/>
              <a:t>(</a:t>
            </a:r>
            <a:r>
              <a:rPr lang="en-US" sz="190" dirty="0" err="1"/>
              <a:t>data.error</a:t>
            </a:r>
            <a:r>
              <a:rPr lang="en-US" sz="190" dirty="0"/>
              <a:t>);</a:t>
            </a:r>
          </a:p>
          <a:p>
            <a:pPr marL="0" indent="0">
              <a:buNone/>
            </a:pPr>
            <a:r>
              <a:rPr lang="en-US" sz="190" dirty="0"/>
              <a:t>      } else {</a:t>
            </a:r>
          </a:p>
          <a:p>
            <a:pPr marL="0" indent="0">
              <a:buNone/>
            </a:pPr>
            <a:r>
              <a:rPr lang="en-US" sz="190" dirty="0"/>
              <a:t>        </a:t>
            </a:r>
            <a:r>
              <a:rPr lang="en-US" sz="190" dirty="0" err="1"/>
              <a:t>setProducts</a:t>
            </a:r>
            <a:r>
              <a:rPr lang="en-US" sz="190" dirty="0"/>
              <a:t>(data);</a:t>
            </a:r>
          </a:p>
          <a:p>
            <a:pPr marL="0" indent="0">
              <a:buNone/>
            </a:pPr>
            <a:r>
              <a:rPr lang="en-US" sz="190" dirty="0"/>
              <a:t>      }</a:t>
            </a:r>
          </a:p>
          <a:p>
            <a:pPr marL="0" indent="0">
              <a:buNone/>
            </a:pPr>
            <a:r>
              <a:rPr lang="en-US" sz="190" dirty="0"/>
              <a:t>    });</a:t>
            </a:r>
          </a:p>
          <a:p>
            <a:pPr marL="0" indent="0">
              <a:buNone/>
            </a:pPr>
            <a:br>
              <a:rPr lang="en-US" sz="190" dirty="0"/>
            </a:br>
            <a:endParaRPr lang="en-US" sz="190" dirty="0"/>
          </a:p>
          <a:p>
            <a:pPr marL="0" indent="0">
              <a:buNone/>
            </a:pPr>
            <a:r>
              <a:rPr lang="en-US" sz="190" dirty="0"/>
              <a:t>    return () =&gt; </a:t>
            </a:r>
            <a:r>
              <a:rPr lang="en-US" sz="190" dirty="0" err="1"/>
              <a:t>abortController.abort</a:t>
            </a:r>
            <a:r>
              <a:rPr lang="en-US" sz="190" dirty="0"/>
              <a:t>();</a:t>
            </a:r>
          </a:p>
          <a:p>
            <a:pPr marL="0" indent="0">
              <a:buNone/>
            </a:pPr>
            <a:r>
              <a:rPr lang="en-US" sz="190" dirty="0"/>
              <a:t>  }, [</a:t>
            </a:r>
            <a:r>
              <a:rPr lang="en-US" sz="190" dirty="0" err="1"/>
              <a:t>params.shopId</a:t>
            </a:r>
            <a:r>
              <a:rPr lang="en-US" sz="190" dirty="0"/>
              <a:t>]);</a:t>
            </a:r>
          </a:p>
          <a:p>
            <a:pPr marL="0" indent="0">
              <a:buNone/>
            </a:pPr>
            <a:br>
              <a:rPr lang="en-US" sz="190" dirty="0"/>
            </a:br>
            <a:endParaRPr lang="en-US" sz="190" dirty="0"/>
          </a:p>
          <a:p>
            <a:pPr marL="0" indent="0">
              <a:buNone/>
            </a:pPr>
            <a:r>
              <a:rPr lang="en-US" sz="190" dirty="0"/>
              <a:t>  if (error) {</a:t>
            </a:r>
          </a:p>
          <a:p>
            <a:pPr marL="0" indent="0">
              <a:buNone/>
            </a:pPr>
            <a:r>
              <a:rPr lang="en-US" sz="190" dirty="0"/>
              <a:t>    return (</a:t>
            </a:r>
          </a:p>
          <a:p>
            <a:pPr marL="0" indent="0">
              <a:buNone/>
            </a:pPr>
            <a:r>
              <a:rPr lang="en-US" sz="190" dirty="0"/>
              <a:t>      &lt;Typography color="error" </a:t>
            </a:r>
            <a:r>
              <a:rPr lang="en-US" sz="190" dirty="0" err="1"/>
              <a:t>sx</a:t>
            </a:r>
            <a:r>
              <a:rPr lang="en-US" sz="190" dirty="0"/>
              <a:t>={{ m: 4 }}&gt;</a:t>
            </a:r>
          </a:p>
          <a:p>
            <a:pPr marL="0" indent="0">
              <a:buNone/>
            </a:pPr>
            <a:r>
              <a:rPr lang="en-US" sz="190" dirty="0"/>
              <a:t>        {error}</a:t>
            </a:r>
          </a:p>
          <a:p>
            <a:pPr marL="0" indent="0">
              <a:buNone/>
            </a:pPr>
            <a:r>
              <a:rPr lang="en-US" sz="190" dirty="0"/>
              <a:t>      &lt;/Typography&gt;</a:t>
            </a:r>
          </a:p>
          <a:p>
            <a:pPr marL="0" indent="0">
              <a:buNone/>
            </a:pPr>
            <a:r>
              <a:rPr lang="en-US" sz="190" dirty="0"/>
              <a:t>    );</a:t>
            </a:r>
          </a:p>
          <a:p>
            <a:pPr marL="0" indent="0">
              <a:buNone/>
            </a:pPr>
            <a:r>
              <a:rPr lang="en-US" sz="190" dirty="0"/>
              <a:t>  }</a:t>
            </a:r>
          </a:p>
          <a:p>
            <a:pPr marL="0" indent="0">
              <a:buNone/>
            </a:pPr>
            <a:br>
              <a:rPr lang="en-US" sz="190" dirty="0"/>
            </a:br>
            <a:endParaRPr lang="en-US" sz="190" dirty="0"/>
          </a:p>
          <a:p>
            <a:pPr marL="0" indent="0">
              <a:buNone/>
            </a:pPr>
            <a:r>
              <a:rPr lang="en-US" sz="190" dirty="0"/>
              <a:t>  return (</a:t>
            </a:r>
          </a:p>
          <a:p>
            <a:pPr marL="0" indent="0">
              <a:buNone/>
            </a:pPr>
            <a:r>
              <a:rPr lang="en-US" sz="190" dirty="0"/>
              <a:t>    &lt;Box </a:t>
            </a:r>
            <a:r>
              <a:rPr lang="en-US" sz="190" dirty="0" err="1"/>
              <a:t>sx</a:t>
            </a:r>
            <a:r>
              <a:rPr lang="en-US" sz="190" dirty="0"/>
              <a:t>={{ </a:t>
            </a:r>
            <a:r>
              <a:rPr lang="en-US" sz="190" dirty="0" err="1"/>
              <a:t>flexGrow</a:t>
            </a:r>
            <a:r>
              <a:rPr lang="en-US" sz="190" dirty="0"/>
              <a:t>: 1, m: 2 }}&gt;</a:t>
            </a:r>
          </a:p>
          <a:p>
            <a:pPr marL="0" indent="0">
              <a:buNone/>
            </a:pPr>
            <a:r>
              <a:rPr lang="en-US" sz="190" dirty="0"/>
              <a:t>      {/* Shop Info Header */}</a:t>
            </a:r>
          </a:p>
          <a:p>
            <a:pPr marL="0" indent="0">
              <a:buNone/>
            </a:pPr>
            <a:r>
              <a:rPr lang="en-US" sz="190" dirty="0"/>
              <a:t>      {shop &amp;&amp; (</a:t>
            </a:r>
          </a:p>
          <a:p>
            <a:pPr marL="0" indent="0">
              <a:buNone/>
            </a:pPr>
            <a:r>
              <a:rPr lang="en-US" sz="190" dirty="0"/>
              <a:t>        &lt;Box </a:t>
            </a:r>
            <a:r>
              <a:rPr lang="en-US" sz="190" dirty="0" err="1"/>
              <a:t>sx</a:t>
            </a:r>
            <a:r>
              <a:rPr lang="en-US" sz="190" dirty="0"/>
              <a:t>={{ </a:t>
            </a:r>
            <a:r>
              <a:rPr lang="en-US" sz="190" dirty="0" err="1"/>
              <a:t>textAlign</a:t>
            </a:r>
            <a:r>
              <a:rPr lang="en-US" sz="190" dirty="0"/>
              <a:t>: "center", mb: 4 }}&gt;</a:t>
            </a:r>
          </a:p>
          <a:p>
            <a:pPr marL="0" indent="0">
              <a:buNone/>
            </a:pPr>
            <a:r>
              <a:rPr lang="en-US" sz="190" dirty="0"/>
              <a:t>          &lt;Avatar</a:t>
            </a:r>
          </a:p>
          <a:p>
            <a:pPr marL="0" indent="0">
              <a:buNone/>
            </a:pPr>
            <a:r>
              <a:rPr lang="en-US" sz="190" dirty="0"/>
              <a:t>            </a:t>
            </a:r>
            <a:r>
              <a:rPr lang="en-US" sz="190" dirty="0" err="1"/>
              <a:t>src</a:t>
            </a:r>
            <a:r>
              <a:rPr lang="en-US" sz="190" dirty="0"/>
              <a:t>={`/</a:t>
            </a:r>
            <a:r>
              <a:rPr lang="en-US" sz="190" dirty="0" err="1"/>
              <a:t>api</a:t>
            </a:r>
            <a:r>
              <a:rPr lang="en-US" sz="190" dirty="0"/>
              <a:t>/shops/logo/${</a:t>
            </a:r>
            <a:r>
              <a:rPr lang="en-US" sz="190" dirty="0" err="1"/>
              <a:t>shop._id</a:t>
            </a:r>
            <a:r>
              <a:rPr lang="en-US" sz="190" dirty="0"/>
              <a:t>}?${new Date().</a:t>
            </a:r>
            <a:r>
              <a:rPr lang="en-US" sz="190" dirty="0" err="1"/>
              <a:t>getTime</a:t>
            </a:r>
            <a:r>
              <a:rPr lang="en-US" sz="190" dirty="0"/>
              <a:t>()}`}</a:t>
            </a:r>
          </a:p>
          <a:p>
            <a:pPr marL="0" indent="0">
              <a:buNone/>
            </a:pPr>
            <a:r>
              <a:rPr lang="en-US" sz="190" dirty="0"/>
              <a:t>            </a:t>
            </a:r>
            <a:r>
              <a:rPr lang="en-US" sz="190" dirty="0" err="1"/>
              <a:t>sx</a:t>
            </a:r>
            <a:r>
              <a:rPr lang="en-US" sz="190" dirty="0"/>
              <a:t>={{ width: 80, height: 80, mx: "auto", mb: 2 }}</a:t>
            </a:r>
          </a:p>
          <a:p>
            <a:pPr marL="0" indent="0">
              <a:buNone/>
            </a:pPr>
            <a:r>
              <a:rPr lang="en-US" sz="190" dirty="0"/>
              <a:t>          /&gt;</a:t>
            </a:r>
          </a:p>
          <a:p>
            <a:pPr marL="0" indent="0">
              <a:buNone/>
            </a:pPr>
            <a:r>
              <a:rPr lang="en-US" sz="190" dirty="0"/>
              <a:t>          &lt;Typography</a:t>
            </a:r>
          </a:p>
          <a:p>
            <a:pPr marL="0" indent="0">
              <a:buNone/>
            </a:pPr>
            <a:r>
              <a:rPr lang="en-US" sz="190" dirty="0"/>
              <a:t>            variant="h5"</a:t>
            </a:r>
          </a:p>
          <a:p>
            <a:pPr marL="0" indent="0">
              <a:buNone/>
            </a:pPr>
            <a:r>
              <a:rPr lang="en-US" sz="190" dirty="0"/>
              <a:t>            </a:t>
            </a:r>
            <a:r>
              <a:rPr lang="en-US" sz="190" dirty="0" err="1"/>
              <a:t>sx</a:t>
            </a:r>
            <a:r>
              <a:rPr lang="en-US" sz="190" dirty="0"/>
              <a:t>={{ </a:t>
            </a:r>
            <a:r>
              <a:rPr lang="en-US" sz="190" dirty="0" err="1"/>
              <a:t>fontWeight</a:t>
            </a:r>
            <a:r>
              <a:rPr lang="en-US" sz="190" dirty="0"/>
              <a:t>: "bold", color: </a:t>
            </a:r>
            <a:r>
              <a:rPr lang="en-US" sz="190" dirty="0" err="1"/>
              <a:t>theme.palette.primary.main</a:t>
            </a:r>
            <a:r>
              <a:rPr lang="en-US" sz="190" dirty="0"/>
              <a:t> }}</a:t>
            </a:r>
          </a:p>
          <a:p>
            <a:pPr marL="0" indent="0">
              <a:buNone/>
            </a:pPr>
            <a:r>
              <a:rPr lang="en-US" sz="190" dirty="0"/>
              <a:t>          &gt;</a:t>
            </a:r>
          </a:p>
          <a:p>
            <a:pPr marL="0" indent="0">
              <a:buNone/>
            </a:pPr>
            <a:r>
              <a:rPr lang="en-US" sz="190" dirty="0"/>
              <a:t>            {shop.name}</a:t>
            </a:r>
          </a:p>
          <a:p>
            <a:pPr marL="0" indent="0">
              <a:buNone/>
            </a:pPr>
            <a:r>
              <a:rPr lang="en-US" sz="190" dirty="0"/>
              <a:t>          &lt;/Typography&gt;</a:t>
            </a:r>
          </a:p>
          <a:p>
            <a:pPr marL="0" indent="0">
              <a:buNone/>
            </a:pPr>
            <a:r>
              <a:rPr lang="en-US" sz="190" dirty="0"/>
              <a:t>          &lt;Typography</a:t>
            </a:r>
          </a:p>
          <a:p>
            <a:pPr marL="0" indent="0">
              <a:buNone/>
            </a:pPr>
            <a:r>
              <a:rPr lang="en-US" sz="190" dirty="0"/>
              <a:t>            variant="body1"</a:t>
            </a:r>
          </a:p>
          <a:p>
            <a:pPr marL="0" indent="0">
              <a:buNone/>
            </a:pPr>
            <a:r>
              <a:rPr lang="en-US" sz="190" dirty="0"/>
              <a:t>            </a:t>
            </a:r>
            <a:r>
              <a:rPr lang="en-US" sz="190" dirty="0" err="1"/>
              <a:t>sx</a:t>
            </a:r>
            <a:r>
              <a:rPr lang="en-US" sz="190" dirty="0"/>
              <a:t>={{ color: </a:t>
            </a:r>
            <a:r>
              <a:rPr lang="en-US" sz="190" dirty="0" err="1"/>
              <a:t>theme.palette.text.secondary</a:t>
            </a:r>
            <a:r>
              <a:rPr lang="en-US" sz="190" dirty="0"/>
              <a:t> }}</a:t>
            </a:r>
          </a:p>
          <a:p>
            <a:pPr marL="0" indent="0">
              <a:buNone/>
            </a:pPr>
            <a:r>
              <a:rPr lang="en-US" sz="190" dirty="0"/>
              <a:t>          &gt;</a:t>
            </a:r>
          </a:p>
          <a:p>
            <a:pPr marL="0" indent="0">
              <a:buNone/>
            </a:pPr>
            <a:r>
              <a:rPr lang="en-US" sz="190" dirty="0"/>
              <a:t>            {</a:t>
            </a:r>
            <a:r>
              <a:rPr lang="en-US" sz="190" dirty="0" err="1"/>
              <a:t>shop.description</a:t>
            </a:r>
            <a:r>
              <a:rPr lang="en-US" sz="190" dirty="0"/>
              <a:t>}</a:t>
            </a:r>
          </a:p>
          <a:p>
            <a:pPr marL="0" indent="0">
              <a:buNone/>
            </a:pPr>
            <a:r>
              <a:rPr lang="en-US" sz="190" dirty="0"/>
              <a:t>          &lt;/Typography&gt;</a:t>
            </a:r>
          </a:p>
          <a:p>
            <a:pPr marL="0" indent="0">
              <a:buNone/>
            </a:pPr>
            <a:r>
              <a:rPr lang="en-US" sz="190" dirty="0"/>
              <a:t>        &lt;/Box&gt;</a:t>
            </a:r>
          </a:p>
          <a:p>
            <a:pPr marL="0" indent="0">
              <a:buNone/>
            </a:pPr>
            <a:r>
              <a:rPr lang="en-US" sz="190" dirty="0"/>
              <a:t>      )}</a:t>
            </a:r>
          </a:p>
          <a:p>
            <a:pPr marL="0" indent="0">
              <a:buNone/>
            </a:pPr>
            <a:br>
              <a:rPr lang="en-US" sz="190" dirty="0"/>
            </a:br>
            <a:endParaRPr lang="en-US" sz="190" dirty="0"/>
          </a:p>
          <a:p>
            <a:pPr marL="0" indent="0">
              <a:buNone/>
            </a:pPr>
            <a:r>
              <a:rPr lang="en-US" sz="190" dirty="0"/>
              <a:t>      {/* Products Grid */}</a:t>
            </a:r>
          </a:p>
          <a:p>
            <a:pPr marL="0" indent="0">
              <a:buNone/>
            </a:pPr>
            <a:r>
              <a:rPr lang="en-US" sz="190" dirty="0"/>
              <a:t>      &lt;Grid</a:t>
            </a:r>
          </a:p>
          <a:p>
            <a:pPr marL="0" indent="0">
              <a:buNone/>
            </a:pPr>
            <a:r>
              <a:rPr lang="en-US" sz="190" dirty="0"/>
              <a:t>        container</a:t>
            </a:r>
          </a:p>
          <a:p>
            <a:pPr marL="0" indent="0">
              <a:buNone/>
            </a:pPr>
            <a:r>
              <a:rPr lang="en-US" sz="190" dirty="0"/>
              <a:t>        spacing={4}</a:t>
            </a:r>
          </a:p>
          <a:p>
            <a:pPr marL="0" indent="0">
              <a:buNone/>
            </a:pPr>
            <a:r>
              <a:rPr lang="en-US" sz="190" dirty="0"/>
              <a:t>        </a:t>
            </a:r>
            <a:r>
              <a:rPr lang="en-US" sz="190" dirty="0" err="1"/>
              <a:t>justifyContent</a:t>
            </a:r>
            <a:r>
              <a:rPr lang="en-US" sz="190" dirty="0"/>
              <a:t>="center"</a:t>
            </a:r>
          </a:p>
          <a:p>
            <a:pPr marL="0" indent="0">
              <a:buNone/>
            </a:pPr>
            <a:r>
              <a:rPr lang="en-US" sz="190" dirty="0"/>
              <a:t>        </a:t>
            </a:r>
            <a:r>
              <a:rPr lang="en-US" sz="190" dirty="0" err="1"/>
              <a:t>sx</a:t>
            </a:r>
            <a:r>
              <a:rPr lang="en-US" sz="190" dirty="0"/>
              <a:t>={{ </a:t>
            </a:r>
            <a:r>
              <a:rPr lang="en-US" sz="190" dirty="0" err="1"/>
              <a:t>maxWidth</a:t>
            </a:r>
            <a:r>
              <a:rPr lang="en-US" sz="190" dirty="0"/>
              <a:t>: "1400px", margin: "auto" }}</a:t>
            </a:r>
          </a:p>
          <a:p>
            <a:pPr marL="0" indent="0">
              <a:buNone/>
            </a:pPr>
            <a:r>
              <a:rPr lang="en-US" sz="190" dirty="0"/>
              <a:t>      &gt;</a:t>
            </a:r>
          </a:p>
          <a:p>
            <a:pPr marL="0" indent="0">
              <a:buNone/>
            </a:pPr>
            <a:r>
              <a:rPr lang="en-US" sz="190" dirty="0"/>
              <a:t>        {</a:t>
            </a:r>
            <a:r>
              <a:rPr lang="en-US" sz="190" dirty="0" err="1"/>
              <a:t>products.map</a:t>
            </a:r>
            <a:r>
              <a:rPr lang="en-US" sz="190" dirty="0"/>
              <a:t>((product) =&gt; {</a:t>
            </a:r>
          </a:p>
          <a:p>
            <a:pPr marL="0" indent="0">
              <a:buNone/>
            </a:pPr>
            <a:r>
              <a:rPr lang="en-US" sz="190" dirty="0"/>
              <a:t>          const </a:t>
            </a:r>
            <a:r>
              <a:rPr lang="en-US" sz="190" dirty="0" err="1"/>
              <a:t>imageUrl</a:t>
            </a:r>
            <a:r>
              <a:rPr lang="en-US" sz="190" dirty="0"/>
              <a:t> = `/</a:t>
            </a:r>
            <a:r>
              <a:rPr lang="en-US" sz="190" dirty="0" err="1"/>
              <a:t>api</a:t>
            </a:r>
            <a:r>
              <a:rPr lang="en-US" sz="190" dirty="0"/>
              <a:t>/product/image/${</a:t>
            </a:r>
          </a:p>
          <a:p>
            <a:pPr marL="0" indent="0">
              <a:buNone/>
            </a:pPr>
            <a:r>
              <a:rPr lang="en-US" sz="190" dirty="0"/>
              <a:t>            </a:t>
            </a:r>
            <a:r>
              <a:rPr lang="en-US" sz="190" dirty="0" err="1"/>
              <a:t>product._id</a:t>
            </a:r>
            <a:endParaRPr lang="en-US" sz="190" dirty="0"/>
          </a:p>
          <a:p>
            <a:pPr marL="0" indent="0">
              <a:buNone/>
            </a:pPr>
            <a:r>
              <a:rPr lang="en-US" sz="190" dirty="0"/>
              <a:t>          }?${new Date().</a:t>
            </a:r>
            <a:r>
              <a:rPr lang="en-US" sz="190" dirty="0" err="1"/>
              <a:t>getTime</a:t>
            </a:r>
            <a:r>
              <a:rPr lang="en-US" sz="190" dirty="0"/>
              <a:t>()}`;</a:t>
            </a:r>
          </a:p>
          <a:p>
            <a:pPr marL="0" indent="0">
              <a:buNone/>
            </a:pPr>
            <a:r>
              <a:rPr lang="en-US" sz="190" dirty="0"/>
              <a:t>          return (</a:t>
            </a:r>
          </a:p>
          <a:p>
            <a:pPr marL="0" indent="0">
              <a:buNone/>
            </a:pPr>
            <a:r>
              <a:rPr lang="en-US" sz="190" dirty="0"/>
              <a:t>            &lt;Grid</a:t>
            </a:r>
          </a:p>
          <a:p>
            <a:pPr marL="0" indent="0">
              <a:buNone/>
            </a:pPr>
            <a:r>
              <a:rPr lang="en-US" sz="190" dirty="0"/>
              <a:t>              item</a:t>
            </a:r>
          </a:p>
          <a:p>
            <a:pPr marL="0" indent="0">
              <a:buNone/>
            </a:pPr>
            <a:r>
              <a:rPr lang="en-US" sz="190" dirty="0"/>
              <a:t>              key={</a:t>
            </a:r>
            <a:r>
              <a:rPr lang="en-US" sz="190" dirty="0" err="1"/>
              <a:t>product._id</a:t>
            </a:r>
            <a:r>
              <a:rPr lang="en-US" sz="190" dirty="0"/>
              <a:t>}</a:t>
            </a:r>
          </a:p>
          <a:p>
            <a:pPr marL="0" indent="0">
              <a:buNone/>
            </a:pPr>
            <a:r>
              <a:rPr lang="en-US" sz="190" dirty="0"/>
              <a:t>              </a:t>
            </a:r>
            <a:r>
              <a:rPr lang="en-US" sz="190" dirty="0" err="1"/>
              <a:t>xs</a:t>
            </a:r>
            <a:r>
              <a:rPr lang="en-US" sz="190" dirty="0"/>
              <a:t>={12}</a:t>
            </a:r>
          </a:p>
          <a:p>
            <a:pPr marL="0" indent="0">
              <a:buNone/>
            </a:pPr>
            <a:r>
              <a:rPr lang="en-US" sz="190" dirty="0"/>
              <a:t>              </a:t>
            </a:r>
            <a:r>
              <a:rPr lang="en-US" sz="190" dirty="0" err="1"/>
              <a:t>sm</a:t>
            </a:r>
            <a:r>
              <a:rPr lang="en-US" sz="190" dirty="0"/>
              <a:t>={6}</a:t>
            </a:r>
          </a:p>
          <a:p>
            <a:pPr marL="0" indent="0">
              <a:buNone/>
            </a:pPr>
            <a:r>
              <a:rPr lang="en-US" sz="190" dirty="0"/>
              <a:t>              md={4}</a:t>
            </a:r>
          </a:p>
          <a:p>
            <a:pPr marL="0" indent="0">
              <a:buNone/>
            </a:pPr>
            <a:r>
              <a:rPr lang="en-US" sz="190" dirty="0"/>
              <a:t>              lg={3}</a:t>
            </a:r>
          </a:p>
          <a:p>
            <a:pPr marL="0" indent="0">
              <a:buNone/>
            </a:pPr>
            <a:r>
              <a:rPr lang="en-US" sz="190" dirty="0"/>
              <a:t>              </a:t>
            </a:r>
            <a:r>
              <a:rPr lang="en-US" sz="190" dirty="0" err="1"/>
              <a:t>sx</a:t>
            </a:r>
            <a:r>
              <a:rPr lang="en-US" sz="190" dirty="0"/>
              <a:t>={{ display: "flex", </a:t>
            </a:r>
            <a:r>
              <a:rPr lang="en-US" sz="190" dirty="0" err="1"/>
              <a:t>justifyContent</a:t>
            </a:r>
            <a:r>
              <a:rPr lang="en-US" sz="190" dirty="0"/>
              <a:t>: "center" }}</a:t>
            </a:r>
          </a:p>
          <a:p>
            <a:pPr marL="0" indent="0">
              <a:buNone/>
            </a:pPr>
            <a:r>
              <a:rPr lang="en-US" sz="190" dirty="0"/>
              <a:t>            &gt;</a:t>
            </a:r>
          </a:p>
          <a:p>
            <a:pPr marL="0" indent="0">
              <a:buNone/>
            </a:pPr>
            <a:r>
              <a:rPr lang="en-US" sz="190" dirty="0"/>
              <a:t>              &lt;Card </a:t>
            </a:r>
            <a:r>
              <a:rPr lang="en-US" sz="190" dirty="0" err="1"/>
              <a:t>sx</a:t>
            </a:r>
            <a:r>
              <a:rPr lang="en-US" sz="190" dirty="0"/>
              <a:t>={{ width: "100%", </a:t>
            </a:r>
            <a:r>
              <a:rPr lang="en-US" sz="190" dirty="0" err="1"/>
              <a:t>maxWidth</a:t>
            </a:r>
            <a:r>
              <a:rPr lang="en-US" sz="190" dirty="0"/>
              <a:t>: 450, </a:t>
            </a:r>
            <a:r>
              <a:rPr lang="en-US" sz="190" dirty="0" err="1"/>
              <a:t>textAlign</a:t>
            </a:r>
            <a:r>
              <a:rPr lang="en-US" sz="190" dirty="0"/>
              <a:t>: "center" }}&gt;</a:t>
            </a:r>
          </a:p>
          <a:p>
            <a:pPr marL="0" indent="0">
              <a:buNone/>
            </a:pPr>
            <a:r>
              <a:rPr lang="en-US" sz="190" dirty="0"/>
              <a:t>                &lt;</a:t>
            </a:r>
            <a:r>
              <a:rPr lang="en-US" sz="190" dirty="0" err="1"/>
              <a:t>CardMedia</a:t>
            </a:r>
            <a:endParaRPr lang="en-US" sz="190" dirty="0"/>
          </a:p>
          <a:p>
            <a:pPr marL="0" indent="0">
              <a:buNone/>
            </a:pPr>
            <a:r>
              <a:rPr lang="en-US" sz="190" dirty="0"/>
              <a:t>                  component="</a:t>
            </a:r>
            <a:r>
              <a:rPr lang="en-US" sz="190" dirty="0" err="1"/>
              <a:t>img</a:t>
            </a:r>
            <a:r>
              <a:rPr lang="en-US" sz="190" dirty="0"/>
              <a:t>"</a:t>
            </a:r>
          </a:p>
          <a:p>
            <a:pPr marL="0" indent="0">
              <a:buNone/>
            </a:pPr>
            <a:r>
              <a:rPr lang="en-US" sz="190" dirty="0"/>
              <a:t>                  </a:t>
            </a:r>
            <a:r>
              <a:rPr lang="en-US" sz="190" dirty="0" err="1"/>
              <a:t>sx</a:t>
            </a:r>
            <a:r>
              <a:rPr lang="en-US" sz="190" dirty="0"/>
              <a:t>={{</a:t>
            </a:r>
          </a:p>
          <a:p>
            <a:pPr marL="0" indent="0">
              <a:buNone/>
            </a:pPr>
            <a:r>
              <a:rPr lang="en-US" sz="190" dirty="0"/>
              <a:t>                    height: { </a:t>
            </a:r>
            <a:r>
              <a:rPr lang="en-US" sz="190" dirty="0" err="1"/>
              <a:t>xs</a:t>
            </a:r>
            <a:r>
              <a:rPr lang="en-US" sz="190" dirty="0"/>
              <a:t>: 200, </a:t>
            </a:r>
            <a:r>
              <a:rPr lang="en-US" sz="190" dirty="0" err="1"/>
              <a:t>sm</a:t>
            </a:r>
            <a:r>
              <a:rPr lang="en-US" sz="190" dirty="0"/>
              <a:t>: 220, md: 250, lg: 300 },</a:t>
            </a:r>
          </a:p>
          <a:p>
            <a:pPr marL="0" indent="0">
              <a:buNone/>
            </a:pPr>
            <a:r>
              <a:rPr lang="en-US" sz="190" dirty="0"/>
              <a:t>                    </a:t>
            </a:r>
            <a:r>
              <a:rPr lang="en-US" sz="190" dirty="0" err="1"/>
              <a:t>objectFit</a:t>
            </a:r>
            <a:r>
              <a:rPr lang="en-US" sz="190" dirty="0"/>
              <a:t>: "cover",</a:t>
            </a:r>
          </a:p>
          <a:p>
            <a:pPr marL="0" indent="0">
              <a:buNone/>
            </a:pPr>
            <a:r>
              <a:rPr lang="en-US" sz="190" dirty="0"/>
              <a:t>                  }}</a:t>
            </a:r>
          </a:p>
          <a:p>
            <a:pPr marL="0" indent="0">
              <a:buNone/>
            </a:pPr>
            <a:r>
              <a:rPr lang="en-US" sz="190" dirty="0"/>
              <a:t>                  image={</a:t>
            </a:r>
            <a:r>
              <a:rPr lang="en-US" sz="190" dirty="0" err="1"/>
              <a:t>imageUrl</a:t>
            </a:r>
            <a:r>
              <a:rPr lang="en-US" sz="190" dirty="0"/>
              <a:t>}</a:t>
            </a:r>
          </a:p>
          <a:p>
            <a:pPr marL="0" indent="0">
              <a:buNone/>
            </a:pPr>
            <a:r>
              <a:rPr lang="en-US" sz="190" dirty="0"/>
              <a:t>                  alt={product.name}</a:t>
            </a:r>
          </a:p>
          <a:p>
            <a:pPr marL="0" indent="0">
              <a:buNone/>
            </a:pPr>
            <a:r>
              <a:rPr lang="en-US" sz="190" dirty="0"/>
              <a:t>                /&gt;</a:t>
            </a:r>
          </a:p>
          <a:p>
            <a:pPr marL="0" indent="0">
              <a:buNone/>
            </a:pPr>
            <a:r>
              <a:rPr lang="en-US" sz="190" dirty="0"/>
              <a:t>                &lt;</a:t>
            </a:r>
            <a:r>
              <a:rPr lang="en-US" sz="190" dirty="0" err="1"/>
              <a:t>CardContent</a:t>
            </a:r>
            <a:r>
              <a:rPr lang="en-US" sz="190" dirty="0"/>
              <a:t>&gt;</a:t>
            </a:r>
          </a:p>
          <a:p>
            <a:pPr marL="0" indent="0">
              <a:buNone/>
            </a:pPr>
            <a:r>
              <a:rPr lang="en-US" sz="190" dirty="0"/>
              <a:t>                  &lt;Typography</a:t>
            </a:r>
          </a:p>
          <a:p>
            <a:pPr marL="0" indent="0">
              <a:buNone/>
            </a:pPr>
            <a:r>
              <a:rPr lang="en-US" sz="190" dirty="0"/>
              <a:t>                    variant="h6"</a:t>
            </a:r>
          </a:p>
          <a:p>
            <a:pPr marL="0" indent="0">
              <a:buNone/>
            </a:pPr>
            <a:r>
              <a:rPr lang="en-US" sz="190" dirty="0"/>
              <a:t>                    </a:t>
            </a:r>
            <a:r>
              <a:rPr lang="en-US" sz="190" dirty="0" err="1"/>
              <a:t>sx</a:t>
            </a:r>
            <a:r>
              <a:rPr lang="en-US" sz="190" dirty="0"/>
              <a:t>={{ mb: 1, color: </a:t>
            </a:r>
            <a:r>
              <a:rPr lang="en-US" sz="190" dirty="0" err="1"/>
              <a:t>theme.palette.primary.main</a:t>
            </a:r>
            <a:r>
              <a:rPr lang="en-US" sz="190" dirty="0"/>
              <a:t> }}</a:t>
            </a:r>
          </a:p>
          <a:p>
            <a:pPr marL="0" indent="0">
              <a:buNone/>
            </a:pPr>
            <a:r>
              <a:rPr lang="en-US" sz="190" dirty="0"/>
              <a:t>                  &gt;</a:t>
            </a:r>
          </a:p>
          <a:p>
            <a:pPr marL="0" indent="0">
              <a:buNone/>
            </a:pPr>
            <a:r>
              <a:rPr lang="en-US" sz="190" dirty="0"/>
              <a:t>                    {product.name}</a:t>
            </a:r>
          </a:p>
          <a:p>
            <a:pPr marL="0" indent="0">
              <a:buNone/>
            </a:pPr>
            <a:r>
              <a:rPr lang="en-US" sz="190" dirty="0"/>
              <a:t>                  &lt;/Typography&gt;</a:t>
            </a:r>
          </a:p>
          <a:p>
            <a:pPr marL="0" indent="0">
              <a:buNone/>
            </a:pPr>
            <a:r>
              <a:rPr lang="en-US" sz="190" dirty="0"/>
              <a:t>                  &lt;Typography</a:t>
            </a:r>
          </a:p>
          <a:p>
            <a:pPr marL="0" indent="0">
              <a:buNone/>
            </a:pPr>
            <a:r>
              <a:rPr lang="en-US" sz="190" dirty="0"/>
              <a:t>                    variant="body2"</a:t>
            </a:r>
          </a:p>
          <a:p>
            <a:pPr marL="0" indent="0">
              <a:buNone/>
            </a:pPr>
            <a:r>
              <a:rPr lang="en-US" sz="190" dirty="0"/>
              <a:t>                    </a:t>
            </a:r>
            <a:r>
              <a:rPr lang="en-US" sz="190" dirty="0" err="1"/>
              <a:t>sx</a:t>
            </a:r>
            <a:r>
              <a:rPr lang="en-US" sz="190" dirty="0"/>
              <a:t>={{ mb: 1, color: </a:t>
            </a:r>
            <a:r>
              <a:rPr lang="en-US" sz="190" dirty="0" err="1"/>
              <a:t>theme.palette.text.secondary</a:t>
            </a:r>
            <a:r>
              <a:rPr lang="en-US" sz="190" dirty="0"/>
              <a:t> }}</a:t>
            </a:r>
          </a:p>
          <a:p>
            <a:pPr marL="0" indent="0">
              <a:buNone/>
            </a:pPr>
            <a:r>
              <a:rPr lang="en-US" sz="190" dirty="0"/>
              <a:t>                  &gt;</a:t>
            </a:r>
          </a:p>
          <a:p>
            <a:pPr marL="0" indent="0">
              <a:buNone/>
            </a:pPr>
            <a:r>
              <a:rPr lang="en-US" sz="190" dirty="0"/>
              <a:t>                    {</a:t>
            </a:r>
            <a:r>
              <a:rPr lang="en-US" sz="190" dirty="0" err="1"/>
              <a:t>product.description</a:t>
            </a:r>
            <a:r>
              <a:rPr lang="en-US" sz="190" dirty="0"/>
              <a:t>}</a:t>
            </a:r>
          </a:p>
          <a:p>
            <a:pPr marL="0" indent="0">
              <a:buNone/>
            </a:pPr>
            <a:r>
              <a:rPr lang="en-US" sz="190" dirty="0"/>
              <a:t>                  &lt;/Typography&gt;</a:t>
            </a:r>
          </a:p>
          <a:p>
            <a:pPr marL="0" indent="0">
              <a:buNone/>
            </a:pPr>
            <a:r>
              <a:rPr lang="en-US" sz="190" dirty="0"/>
              <a:t>                  &lt;Typography variant="subtitle1" </a:t>
            </a:r>
            <a:r>
              <a:rPr lang="en-US" sz="190" dirty="0" err="1"/>
              <a:t>sx</a:t>
            </a:r>
            <a:r>
              <a:rPr lang="en-US" sz="190" dirty="0"/>
              <a:t>={{ mb: 1 }}&gt;</a:t>
            </a:r>
          </a:p>
          <a:p>
            <a:pPr marL="0" indent="0">
              <a:buNone/>
            </a:pPr>
            <a:r>
              <a:rPr lang="en-US" sz="190" dirty="0"/>
              <a:t>                    Price: ${</a:t>
            </a:r>
            <a:r>
              <a:rPr lang="en-US" sz="190" dirty="0" err="1"/>
              <a:t>product.price</a:t>
            </a:r>
            <a:r>
              <a:rPr lang="en-US" sz="190" dirty="0"/>
              <a:t>}</a:t>
            </a:r>
          </a:p>
          <a:p>
            <a:pPr marL="0" indent="0">
              <a:buNone/>
            </a:pPr>
            <a:r>
              <a:rPr lang="en-US" sz="190" dirty="0"/>
              <a:t>                  &lt;/Typography&gt;</a:t>
            </a:r>
          </a:p>
          <a:p>
            <a:pPr marL="0" indent="0">
              <a:buNone/>
            </a:pPr>
            <a:r>
              <a:rPr lang="en-US" sz="190" dirty="0"/>
              <a:t>                  &lt;Typography variant="subtitle2" </a:t>
            </a:r>
            <a:r>
              <a:rPr lang="en-US" sz="190" dirty="0" err="1"/>
              <a:t>sx</a:t>
            </a:r>
            <a:r>
              <a:rPr lang="en-US" sz="190" dirty="0"/>
              <a:t>={{ mb: 2 }}&gt;</a:t>
            </a:r>
          </a:p>
          <a:p>
            <a:pPr marL="0" indent="0">
              <a:buNone/>
            </a:pPr>
            <a:r>
              <a:rPr lang="en-US" sz="190" dirty="0"/>
              <a:t>                    Quantity: {</a:t>
            </a:r>
            <a:r>
              <a:rPr lang="en-US" sz="190" dirty="0" err="1"/>
              <a:t>product.quantity</a:t>
            </a:r>
            <a:r>
              <a:rPr lang="en-US" sz="190" dirty="0"/>
              <a:t>}</a:t>
            </a:r>
          </a:p>
          <a:p>
            <a:pPr marL="0" indent="0">
              <a:buNone/>
            </a:pPr>
            <a:r>
              <a:rPr lang="en-US" sz="190" dirty="0"/>
              <a:t>                  &lt;/Typography&gt;</a:t>
            </a:r>
          </a:p>
          <a:p>
            <a:pPr marL="0" indent="0">
              <a:buNone/>
            </a:pPr>
            <a:r>
              <a:rPr lang="en-US" sz="190" dirty="0"/>
              <a:t>                &lt;/</a:t>
            </a:r>
            <a:r>
              <a:rPr lang="en-US" sz="190" dirty="0" err="1"/>
              <a:t>CardContent</a:t>
            </a:r>
            <a:r>
              <a:rPr lang="en-US" sz="190" dirty="0"/>
              <a:t>&gt;</a:t>
            </a:r>
          </a:p>
          <a:p>
            <a:pPr marL="0" indent="0">
              <a:buNone/>
            </a:pPr>
            <a:r>
              <a:rPr lang="en-US" sz="190" dirty="0"/>
              <a:t>                </a:t>
            </a:r>
            <a:r>
              <a:rPr lang="en-US" sz="190" dirty="0">
                <a:highlight>
                  <a:srgbClr val="FFFF00"/>
                </a:highlight>
              </a:rPr>
              <a:t>&lt;</a:t>
            </a:r>
            <a:r>
              <a:rPr lang="en-US" sz="190" dirty="0" err="1">
                <a:highlight>
                  <a:srgbClr val="FFFF00"/>
                </a:highlight>
              </a:rPr>
              <a:t>CardActions</a:t>
            </a:r>
            <a:r>
              <a:rPr lang="en-US" sz="190" dirty="0">
                <a:highlight>
                  <a:srgbClr val="FFFF00"/>
                </a:highlight>
              </a:rPr>
              <a:t> </a:t>
            </a:r>
            <a:r>
              <a:rPr lang="en-US" sz="190" dirty="0" err="1">
                <a:highlight>
                  <a:srgbClr val="FFFF00"/>
                </a:highlight>
              </a:rPr>
              <a:t>sx</a:t>
            </a:r>
            <a:r>
              <a:rPr lang="en-US" sz="190" dirty="0">
                <a:highlight>
                  <a:srgbClr val="FFFF00"/>
                </a:highlight>
              </a:rPr>
              <a:t>={{ </a:t>
            </a:r>
            <a:r>
              <a:rPr lang="en-US" sz="190" dirty="0" err="1">
                <a:highlight>
                  <a:srgbClr val="FFFF00"/>
                </a:highlight>
              </a:rPr>
              <a:t>justifyContent</a:t>
            </a:r>
            <a:r>
              <a:rPr lang="en-US" sz="190" dirty="0">
                <a:highlight>
                  <a:srgbClr val="FFFF00"/>
                </a:highlight>
              </a:rPr>
              <a:t>: "center", mb: 2 }}&gt;</a:t>
            </a:r>
          </a:p>
          <a:p>
            <a:pPr marL="0" indent="0">
              <a:buNone/>
            </a:pPr>
            <a:r>
              <a:rPr lang="en-US" sz="190" dirty="0">
                <a:highlight>
                  <a:srgbClr val="FFFF00"/>
                </a:highlight>
              </a:rPr>
              <a:t>                  &lt;</a:t>
            </a:r>
            <a:r>
              <a:rPr lang="en-US" sz="190" dirty="0" err="1">
                <a:highlight>
                  <a:srgbClr val="FFFF00"/>
                </a:highlight>
              </a:rPr>
              <a:t>AddToCart</a:t>
            </a:r>
            <a:r>
              <a:rPr lang="en-US" sz="190" dirty="0">
                <a:highlight>
                  <a:srgbClr val="FFFF00"/>
                </a:highlight>
              </a:rPr>
              <a:t> item={product} /&gt;</a:t>
            </a:r>
          </a:p>
          <a:p>
            <a:pPr marL="0" indent="0">
              <a:buNone/>
            </a:pPr>
            <a:r>
              <a:rPr lang="en-US" sz="190" dirty="0">
                <a:highlight>
                  <a:srgbClr val="FFFF00"/>
                </a:highlight>
              </a:rPr>
              <a:t>                &lt;/</a:t>
            </a:r>
            <a:r>
              <a:rPr lang="en-US" sz="190" dirty="0" err="1">
                <a:highlight>
                  <a:srgbClr val="FFFF00"/>
                </a:highlight>
              </a:rPr>
              <a:t>CardActions</a:t>
            </a:r>
            <a:r>
              <a:rPr lang="en-US" sz="190" dirty="0">
                <a:highlight>
                  <a:srgbClr val="FFFF00"/>
                </a:highlight>
              </a:rPr>
              <a:t>&gt;</a:t>
            </a:r>
          </a:p>
          <a:p>
            <a:pPr marL="0" indent="0">
              <a:buNone/>
            </a:pPr>
            <a:r>
              <a:rPr lang="en-US" sz="190" dirty="0"/>
              <a:t>              &lt;/Card&gt;</a:t>
            </a:r>
          </a:p>
          <a:p>
            <a:pPr marL="0" indent="0">
              <a:buNone/>
            </a:pPr>
            <a:r>
              <a:rPr lang="en-US" sz="190" dirty="0"/>
              <a:t>            &lt;/Grid&gt;</a:t>
            </a:r>
          </a:p>
          <a:p>
            <a:pPr marL="0" indent="0">
              <a:buNone/>
            </a:pPr>
            <a:r>
              <a:rPr lang="en-US" sz="190" dirty="0"/>
              <a:t>          );</a:t>
            </a:r>
          </a:p>
          <a:p>
            <a:pPr marL="0" indent="0">
              <a:buNone/>
            </a:pPr>
            <a:r>
              <a:rPr lang="en-US" sz="190" dirty="0"/>
              <a:t>        })}</a:t>
            </a:r>
          </a:p>
          <a:p>
            <a:pPr marL="0" indent="0">
              <a:buNone/>
            </a:pPr>
            <a:r>
              <a:rPr lang="en-US" sz="190" dirty="0"/>
              <a:t>      &lt;/Grid&gt;</a:t>
            </a:r>
          </a:p>
          <a:p>
            <a:pPr marL="0" indent="0">
              <a:buNone/>
            </a:pPr>
            <a:r>
              <a:rPr lang="en-US" sz="190" dirty="0"/>
              <a:t>    &lt;/Box&gt;</a:t>
            </a:r>
          </a:p>
          <a:p>
            <a:pPr marL="0" indent="0">
              <a:buNone/>
            </a:pPr>
            <a:r>
              <a:rPr lang="en-US" sz="190" dirty="0"/>
              <a:t>  );</a:t>
            </a:r>
          </a:p>
          <a:p>
            <a:pPr marL="0" indent="0">
              <a:buNone/>
            </a:pPr>
            <a:r>
              <a:rPr lang="en-US" sz="190" dirty="0"/>
              <a:t>}</a:t>
            </a:r>
          </a:p>
          <a:p>
            <a:pPr marL="0" indent="0">
              <a:buNone/>
            </a:pPr>
            <a:endParaRPr lang="en-US" sz="190" dirty="0"/>
          </a:p>
        </p:txBody>
      </p:sp>
      <p:sp>
        <p:nvSpPr>
          <p:cNvPr id="4" name="Date Placeholder 3">
            <a:extLst>
              <a:ext uri="{FF2B5EF4-FFF2-40B4-BE49-F238E27FC236}">
                <a16:creationId xmlns:a16="http://schemas.microsoft.com/office/drawing/2014/main" id="{9C8198E4-7443-CBB0-AB45-EA96F9CC876E}"/>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0768BED-DCF3-FAD0-866E-DB17AA62333E}"/>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611131A4-9F74-1A28-B106-7A7CA5486025}"/>
              </a:ext>
            </a:extLst>
          </p:cNvPr>
          <p:cNvSpPr>
            <a:spLocks noGrp="1"/>
          </p:cNvSpPr>
          <p:nvPr>
            <p:ph type="sldNum" sz="quarter" idx="12"/>
          </p:nvPr>
        </p:nvSpPr>
        <p:spPr/>
        <p:txBody>
          <a:bodyPr/>
          <a:lstStyle/>
          <a:p>
            <a:fld id="{7C5CF243-786F-4254-B068-4C9F0B6EA12F}" type="slidenum">
              <a:rPr lang="en-US" altLang="en-US" smtClean="0"/>
              <a:pPr/>
              <a:t>113</a:t>
            </a:fld>
            <a:endParaRPr lang="en-US" altLang="en-US"/>
          </a:p>
        </p:txBody>
      </p:sp>
    </p:spTree>
    <p:extLst>
      <p:ext uri="{BB962C8B-B14F-4D97-AF65-F5344CB8AC3E}">
        <p14:creationId xmlns:p14="http://schemas.microsoft.com/office/powerpoint/2010/main" val="27830508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C63DB-CC94-6D54-F30A-27F321442A71}"/>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610480A5-C836-08C1-0095-8D1F3DD6A7F2}"/>
              </a:ext>
            </a:extLst>
          </p:cNvPr>
          <p:cNvPicPr>
            <a:picLocks noGrp="1" noChangeAspect="1"/>
          </p:cNvPicPr>
          <p:nvPr>
            <p:ph idx="1"/>
          </p:nvPr>
        </p:nvPicPr>
        <p:blipFill>
          <a:blip r:embed="rId2"/>
          <a:stretch>
            <a:fillRect/>
          </a:stretch>
        </p:blipFill>
        <p:spPr bwMode="auto">
          <a:xfrm>
            <a:off x="990600" y="914401"/>
            <a:ext cx="8077200" cy="5330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728E4020-C23C-282A-A48A-D036AD10A61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8A28E599-B72A-AE6C-0249-8BE4261CD886}"/>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62E28C61-32D7-B356-A8F0-6B8413CCA93D}"/>
              </a:ext>
            </a:extLst>
          </p:cNvPr>
          <p:cNvSpPr>
            <a:spLocks noGrp="1"/>
          </p:cNvSpPr>
          <p:nvPr>
            <p:ph type="sldNum" sz="quarter" idx="12"/>
          </p:nvPr>
        </p:nvSpPr>
        <p:spPr/>
        <p:txBody>
          <a:bodyPr/>
          <a:lstStyle/>
          <a:p>
            <a:fld id="{7C5CF243-786F-4254-B068-4C9F0B6EA12F}" type="slidenum">
              <a:rPr lang="en-US" altLang="en-US" smtClean="0"/>
              <a:pPr/>
              <a:t>114</a:t>
            </a:fld>
            <a:endParaRPr lang="en-US" altLang="en-US"/>
          </a:p>
        </p:txBody>
      </p:sp>
    </p:spTree>
    <p:extLst>
      <p:ext uri="{BB962C8B-B14F-4D97-AF65-F5344CB8AC3E}">
        <p14:creationId xmlns:p14="http://schemas.microsoft.com/office/powerpoint/2010/main" val="34877306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DAF5E-19BF-93C1-EF08-0E0E2794C4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9B4152-AE74-6F4A-6BD7-15B90D185290}"/>
              </a:ext>
            </a:extLst>
          </p:cNvPr>
          <p:cNvSpPr>
            <a:spLocks noGrp="1"/>
          </p:cNvSpPr>
          <p:nvPr>
            <p:ph idx="1"/>
          </p:nvPr>
        </p:nvSpPr>
        <p:spPr/>
        <p:txBody>
          <a:bodyPr/>
          <a:lstStyle/>
          <a:p>
            <a:r>
              <a:rPr lang="en-US" dirty="0"/>
              <a:t>Create helper methods for the cart to </a:t>
            </a:r>
            <a:r>
              <a:rPr lang="en-US" dirty="0" err="1"/>
              <a:t>addItem</a:t>
            </a:r>
            <a:r>
              <a:rPr lang="en-US" dirty="0"/>
              <a:t>, </a:t>
            </a:r>
            <a:r>
              <a:rPr lang="en-US" dirty="0" err="1"/>
              <a:t>updateCart</a:t>
            </a:r>
            <a:r>
              <a:rPr lang="en-US" dirty="0"/>
              <a:t>, </a:t>
            </a:r>
            <a:r>
              <a:rPr lang="en-US" dirty="0" err="1"/>
              <a:t>getCart</a:t>
            </a:r>
            <a:r>
              <a:rPr lang="en-US" dirty="0"/>
              <a:t>, </a:t>
            </a:r>
            <a:r>
              <a:rPr lang="en-US" dirty="0" err="1"/>
              <a:t>removeItem,emptyCart</a:t>
            </a:r>
            <a:r>
              <a:rPr lang="en-US" dirty="0"/>
              <a:t>,  </a:t>
            </a:r>
            <a:r>
              <a:rPr lang="en-US" dirty="0" err="1"/>
              <a:t>itemTotal</a:t>
            </a:r>
            <a:r>
              <a:rPr lang="en-US" dirty="0"/>
              <a:t>.</a:t>
            </a:r>
          </a:p>
          <a:p>
            <a:pPr marL="0" indent="0">
              <a:buNone/>
            </a:pPr>
            <a:r>
              <a:rPr lang="en-US" b="1" dirty="0"/>
              <a:t>Client/cart/cart-helper.js</a:t>
            </a:r>
          </a:p>
          <a:p>
            <a:pPr marL="0" indent="0">
              <a:buNone/>
            </a:pPr>
            <a:endParaRPr lang="en-US" b="1" dirty="0"/>
          </a:p>
        </p:txBody>
      </p:sp>
      <p:sp>
        <p:nvSpPr>
          <p:cNvPr id="4" name="Date Placeholder 3">
            <a:extLst>
              <a:ext uri="{FF2B5EF4-FFF2-40B4-BE49-F238E27FC236}">
                <a16:creationId xmlns:a16="http://schemas.microsoft.com/office/drawing/2014/main" id="{F846DF82-36AE-C951-C3FA-04F2D5104B8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D2E204F4-48E1-2548-1F4B-25948EDD6E4B}"/>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2E07D99-8E64-35AB-8274-D5C9A1CA72D2}"/>
              </a:ext>
            </a:extLst>
          </p:cNvPr>
          <p:cNvSpPr>
            <a:spLocks noGrp="1"/>
          </p:cNvSpPr>
          <p:nvPr>
            <p:ph type="sldNum" sz="quarter" idx="12"/>
          </p:nvPr>
        </p:nvSpPr>
        <p:spPr/>
        <p:txBody>
          <a:bodyPr/>
          <a:lstStyle/>
          <a:p>
            <a:fld id="{7C5CF243-786F-4254-B068-4C9F0B6EA12F}" type="slidenum">
              <a:rPr lang="en-US" altLang="en-US" smtClean="0"/>
              <a:pPr/>
              <a:t>115</a:t>
            </a:fld>
            <a:endParaRPr lang="en-US" altLang="en-US"/>
          </a:p>
        </p:txBody>
      </p:sp>
    </p:spTree>
    <p:extLst>
      <p:ext uri="{BB962C8B-B14F-4D97-AF65-F5344CB8AC3E}">
        <p14:creationId xmlns:p14="http://schemas.microsoft.com/office/powerpoint/2010/main" val="5410739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54F1B-3A89-6F40-3EE2-828C2B9C9EFF}"/>
              </a:ext>
            </a:extLst>
          </p:cNvPr>
          <p:cNvSpPr>
            <a:spLocks noGrp="1"/>
          </p:cNvSpPr>
          <p:nvPr>
            <p:ph type="title"/>
          </p:nvPr>
        </p:nvSpPr>
        <p:spPr/>
        <p:txBody>
          <a:bodyPr/>
          <a:lstStyle/>
          <a:p>
            <a:br>
              <a:rPr lang="en-US" b="1" dirty="0"/>
            </a:br>
            <a:r>
              <a:rPr lang="en-US" b="1" dirty="0"/>
              <a:t>client/cart/cart-helper.js</a:t>
            </a:r>
            <a:br>
              <a:rPr lang="en-US" b="1" dirty="0"/>
            </a:br>
            <a:endParaRPr lang="en-US" dirty="0"/>
          </a:p>
        </p:txBody>
      </p:sp>
      <p:sp>
        <p:nvSpPr>
          <p:cNvPr id="3" name="Content Placeholder 2">
            <a:extLst>
              <a:ext uri="{FF2B5EF4-FFF2-40B4-BE49-F238E27FC236}">
                <a16:creationId xmlns:a16="http://schemas.microsoft.com/office/drawing/2014/main" id="{ED5F946E-7B93-4092-64F5-48EA985EE9A0}"/>
              </a:ext>
            </a:extLst>
          </p:cNvPr>
          <p:cNvSpPr>
            <a:spLocks noGrp="1"/>
          </p:cNvSpPr>
          <p:nvPr>
            <p:ph idx="1"/>
          </p:nvPr>
        </p:nvSpPr>
        <p:spPr/>
        <p:txBody>
          <a:bodyPr/>
          <a:lstStyle/>
          <a:p>
            <a:pPr marL="0" indent="0">
              <a:buNone/>
            </a:pPr>
            <a:r>
              <a:rPr lang="en-US" sz="450" dirty="0"/>
              <a:t>const cart = {</a:t>
            </a:r>
          </a:p>
          <a:p>
            <a:pPr marL="0" indent="0">
              <a:buNone/>
            </a:pPr>
            <a:r>
              <a:rPr lang="en-US" sz="450" dirty="0"/>
              <a:t>  </a:t>
            </a:r>
            <a:r>
              <a:rPr lang="en-US" sz="450" dirty="0" err="1"/>
              <a:t>itemTotal</a:t>
            </a:r>
            <a:r>
              <a:rPr lang="en-US" sz="450" dirty="0"/>
              <a:t>() {</a:t>
            </a:r>
          </a:p>
          <a:p>
            <a:pPr marL="0" indent="0">
              <a:buNone/>
            </a:pPr>
            <a:r>
              <a:rPr lang="en-US" sz="450" dirty="0"/>
              <a:t>    if (</a:t>
            </a:r>
            <a:r>
              <a:rPr lang="en-US" sz="450" dirty="0" err="1"/>
              <a:t>typeof</a:t>
            </a:r>
            <a:r>
              <a:rPr lang="en-US" sz="450" dirty="0"/>
              <a:t> window !== "undefined") {</a:t>
            </a:r>
          </a:p>
          <a:p>
            <a:pPr marL="0" indent="0">
              <a:buNone/>
            </a:pPr>
            <a:r>
              <a:rPr lang="en-US" sz="450" dirty="0"/>
              <a:t>      if (</a:t>
            </a:r>
            <a:r>
              <a:rPr lang="en-US" sz="450" dirty="0" err="1"/>
              <a:t>localStorage.getItem</a:t>
            </a:r>
            <a:r>
              <a:rPr lang="en-US" sz="450" dirty="0"/>
              <a:t>("cart")) {</a:t>
            </a:r>
          </a:p>
          <a:p>
            <a:pPr marL="0" indent="0">
              <a:buNone/>
            </a:pPr>
            <a:r>
              <a:rPr lang="en-US" sz="450" dirty="0"/>
              <a:t>        return </a:t>
            </a:r>
            <a:r>
              <a:rPr lang="en-US" sz="450" dirty="0" err="1"/>
              <a:t>JSON.parse</a:t>
            </a:r>
            <a:r>
              <a:rPr lang="en-US" sz="450" dirty="0"/>
              <a:t>(</a:t>
            </a:r>
            <a:r>
              <a:rPr lang="en-US" sz="450" dirty="0" err="1"/>
              <a:t>localStorage.getItem</a:t>
            </a:r>
            <a:r>
              <a:rPr lang="en-US" sz="450" dirty="0"/>
              <a:t>("cart")).length;</a:t>
            </a:r>
          </a:p>
          <a:p>
            <a:pPr marL="0" indent="0">
              <a:buNone/>
            </a:pPr>
            <a:r>
              <a:rPr lang="en-US" sz="450" dirty="0"/>
              <a:t>      }</a:t>
            </a:r>
          </a:p>
          <a:p>
            <a:pPr marL="0" indent="0">
              <a:buNone/>
            </a:pPr>
            <a:r>
              <a:rPr lang="en-US" sz="450" dirty="0"/>
              <a:t>    }</a:t>
            </a:r>
          </a:p>
          <a:p>
            <a:pPr marL="0" indent="0">
              <a:buNone/>
            </a:pPr>
            <a:r>
              <a:rPr lang="en-US" sz="450" dirty="0"/>
              <a:t>    return 0;</a:t>
            </a:r>
          </a:p>
          <a:p>
            <a:pPr marL="0" indent="0">
              <a:buNone/>
            </a:pPr>
            <a:r>
              <a:rPr lang="en-US" sz="450" dirty="0"/>
              <a:t>  },</a:t>
            </a:r>
          </a:p>
          <a:p>
            <a:pPr marL="0" indent="0">
              <a:buNone/>
            </a:pPr>
            <a:r>
              <a:rPr lang="en-US" sz="450" dirty="0"/>
              <a:t>  </a:t>
            </a:r>
            <a:r>
              <a:rPr lang="en-US" sz="450" dirty="0" err="1"/>
              <a:t>addItem</a:t>
            </a:r>
            <a:r>
              <a:rPr lang="en-US" sz="450" dirty="0"/>
              <a:t>(item, </a:t>
            </a:r>
            <a:r>
              <a:rPr lang="en-US" sz="450" dirty="0" err="1"/>
              <a:t>cb</a:t>
            </a:r>
            <a:r>
              <a:rPr lang="en-US" sz="450" dirty="0"/>
              <a:t>) {</a:t>
            </a:r>
          </a:p>
          <a:p>
            <a:pPr marL="0" indent="0">
              <a:buNone/>
            </a:pPr>
            <a:r>
              <a:rPr lang="en-US" sz="450" dirty="0"/>
              <a:t>    let cart = [];</a:t>
            </a:r>
          </a:p>
          <a:p>
            <a:pPr marL="0" indent="0">
              <a:buNone/>
            </a:pPr>
            <a:r>
              <a:rPr lang="en-US" sz="450" dirty="0"/>
              <a:t>    if (</a:t>
            </a:r>
            <a:r>
              <a:rPr lang="en-US" sz="450" dirty="0" err="1"/>
              <a:t>typeof</a:t>
            </a:r>
            <a:r>
              <a:rPr lang="en-US" sz="450" dirty="0"/>
              <a:t> window !== "undefined") {</a:t>
            </a:r>
          </a:p>
          <a:p>
            <a:pPr marL="0" indent="0">
              <a:buNone/>
            </a:pPr>
            <a:r>
              <a:rPr lang="en-US" sz="450" dirty="0"/>
              <a:t>      if (</a:t>
            </a:r>
            <a:r>
              <a:rPr lang="en-US" sz="450" dirty="0" err="1"/>
              <a:t>localStorage.getItem</a:t>
            </a:r>
            <a:r>
              <a:rPr lang="en-US" sz="450" dirty="0"/>
              <a:t>("cart")) {</a:t>
            </a:r>
          </a:p>
          <a:p>
            <a:pPr marL="0" indent="0">
              <a:buNone/>
            </a:pPr>
            <a:r>
              <a:rPr lang="en-US" sz="450" dirty="0"/>
              <a:t>        cart = </a:t>
            </a:r>
            <a:r>
              <a:rPr lang="en-US" sz="450" dirty="0" err="1"/>
              <a:t>JSON.parse</a:t>
            </a:r>
            <a:r>
              <a:rPr lang="en-US" sz="450" dirty="0"/>
              <a:t>(</a:t>
            </a:r>
            <a:r>
              <a:rPr lang="en-US" sz="450" dirty="0" err="1"/>
              <a:t>localStorage.getItem</a:t>
            </a:r>
            <a:r>
              <a:rPr lang="en-US" sz="450" dirty="0"/>
              <a:t>("cart"));</a:t>
            </a:r>
          </a:p>
          <a:p>
            <a:pPr marL="0" indent="0">
              <a:buNone/>
            </a:pPr>
            <a:r>
              <a:rPr lang="en-US" sz="450" dirty="0"/>
              <a:t>      }</a:t>
            </a:r>
          </a:p>
          <a:p>
            <a:pPr marL="0" indent="0">
              <a:buNone/>
            </a:pPr>
            <a:r>
              <a:rPr lang="en-US" sz="450" dirty="0"/>
              <a:t>      </a:t>
            </a:r>
            <a:r>
              <a:rPr lang="en-US" sz="450" dirty="0" err="1"/>
              <a:t>cart.push</a:t>
            </a:r>
            <a:r>
              <a:rPr lang="en-US" sz="450" dirty="0"/>
              <a:t>({</a:t>
            </a:r>
          </a:p>
          <a:p>
            <a:pPr marL="0" indent="0">
              <a:buNone/>
            </a:pPr>
            <a:r>
              <a:rPr lang="en-US" sz="450" dirty="0"/>
              <a:t>        product: item,</a:t>
            </a:r>
          </a:p>
          <a:p>
            <a:pPr marL="0" indent="0">
              <a:buNone/>
            </a:pPr>
            <a:r>
              <a:rPr lang="en-US" sz="450" dirty="0"/>
              <a:t>        quantity: 1,</a:t>
            </a:r>
          </a:p>
          <a:p>
            <a:pPr marL="0" indent="0">
              <a:buNone/>
            </a:pPr>
            <a:r>
              <a:rPr lang="en-US" sz="450" dirty="0"/>
              <a:t>        shop: </a:t>
            </a:r>
            <a:r>
              <a:rPr lang="en-US" sz="450" dirty="0" err="1"/>
              <a:t>item.shop._id</a:t>
            </a:r>
            <a:r>
              <a:rPr lang="en-US" sz="450" dirty="0"/>
              <a:t>,</a:t>
            </a:r>
          </a:p>
          <a:p>
            <a:pPr marL="0" indent="0">
              <a:buNone/>
            </a:pPr>
            <a:r>
              <a:rPr lang="en-US" sz="450" dirty="0"/>
              <a:t>      });</a:t>
            </a:r>
          </a:p>
          <a:p>
            <a:pPr marL="0" indent="0">
              <a:buNone/>
            </a:pPr>
            <a:r>
              <a:rPr lang="en-US" sz="450" dirty="0"/>
              <a:t>      </a:t>
            </a:r>
            <a:r>
              <a:rPr lang="en-US" sz="450" dirty="0" err="1"/>
              <a:t>localStorage.setItem</a:t>
            </a:r>
            <a:r>
              <a:rPr lang="en-US" sz="450" dirty="0"/>
              <a:t>("cart", </a:t>
            </a:r>
            <a:r>
              <a:rPr lang="en-US" sz="450" dirty="0" err="1"/>
              <a:t>JSON.stringify</a:t>
            </a:r>
            <a:r>
              <a:rPr lang="en-US" sz="450" dirty="0"/>
              <a:t>(cart));</a:t>
            </a:r>
          </a:p>
          <a:p>
            <a:pPr marL="0" indent="0">
              <a:buNone/>
            </a:pPr>
            <a:r>
              <a:rPr lang="en-US" sz="450" dirty="0"/>
              <a:t>      </a:t>
            </a:r>
            <a:r>
              <a:rPr lang="en-US" sz="450" dirty="0" err="1"/>
              <a:t>cb</a:t>
            </a:r>
            <a:r>
              <a:rPr lang="en-US" sz="450" dirty="0"/>
              <a:t>();</a:t>
            </a:r>
          </a:p>
          <a:p>
            <a:pPr marL="0" indent="0">
              <a:buNone/>
            </a:pPr>
            <a:r>
              <a:rPr lang="en-US" sz="450" dirty="0"/>
              <a:t>    }</a:t>
            </a:r>
          </a:p>
          <a:p>
            <a:pPr marL="0" indent="0">
              <a:buNone/>
            </a:pPr>
            <a:r>
              <a:rPr lang="en-US" sz="450" dirty="0"/>
              <a:t>  },</a:t>
            </a:r>
          </a:p>
          <a:p>
            <a:pPr marL="0" indent="0">
              <a:buNone/>
            </a:pPr>
            <a:r>
              <a:rPr lang="en-US" sz="450" dirty="0"/>
              <a:t>  </a:t>
            </a:r>
            <a:r>
              <a:rPr lang="en-US" sz="450" dirty="0" err="1"/>
              <a:t>updateCart</a:t>
            </a:r>
            <a:r>
              <a:rPr lang="en-US" sz="450" dirty="0"/>
              <a:t>(</a:t>
            </a:r>
            <a:r>
              <a:rPr lang="en-US" sz="450" dirty="0" err="1"/>
              <a:t>itemIndex</a:t>
            </a:r>
            <a:r>
              <a:rPr lang="en-US" sz="450" dirty="0"/>
              <a:t>, quantity) {</a:t>
            </a:r>
          </a:p>
          <a:p>
            <a:pPr marL="0" indent="0">
              <a:buNone/>
            </a:pPr>
            <a:r>
              <a:rPr lang="en-US" sz="450" dirty="0"/>
              <a:t>    let cart = [];</a:t>
            </a:r>
          </a:p>
          <a:p>
            <a:pPr marL="0" indent="0">
              <a:buNone/>
            </a:pPr>
            <a:r>
              <a:rPr lang="en-US" sz="450" dirty="0"/>
              <a:t>    if (</a:t>
            </a:r>
            <a:r>
              <a:rPr lang="en-US" sz="450" dirty="0" err="1"/>
              <a:t>typeof</a:t>
            </a:r>
            <a:r>
              <a:rPr lang="en-US" sz="450" dirty="0"/>
              <a:t> window !== "undefined") {</a:t>
            </a:r>
          </a:p>
          <a:p>
            <a:pPr marL="0" indent="0">
              <a:buNone/>
            </a:pPr>
            <a:r>
              <a:rPr lang="en-US" sz="450" dirty="0"/>
              <a:t>      if (</a:t>
            </a:r>
            <a:r>
              <a:rPr lang="en-US" sz="450" dirty="0" err="1"/>
              <a:t>localStorage.getItem</a:t>
            </a:r>
            <a:r>
              <a:rPr lang="en-US" sz="450" dirty="0"/>
              <a:t>("cart")) {</a:t>
            </a:r>
          </a:p>
          <a:p>
            <a:pPr marL="0" indent="0">
              <a:buNone/>
            </a:pPr>
            <a:r>
              <a:rPr lang="en-US" sz="450" dirty="0"/>
              <a:t>        cart = </a:t>
            </a:r>
            <a:r>
              <a:rPr lang="en-US" sz="450" dirty="0" err="1"/>
              <a:t>JSON.parse</a:t>
            </a:r>
            <a:r>
              <a:rPr lang="en-US" sz="450" dirty="0"/>
              <a:t>(</a:t>
            </a:r>
            <a:r>
              <a:rPr lang="en-US" sz="450" dirty="0" err="1"/>
              <a:t>localStorage.getItem</a:t>
            </a:r>
            <a:r>
              <a:rPr lang="en-US" sz="450" dirty="0"/>
              <a:t>("cart"));</a:t>
            </a:r>
          </a:p>
          <a:p>
            <a:pPr marL="0" indent="0">
              <a:buNone/>
            </a:pPr>
            <a:r>
              <a:rPr lang="en-US" sz="450" dirty="0"/>
              <a:t>      }</a:t>
            </a:r>
          </a:p>
          <a:p>
            <a:pPr marL="0" indent="0">
              <a:buNone/>
            </a:pPr>
            <a:r>
              <a:rPr lang="en-US" sz="450" dirty="0"/>
              <a:t>      cart[</a:t>
            </a:r>
            <a:r>
              <a:rPr lang="en-US" sz="450" dirty="0" err="1"/>
              <a:t>itemIndex</a:t>
            </a:r>
            <a:r>
              <a:rPr lang="en-US" sz="450" dirty="0"/>
              <a:t>].quantity = quantity;</a:t>
            </a:r>
          </a:p>
          <a:p>
            <a:pPr marL="0" indent="0">
              <a:buNone/>
            </a:pPr>
            <a:r>
              <a:rPr lang="en-US" sz="450" dirty="0"/>
              <a:t>      </a:t>
            </a:r>
            <a:r>
              <a:rPr lang="en-US" sz="450" dirty="0" err="1"/>
              <a:t>localStorage.setItem</a:t>
            </a:r>
            <a:r>
              <a:rPr lang="en-US" sz="450" dirty="0"/>
              <a:t>("cart", </a:t>
            </a:r>
            <a:r>
              <a:rPr lang="en-US" sz="450" dirty="0" err="1"/>
              <a:t>JSON.stringify</a:t>
            </a:r>
            <a:r>
              <a:rPr lang="en-US" sz="450" dirty="0"/>
              <a:t>(cart));</a:t>
            </a:r>
          </a:p>
          <a:p>
            <a:pPr marL="0" indent="0">
              <a:buNone/>
            </a:pPr>
            <a:r>
              <a:rPr lang="en-US" sz="450" dirty="0"/>
              <a:t>    }</a:t>
            </a:r>
          </a:p>
          <a:p>
            <a:pPr marL="0" indent="0">
              <a:buNone/>
            </a:pPr>
            <a:r>
              <a:rPr lang="en-US" sz="450" dirty="0"/>
              <a:t>  },</a:t>
            </a:r>
          </a:p>
          <a:p>
            <a:pPr marL="0" indent="0">
              <a:buNone/>
            </a:pPr>
            <a:r>
              <a:rPr lang="en-US" sz="450" dirty="0"/>
              <a:t>  </a:t>
            </a:r>
            <a:r>
              <a:rPr lang="en-US" sz="450" dirty="0" err="1"/>
              <a:t>getCart</a:t>
            </a:r>
            <a:r>
              <a:rPr lang="en-US" sz="450" dirty="0"/>
              <a:t>() {</a:t>
            </a:r>
          </a:p>
          <a:p>
            <a:pPr marL="0" indent="0">
              <a:buNone/>
            </a:pPr>
            <a:r>
              <a:rPr lang="en-US" sz="450" dirty="0"/>
              <a:t>    if (</a:t>
            </a:r>
            <a:r>
              <a:rPr lang="en-US" sz="450" dirty="0" err="1"/>
              <a:t>typeof</a:t>
            </a:r>
            <a:r>
              <a:rPr lang="en-US" sz="450" dirty="0"/>
              <a:t> window !== "undefined") {</a:t>
            </a:r>
          </a:p>
          <a:p>
            <a:pPr marL="0" indent="0">
              <a:buNone/>
            </a:pPr>
            <a:r>
              <a:rPr lang="en-US" sz="450" dirty="0"/>
              <a:t>      if (</a:t>
            </a:r>
            <a:r>
              <a:rPr lang="en-US" sz="450" dirty="0" err="1"/>
              <a:t>localStorage.getItem</a:t>
            </a:r>
            <a:r>
              <a:rPr lang="en-US" sz="450" dirty="0"/>
              <a:t>("cart")) {</a:t>
            </a:r>
          </a:p>
          <a:p>
            <a:pPr marL="0" indent="0">
              <a:buNone/>
            </a:pPr>
            <a:r>
              <a:rPr lang="en-US" sz="450" dirty="0"/>
              <a:t>        return </a:t>
            </a:r>
            <a:r>
              <a:rPr lang="en-US" sz="450" dirty="0" err="1"/>
              <a:t>JSON.parse</a:t>
            </a:r>
            <a:r>
              <a:rPr lang="en-US" sz="450" dirty="0"/>
              <a:t>(</a:t>
            </a:r>
            <a:r>
              <a:rPr lang="en-US" sz="450" dirty="0" err="1"/>
              <a:t>localStorage.getItem</a:t>
            </a:r>
            <a:r>
              <a:rPr lang="en-US" sz="450" dirty="0"/>
              <a:t>("cart"));</a:t>
            </a:r>
          </a:p>
          <a:p>
            <a:pPr marL="0" indent="0">
              <a:buNone/>
            </a:pPr>
            <a:r>
              <a:rPr lang="en-US" sz="450" dirty="0"/>
              <a:t>      }</a:t>
            </a:r>
          </a:p>
          <a:p>
            <a:pPr marL="0" indent="0">
              <a:buNone/>
            </a:pPr>
            <a:r>
              <a:rPr lang="en-US" sz="450" dirty="0"/>
              <a:t>    }</a:t>
            </a:r>
          </a:p>
          <a:p>
            <a:pPr marL="0" indent="0">
              <a:buNone/>
            </a:pPr>
            <a:r>
              <a:rPr lang="en-US" sz="450" dirty="0"/>
              <a:t>    return [];</a:t>
            </a:r>
          </a:p>
          <a:p>
            <a:pPr marL="0" indent="0">
              <a:buNone/>
            </a:pPr>
            <a:r>
              <a:rPr lang="en-US" sz="450" dirty="0"/>
              <a:t>  },</a:t>
            </a:r>
          </a:p>
          <a:p>
            <a:pPr marL="0" indent="0">
              <a:buNone/>
            </a:pPr>
            <a:r>
              <a:rPr lang="en-US" sz="450" dirty="0"/>
              <a:t>  </a:t>
            </a:r>
            <a:r>
              <a:rPr lang="en-US" sz="450" dirty="0" err="1"/>
              <a:t>removeItem</a:t>
            </a:r>
            <a:r>
              <a:rPr lang="en-US" sz="450" dirty="0"/>
              <a:t>(</a:t>
            </a:r>
            <a:r>
              <a:rPr lang="en-US" sz="450" dirty="0" err="1"/>
              <a:t>itemIndex</a:t>
            </a:r>
            <a:r>
              <a:rPr lang="en-US" sz="450" dirty="0"/>
              <a:t>) {</a:t>
            </a:r>
          </a:p>
          <a:p>
            <a:pPr marL="0" indent="0">
              <a:buNone/>
            </a:pPr>
            <a:r>
              <a:rPr lang="en-US" sz="450" dirty="0"/>
              <a:t>    let cart = [];</a:t>
            </a:r>
          </a:p>
          <a:p>
            <a:pPr marL="0" indent="0">
              <a:buNone/>
            </a:pPr>
            <a:r>
              <a:rPr lang="en-US" sz="450" dirty="0"/>
              <a:t>    if (</a:t>
            </a:r>
            <a:r>
              <a:rPr lang="en-US" sz="450" dirty="0" err="1"/>
              <a:t>typeof</a:t>
            </a:r>
            <a:r>
              <a:rPr lang="en-US" sz="450" dirty="0"/>
              <a:t> window !== "undefined") {</a:t>
            </a:r>
          </a:p>
          <a:p>
            <a:pPr marL="0" indent="0">
              <a:buNone/>
            </a:pPr>
            <a:r>
              <a:rPr lang="en-US" sz="450" dirty="0"/>
              <a:t>      if (</a:t>
            </a:r>
            <a:r>
              <a:rPr lang="en-US" sz="450" dirty="0" err="1"/>
              <a:t>localStorage.getItem</a:t>
            </a:r>
            <a:r>
              <a:rPr lang="en-US" sz="450" dirty="0"/>
              <a:t>("cart")) {</a:t>
            </a:r>
          </a:p>
          <a:p>
            <a:pPr marL="0" indent="0">
              <a:buNone/>
            </a:pPr>
            <a:r>
              <a:rPr lang="en-US" sz="450" dirty="0"/>
              <a:t>        cart = </a:t>
            </a:r>
            <a:r>
              <a:rPr lang="en-US" sz="450" dirty="0" err="1"/>
              <a:t>JSON.parse</a:t>
            </a:r>
            <a:r>
              <a:rPr lang="en-US" sz="450" dirty="0"/>
              <a:t>(</a:t>
            </a:r>
            <a:r>
              <a:rPr lang="en-US" sz="450" dirty="0" err="1"/>
              <a:t>localStorage.getItem</a:t>
            </a:r>
            <a:r>
              <a:rPr lang="en-US" sz="450" dirty="0"/>
              <a:t>("cart"));</a:t>
            </a:r>
          </a:p>
          <a:p>
            <a:pPr marL="0" indent="0">
              <a:buNone/>
            </a:pPr>
            <a:r>
              <a:rPr lang="en-US" sz="450" dirty="0"/>
              <a:t>      }</a:t>
            </a:r>
          </a:p>
          <a:p>
            <a:pPr marL="0" indent="0">
              <a:buNone/>
            </a:pPr>
            <a:r>
              <a:rPr lang="en-US" sz="450" dirty="0"/>
              <a:t>      </a:t>
            </a:r>
            <a:r>
              <a:rPr lang="en-US" sz="450" dirty="0" err="1"/>
              <a:t>cart.splice</a:t>
            </a:r>
            <a:r>
              <a:rPr lang="en-US" sz="450" dirty="0"/>
              <a:t>(</a:t>
            </a:r>
            <a:r>
              <a:rPr lang="en-US" sz="450" dirty="0" err="1"/>
              <a:t>itemIndex</a:t>
            </a:r>
            <a:r>
              <a:rPr lang="en-US" sz="450" dirty="0"/>
              <a:t>, 1);</a:t>
            </a:r>
          </a:p>
          <a:p>
            <a:pPr marL="0" indent="0">
              <a:buNone/>
            </a:pPr>
            <a:r>
              <a:rPr lang="en-US" sz="450" dirty="0"/>
              <a:t>      </a:t>
            </a:r>
            <a:r>
              <a:rPr lang="en-US" sz="450" dirty="0" err="1"/>
              <a:t>localStorage.setItem</a:t>
            </a:r>
            <a:r>
              <a:rPr lang="en-US" sz="450" dirty="0"/>
              <a:t>("cart", </a:t>
            </a:r>
            <a:r>
              <a:rPr lang="en-US" sz="450" dirty="0" err="1"/>
              <a:t>JSON.stringify</a:t>
            </a:r>
            <a:r>
              <a:rPr lang="en-US" sz="450" dirty="0"/>
              <a:t>(cart));</a:t>
            </a:r>
          </a:p>
          <a:p>
            <a:pPr marL="0" indent="0">
              <a:buNone/>
            </a:pPr>
            <a:r>
              <a:rPr lang="en-US" sz="450" dirty="0"/>
              <a:t>    }</a:t>
            </a:r>
          </a:p>
          <a:p>
            <a:pPr marL="0" indent="0">
              <a:buNone/>
            </a:pPr>
            <a:r>
              <a:rPr lang="en-US" sz="450" dirty="0"/>
              <a:t>    return cart;</a:t>
            </a:r>
          </a:p>
          <a:p>
            <a:pPr marL="0" indent="0">
              <a:buNone/>
            </a:pPr>
            <a:r>
              <a:rPr lang="en-US" sz="450" dirty="0"/>
              <a:t>  },</a:t>
            </a:r>
          </a:p>
          <a:p>
            <a:pPr marL="0" indent="0">
              <a:buNone/>
            </a:pPr>
            <a:r>
              <a:rPr lang="en-US" sz="450" dirty="0"/>
              <a:t>  </a:t>
            </a:r>
            <a:r>
              <a:rPr lang="en-US" sz="450" dirty="0" err="1"/>
              <a:t>emptyCart</a:t>
            </a:r>
            <a:r>
              <a:rPr lang="en-US" sz="450" dirty="0"/>
              <a:t>(</a:t>
            </a:r>
            <a:r>
              <a:rPr lang="en-US" sz="450" dirty="0" err="1"/>
              <a:t>cb</a:t>
            </a:r>
            <a:r>
              <a:rPr lang="en-US" sz="450" dirty="0"/>
              <a:t>) {</a:t>
            </a:r>
          </a:p>
          <a:p>
            <a:pPr marL="0" indent="0">
              <a:buNone/>
            </a:pPr>
            <a:r>
              <a:rPr lang="en-US" sz="450" dirty="0"/>
              <a:t>    if (</a:t>
            </a:r>
            <a:r>
              <a:rPr lang="en-US" sz="450" dirty="0" err="1"/>
              <a:t>typeof</a:t>
            </a:r>
            <a:r>
              <a:rPr lang="en-US" sz="450" dirty="0"/>
              <a:t> window !== "undefined") {</a:t>
            </a:r>
          </a:p>
          <a:p>
            <a:pPr marL="0" indent="0">
              <a:buNone/>
            </a:pPr>
            <a:r>
              <a:rPr lang="en-US" sz="450" dirty="0"/>
              <a:t>      </a:t>
            </a:r>
            <a:r>
              <a:rPr lang="en-US" sz="450" dirty="0" err="1"/>
              <a:t>localStorage.removeItem</a:t>
            </a:r>
            <a:r>
              <a:rPr lang="en-US" sz="450" dirty="0"/>
              <a:t>("cart");</a:t>
            </a:r>
          </a:p>
          <a:p>
            <a:pPr marL="0" indent="0">
              <a:buNone/>
            </a:pPr>
            <a:r>
              <a:rPr lang="en-US" sz="450" dirty="0"/>
              <a:t>      </a:t>
            </a:r>
            <a:r>
              <a:rPr lang="en-US" sz="450" dirty="0" err="1"/>
              <a:t>cb</a:t>
            </a:r>
            <a:r>
              <a:rPr lang="en-US" sz="450" dirty="0"/>
              <a:t>();</a:t>
            </a:r>
          </a:p>
          <a:p>
            <a:pPr marL="0" indent="0">
              <a:buNone/>
            </a:pPr>
            <a:r>
              <a:rPr lang="en-US" sz="450" dirty="0"/>
              <a:t>    }</a:t>
            </a:r>
          </a:p>
          <a:p>
            <a:pPr marL="0" indent="0">
              <a:buNone/>
            </a:pPr>
            <a:r>
              <a:rPr lang="en-US" sz="450" dirty="0"/>
              <a:t>  },</a:t>
            </a:r>
          </a:p>
          <a:p>
            <a:pPr marL="0" indent="0">
              <a:buNone/>
            </a:pPr>
            <a:r>
              <a:rPr lang="en-US" sz="450" dirty="0"/>
              <a:t>};</a:t>
            </a:r>
          </a:p>
          <a:p>
            <a:pPr marL="0" indent="0">
              <a:buNone/>
            </a:pPr>
            <a:br>
              <a:rPr lang="en-US" sz="450" dirty="0"/>
            </a:br>
            <a:endParaRPr lang="en-US" sz="450" dirty="0"/>
          </a:p>
          <a:p>
            <a:pPr marL="0" indent="0">
              <a:buNone/>
            </a:pPr>
            <a:r>
              <a:rPr lang="en-US" sz="450" dirty="0"/>
              <a:t>export default cart;</a:t>
            </a:r>
          </a:p>
          <a:p>
            <a:pPr marL="0" indent="0">
              <a:buNone/>
            </a:pPr>
            <a:endParaRPr lang="en-US" sz="450" dirty="0"/>
          </a:p>
        </p:txBody>
      </p:sp>
      <p:sp>
        <p:nvSpPr>
          <p:cNvPr id="4" name="Date Placeholder 3">
            <a:extLst>
              <a:ext uri="{FF2B5EF4-FFF2-40B4-BE49-F238E27FC236}">
                <a16:creationId xmlns:a16="http://schemas.microsoft.com/office/drawing/2014/main" id="{3C5CD1F4-C078-715F-CB37-08BBE741FB3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F37FABA-66B6-FA25-CB58-1DE3A6E59372}"/>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B87AAFF-CB51-A8F8-AA75-5B9BE5E26285}"/>
              </a:ext>
            </a:extLst>
          </p:cNvPr>
          <p:cNvSpPr>
            <a:spLocks noGrp="1"/>
          </p:cNvSpPr>
          <p:nvPr>
            <p:ph type="sldNum" sz="quarter" idx="12"/>
          </p:nvPr>
        </p:nvSpPr>
        <p:spPr/>
        <p:txBody>
          <a:bodyPr/>
          <a:lstStyle/>
          <a:p>
            <a:fld id="{7C5CF243-786F-4254-B068-4C9F0B6EA12F}" type="slidenum">
              <a:rPr lang="en-US" altLang="en-US" smtClean="0"/>
              <a:pPr/>
              <a:t>116</a:t>
            </a:fld>
            <a:endParaRPr lang="en-US" altLang="en-US"/>
          </a:p>
        </p:txBody>
      </p:sp>
    </p:spTree>
    <p:extLst>
      <p:ext uri="{BB962C8B-B14F-4D97-AF65-F5344CB8AC3E}">
        <p14:creationId xmlns:p14="http://schemas.microsoft.com/office/powerpoint/2010/main" val="23903879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83A97-3831-4AEA-54AE-633E607D1F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AA8614-1606-B220-F18E-4BF42A41AFA2}"/>
              </a:ext>
            </a:extLst>
          </p:cNvPr>
          <p:cNvSpPr>
            <a:spLocks noGrp="1"/>
          </p:cNvSpPr>
          <p:nvPr>
            <p:ph idx="1"/>
          </p:nvPr>
        </p:nvSpPr>
        <p:spPr/>
        <p:txBody>
          <a:bodyPr/>
          <a:lstStyle/>
          <a:p>
            <a:r>
              <a:rPr lang="en-US" dirty="0"/>
              <a:t>To add the items to the shopping cart.</a:t>
            </a:r>
          </a:p>
          <a:p>
            <a:pPr marL="0" indent="0">
              <a:buNone/>
            </a:pPr>
            <a:r>
              <a:rPr lang="en-US" b="1" dirty="0"/>
              <a:t>Client/cart/</a:t>
            </a:r>
            <a:r>
              <a:rPr lang="en-US" b="1" dirty="0" err="1"/>
              <a:t>CartItems.jsx</a:t>
            </a:r>
            <a:r>
              <a:rPr lang="en-US" b="1" dirty="0"/>
              <a:t> </a:t>
            </a:r>
          </a:p>
          <a:p>
            <a:pPr marL="0" indent="0">
              <a:buNone/>
            </a:pPr>
            <a:endParaRPr lang="en-US" b="1" dirty="0"/>
          </a:p>
        </p:txBody>
      </p:sp>
      <p:sp>
        <p:nvSpPr>
          <p:cNvPr id="4" name="Date Placeholder 3">
            <a:extLst>
              <a:ext uri="{FF2B5EF4-FFF2-40B4-BE49-F238E27FC236}">
                <a16:creationId xmlns:a16="http://schemas.microsoft.com/office/drawing/2014/main" id="{EA70FDD9-285C-AAE8-78B2-DD9949E93B2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F610C1C3-13D2-063D-70F2-B7AB2B5D5F7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03C003F-965F-D083-6F3D-370D2D42F2C6}"/>
              </a:ext>
            </a:extLst>
          </p:cNvPr>
          <p:cNvSpPr>
            <a:spLocks noGrp="1"/>
          </p:cNvSpPr>
          <p:nvPr>
            <p:ph type="sldNum" sz="quarter" idx="12"/>
          </p:nvPr>
        </p:nvSpPr>
        <p:spPr/>
        <p:txBody>
          <a:bodyPr/>
          <a:lstStyle/>
          <a:p>
            <a:fld id="{7C5CF243-786F-4254-B068-4C9F0B6EA12F}" type="slidenum">
              <a:rPr lang="en-US" altLang="en-US" smtClean="0"/>
              <a:pPr/>
              <a:t>117</a:t>
            </a:fld>
            <a:endParaRPr lang="en-US" altLang="en-US"/>
          </a:p>
        </p:txBody>
      </p:sp>
    </p:spTree>
    <p:extLst>
      <p:ext uri="{BB962C8B-B14F-4D97-AF65-F5344CB8AC3E}">
        <p14:creationId xmlns:p14="http://schemas.microsoft.com/office/powerpoint/2010/main" val="21690939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4F8A0-C368-C8B1-6029-A6C6D7FDBDE4}"/>
              </a:ext>
            </a:extLst>
          </p:cNvPr>
          <p:cNvSpPr>
            <a:spLocks noGrp="1"/>
          </p:cNvSpPr>
          <p:nvPr>
            <p:ph type="title"/>
          </p:nvPr>
        </p:nvSpPr>
        <p:spPr/>
        <p:txBody>
          <a:bodyPr/>
          <a:lstStyle/>
          <a:p>
            <a:br>
              <a:rPr lang="en-US" b="1" dirty="0"/>
            </a:br>
            <a:r>
              <a:rPr lang="en-US" b="1" dirty="0"/>
              <a:t>client/cart/</a:t>
            </a:r>
            <a:r>
              <a:rPr lang="en-US" b="1" dirty="0" err="1"/>
              <a:t>CartItems.jsx</a:t>
            </a:r>
            <a:r>
              <a:rPr lang="en-US" b="1" dirty="0"/>
              <a:t> </a:t>
            </a:r>
            <a:br>
              <a:rPr lang="en-US" b="1" dirty="0"/>
            </a:br>
            <a:endParaRPr lang="en-US" dirty="0"/>
          </a:p>
        </p:txBody>
      </p:sp>
      <p:sp>
        <p:nvSpPr>
          <p:cNvPr id="3" name="Content Placeholder 2">
            <a:extLst>
              <a:ext uri="{FF2B5EF4-FFF2-40B4-BE49-F238E27FC236}">
                <a16:creationId xmlns:a16="http://schemas.microsoft.com/office/drawing/2014/main" id="{8081186B-3D2D-EC32-D71F-BD516860C1F6}"/>
              </a:ext>
            </a:extLst>
          </p:cNvPr>
          <p:cNvSpPr>
            <a:spLocks noGrp="1"/>
          </p:cNvSpPr>
          <p:nvPr>
            <p:ph idx="1"/>
          </p:nvPr>
        </p:nvSpPr>
        <p:spPr/>
        <p:txBody>
          <a:bodyPr/>
          <a:lstStyle/>
          <a:p>
            <a:pPr marL="0" indent="0">
              <a:buNone/>
            </a:pPr>
            <a:r>
              <a:rPr lang="en-US" sz="155" dirty="0"/>
              <a:t>import React, { </a:t>
            </a:r>
            <a:r>
              <a:rPr lang="en-US" sz="155" dirty="0" err="1"/>
              <a:t>useState</a:t>
            </a:r>
            <a:r>
              <a:rPr lang="en-US" sz="155" dirty="0"/>
              <a:t> } from "react";</a:t>
            </a:r>
          </a:p>
          <a:p>
            <a:pPr marL="0" indent="0">
              <a:buNone/>
            </a:pPr>
            <a:r>
              <a:rPr lang="en-US" sz="155" dirty="0"/>
              <a:t>import {</a:t>
            </a:r>
          </a:p>
          <a:p>
            <a:pPr marL="0" indent="0">
              <a:buNone/>
            </a:pPr>
            <a:r>
              <a:rPr lang="en-US" sz="155" dirty="0"/>
              <a:t>  Card,</a:t>
            </a:r>
          </a:p>
          <a:p>
            <a:pPr marL="0" indent="0">
              <a:buNone/>
            </a:pPr>
            <a:r>
              <a:rPr lang="en-US" sz="155" dirty="0"/>
              <a:t>  </a:t>
            </a:r>
            <a:r>
              <a:rPr lang="en-US" sz="155" dirty="0" err="1"/>
              <a:t>CardContent</a:t>
            </a:r>
            <a:r>
              <a:rPr lang="en-US" sz="155" dirty="0"/>
              <a:t>,</a:t>
            </a:r>
          </a:p>
          <a:p>
            <a:pPr marL="0" indent="0">
              <a:buNone/>
            </a:pPr>
            <a:r>
              <a:rPr lang="en-US" sz="155" dirty="0"/>
              <a:t>  </a:t>
            </a:r>
            <a:r>
              <a:rPr lang="en-US" sz="155" dirty="0" err="1"/>
              <a:t>CardMedia</a:t>
            </a:r>
            <a:r>
              <a:rPr lang="en-US" sz="155" dirty="0"/>
              <a:t>,</a:t>
            </a:r>
          </a:p>
          <a:p>
            <a:pPr marL="0" indent="0">
              <a:buNone/>
            </a:pPr>
            <a:r>
              <a:rPr lang="en-US" sz="155" dirty="0"/>
              <a:t>  Button,</a:t>
            </a:r>
          </a:p>
          <a:p>
            <a:pPr marL="0" indent="0">
              <a:buNone/>
            </a:pPr>
            <a:r>
              <a:rPr lang="en-US" sz="155" dirty="0"/>
              <a:t>  </a:t>
            </a:r>
            <a:r>
              <a:rPr lang="en-US" sz="155" dirty="0" err="1"/>
              <a:t>TextField</a:t>
            </a:r>
            <a:r>
              <a:rPr lang="en-US" sz="155" dirty="0"/>
              <a:t>,</a:t>
            </a:r>
          </a:p>
          <a:p>
            <a:pPr marL="0" indent="0">
              <a:buNone/>
            </a:pPr>
            <a:r>
              <a:rPr lang="en-US" sz="155" dirty="0"/>
              <a:t>  Typography,</a:t>
            </a:r>
          </a:p>
          <a:p>
            <a:pPr marL="0" indent="0">
              <a:buNone/>
            </a:pPr>
            <a:r>
              <a:rPr lang="en-US" sz="155" dirty="0"/>
              <a:t>  Divider,</a:t>
            </a:r>
          </a:p>
          <a:p>
            <a:pPr marL="0" indent="0">
              <a:buNone/>
            </a:pPr>
            <a:r>
              <a:rPr lang="en-US" sz="155" dirty="0"/>
              <a:t>  Box,</a:t>
            </a:r>
          </a:p>
          <a:p>
            <a:pPr marL="0" indent="0">
              <a:buNone/>
            </a:pPr>
            <a:r>
              <a:rPr lang="en-US" sz="155" dirty="0"/>
              <a:t>} from "@</a:t>
            </a:r>
            <a:r>
              <a:rPr lang="en-US" sz="155" dirty="0" err="1"/>
              <a:t>mui</a:t>
            </a:r>
            <a:r>
              <a:rPr lang="en-US" sz="155" dirty="0"/>
              <a:t>/material";</a:t>
            </a:r>
          </a:p>
          <a:p>
            <a:pPr marL="0" indent="0">
              <a:buNone/>
            </a:pPr>
            <a:r>
              <a:rPr lang="en-US" sz="155" dirty="0"/>
              <a:t>import { Link } from "react-router-</a:t>
            </a:r>
            <a:r>
              <a:rPr lang="en-US" sz="155" dirty="0" err="1"/>
              <a:t>dom</a:t>
            </a:r>
            <a:r>
              <a:rPr lang="en-US" sz="155" dirty="0"/>
              <a:t>";</a:t>
            </a:r>
          </a:p>
          <a:p>
            <a:pPr marL="0" indent="0">
              <a:buNone/>
            </a:pPr>
            <a:r>
              <a:rPr lang="en-US" sz="155" dirty="0"/>
              <a:t>import </a:t>
            </a:r>
            <a:r>
              <a:rPr lang="en-US" sz="155" dirty="0" err="1"/>
              <a:t>PropTypes</a:t>
            </a:r>
            <a:r>
              <a:rPr lang="en-US" sz="155" dirty="0"/>
              <a:t> from "prop-types";</a:t>
            </a:r>
          </a:p>
          <a:p>
            <a:pPr marL="0" indent="0">
              <a:buNone/>
            </a:pPr>
            <a:r>
              <a:rPr lang="en-US" sz="155" dirty="0"/>
              <a:t>import cart from "./cart-helper.js";</a:t>
            </a:r>
          </a:p>
          <a:p>
            <a:pPr marL="0" indent="0">
              <a:buNone/>
            </a:pPr>
            <a:r>
              <a:rPr lang="en-US" sz="155" dirty="0"/>
              <a:t>import auth from "./../lib/auth-helper";</a:t>
            </a:r>
          </a:p>
          <a:p>
            <a:pPr marL="0" indent="0">
              <a:buNone/>
            </a:pPr>
            <a:br>
              <a:rPr lang="en-US" sz="155" dirty="0"/>
            </a:br>
            <a:endParaRPr lang="en-US" sz="155" dirty="0"/>
          </a:p>
          <a:p>
            <a:pPr marL="0" indent="0">
              <a:buNone/>
            </a:pPr>
            <a:r>
              <a:rPr lang="en-US" sz="155" dirty="0"/>
              <a:t>export default function </a:t>
            </a:r>
            <a:r>
              <a:rPr lang="en-US" sz="155" dirty="0" err="1"/>
              <a:t>CartItems</a:t>
            </a:r>
            <a:r>
              <a:rPr lang="en-US" sz="155" dirty="0"/>
              <a:t>(props) {</a:t>
            </a:r>
          </a:p>
          <a:p>
            <a:pPr marL="0" indent="0">
              <a:buNone/>
            </a:pPr>
            <a:r>
              <a:rPr lang="en-US" sz="155" dirty="0"/>
              <a:t>  const [</a:t>
            </a:r>
            <a:r>
              <a:rPr lang="en-US" sz="155" dirty="0" err="1"/>
              <a:t>cartItems</a:t>
            </a:r>
            <a:r>
              <a:rPr lang="en-US" sz="155" dirty="0"/>
              <a:t>, </a:t>
            </a:r>
            <a:r>
              <a:rPr lang="en-US" sz="155" dirty="0" err="1"/>
              <a:t>setCartItems</a:t>
            </a:r>
            <a:r>
              <a:rPr lang="en-US" sz="155" dirty="0"/>
              <a:t>] = </a:t>
            </a:r>
            <a:r>
              <a:rPr lang="en-US" sz="155" dirty="0" err="1"/>
              <a:t>useState</a:t>
            </a:r>
            <a:r>
              <a:rPr lang="en-US" sz="155" dirty="0"/>
              <a:t>(</a:t>
            </a:r>
            <a:r>
              <a:rPr lang="en-US" sz="155" dirty="0" err="1"/>
              <a:t>cart.getCart</a:t>
            </a:r>
            <a:r>
              <a:rPr lang="en-US" sz="155" dirty="0"/>
              <a:t>());</a:t>
            </a:r>
          </a:p>
          <a:p>
            <a:pPr marL="0" indent="0">
              <a:buNone/>
            </a:pPr>
            <a:br>
              <a:rPr lang="en-US" sz="155" dirty="0"/>
            </a:br>
            <a:endParaRPr lang="en-US" sz="155" dirty="0"/>
          </a:p>
          <a:p>
            <a:pPr marL="0" indent="0">
              <a:buNone/>
            </a:pPr>
            <a:r>
              <a:rPr lang="en-US" sz="155" dirty="0"/>
              <a:t>  const </a:t>
            </a:r>
            <a:r>
              <a:rPr lang="en-US" sz="155" dirty="0" err="1"/>
              <a:t>handleChange</a:t>
            </a:r>
            <a:r>
              <a:rPr lang="en-US" sz="155" dirty="0"/>
              <a:t> = (index) =&gt; (event) =&gt; {</a:t>
            </a:r>
          </a:p>
          <a:p>
            <a:pPr marL="0" indent="0">
              <a:buNone/>
            </a:pPr>
            <a:r>
              <a:rPr lang="en-US" sz="155" dirty="0"/>
              <a:t>    let </a:t>
            </a:r>
            <a:r>
              <a:rPr lang="en-US" sz="155" dirty="0" err="1"/>
              <a:t>updatedCartItems</a:t>
            </a:r>
            <a:r>
              <a:rPr lang="en-US" sz="155" dirty="0"/>
              <a:t> = </a:t>
            </a:r>
            <a:r>
              <a:rPr lang="en-US" sz="155" dirty="0" err="1"/>
              <a:t>cartItems</a:t>
            </a:r>
            <a:r>
              <a:rPr lang="en-US" sz="155" dirty="0"/>
              <a:t>;</a:t>
            </a:r>
          </a:p>
          <a:p>
            <a:pPr marL="0" indent="0">
              <a:buNone/>
            </a:pPr>
            <a:r>
              <a:rPr lang="en-US" sz="155" dirty="0"/>
              <a:t>    const quantity = </a:t>
            </a:r>
            <a:r>
              <a:rPr lang="en-US" sz="155" dirty="0" err="1"/>
              <a:t>parseInt</a:t>
            </a:r>
            <a:r>
              <a:rPr lang="en-US" sz="155" dirty="0"/>
              <a:t>(</a:t>
            </a:r>
            <a:r>
              <a:rPr lang="en-US" sz="155" dirty="0" err="1"/>
              <a:t>event.target.value</a:t>
            </a:r>
            <a:r>
              <a:rPr lang="en-US" sz="155" dirty="0"/>
              <a:t>, 10);</a:t>
            </a:r>
          </a:p>
          <a:p>
            <a:pPr marL="0" indent="0">
              <a:buNone/>
            </a:pPr>
            <a:r>
              <a:rPr lang="en-US" sz="155" dirty="0"/>
              <a:t>    </a:t>
            </a:r>
            <a:r>
              <a:rPr lang="en-US" sz="155" dirty="0" err="1"/>
              <a:t>updatedCartItems</a:t>
            </a:r>
            <a:r>
              <a:rPr lang="en-US" sz="155" dirty="0"/>
              <a:t>[index].quantity = quantity &gt;= 1 ? quantity : 1;</a:t>
            </a:r>
          </a:p>
          <a:p>
            <a:pPr marL="0" indent="0">
              <a:buNone/>
            </a:pPr>
            <a:r>
              <a:rPr lang="en-US" sz="155" dirty="0"/>
              <a:t>    </a:t>
            </a:r>
            <a:r>
              <a:rPr lang="en-US" sz="155" dirty="0" err="1"/>
              <a:t>setCartItems</a:t>
            </a:r>
            <a:r>
              <a:rPr lang="en-US" sz="155" dirty="0"/>
              <a:t>([...</a:t>
            </a:r>
            <a:r>
              <a:rPr lang="en-US" sz="155" dirty="0" err="1"/>
              <a:t>updatedCartItems</a:t>
            </a:r>
            <a:r>
              <a:rPr lang="en-US" sz="155" dirty="0"/>
              <a:t>]);</a:t>
            </a:r>
          </a:p>
          <a:p>
            <a:pPr marL="0" indent="0">
              <a:buNone/>
            </a:pPr>
            <a:r>
              <a:rPr lang="en-US" sz="155" dirty="0"/>
              <a:t>    </a:t>
            </a:r>
            <a:r>
              <a:rPr lang="en-US" sz="155" dirty="0" err="1"/>
              <a:t>cart.updateCart</a:t>
            </a:r>
            <a:r>
              <a:rPr lang="en-US" sz="155" dirty="0"/>
              <a:t>(index, quantity &gt;= 1 ? quantity : 1);</a:t>
            </a:r>
          </a:p>
          <a:p>
            <a:pPr marL="0" indent="0">
              <a:buNone/>
            </a:pPr>
            <a:r>
              <a:rPr lang="en-US" sz="155" dirty="0"/>
              <a:t>  };</a:t>
            </a:r>
          </a:p>
          <a:p>
            <a:pPr marL="0" indent="0">
              <a:buNone/>
            </a:pPr>
            <a:br>
              <a:rPr lang="en-US" sz="155" dirty="0"/>
            </a:br>
            <a:endParaRPr lang="en-US" sz="155" dirty="0"/>
          </a:p>
          <a:p>
            <a:pPr marL="0" indent="0">
              <a:buNone/>
            </a:pPr>
            <a:r>
              <a:rPr lang="en-US" sz="155" dirty="0"/>
              <a:t>  const </a:t>
            </a:r>
            <a:r>
              <a:rPr lang="en-US" sz="155" dirty="0" err="1"/>
              <a:t>getTotal</a:t>
            </a:r>
            <a:r>
              <a:rPr lang="en-US" sz="155" dirty="0"/>
              <a:t> = () =&gt; {</a:t>
            </a:r>
          </a:p>
          <a:p>
            <a:pPr marL="0" indent="0">
              <a:buNone/>
            </a:pPr>
            <a:r>
              <a:rPr lang="en-US" sz="155" dirty="0"/>
              <a:t>    return </a:t>
            </a:r>
            <a:r>
              <a:rPr lang="en-US" sz="155" dirty="0" err="1"/>
              <a:t>cartItems.reduce</a:t>
            </a:r>
            <a:r>
              <a:rPr lang="en-US" sz="155" dirty="0"/>
              <a:t>((a, b) =&gt; a + </a:t>
            </a:r>
            <a:r>
              <a:rPr lang="en-US" sz="155" dirty="0" err="1"/>
              <a:t>b.quantity</a:t>
            </a:r>
            <a:r>
              <a:rPr lang="en-US" sz="155" dirty="0"/>
              <a:t> * </a:t>
            </a:r>
            <a:r>
              <a:rPr lang="en-US" sz="155" dirty="0" err="1"/>
              <a:t>b.product.price</a:t>
            </a:r>
            <a:r>
              <a:rPr lang="en-US" sz="155" dirty="0"/>
              <a:t>, 0);</a:t>
            </a:r>
          </a:p>
          <a:p>
            <a:pPr marL="0" indent="0">
              <a:buNone/>
            </a:pPr>
            <a:r>
              <a:rPr lang="en-US" sz="155" dirty="0"/>
              <a:t>  };</a:t>
            </a:r>
          </a:p>
          <a:p>
            <a:pPr marL="0" indent="0">
              <a:buNone/>
            </a:pPr>
            <a:br>
              <a:rPr lang="en-US" sz="155" dirty="0"/>
            </a:br>
            <a:endParaRPr lang="en-US" sz="155" dirty="0"/>
          </a:p>
          <a:p>
            <a:pPr marL="0" indent="0">
              <a:buNone/>
            </a:pPr>
            <a:r>
              <a:rPr lang="en-US" sz="155" dirty="0"/>
              <a:t>  const </a:t>
            </a:r>
            <a:r>
              <a:rPr lang="en-US" sz="155" dirty="0" err="1"/>
              <a:t>removeItem</a:t>
            </a:r>
            <a:r>
              <a:rPr lang="en-US" sz="155" dirty="0"/>
              <a:t> = (index) =&gt; () =&gt; {</a:t>
            </a:r>
          </a:p>
          <a:p>
            <a:pPr marL="0" indent="0">
              <a:buNone/>
            </a:pPr>
            <a:r>
              <a:rPr lang="en-US" sz="155" dirty="0"/>
              <a:t>    let </a:t>
            </a:r>
            <a:r>
              <a:rPr lang="en-US" sz="155" dirty="0" err="1"/>
              <a:t>updatedCartItems</a:t>
            </a:r>
            <a:r>
              <a:rPr lang="en-US" sz="155" dirty="0"/>
              <a:t> = </a:t>
            </a:r>
            <a:r>
              <a:rPr lang="en-US" sz="155" dirty="0" err="1"/>
              <a:t>cart.removeItem</a:t>
            </a:r>
            <a:r>
              <a:rPr lang="en-US" sz="155" dirty="0"/>
              <a:t>(index);</a:t>
            </a:r>
          </a:p>
          <a:p>
            <a:pPr marL="0" indent="0">
              <a:buNone/>
            </a:pPr>
            <a:r>
              <a:rPr lang="en-US" sz="155" dirty="0"/>
              <a:t>    if (</a:t>
            </a:r>
            <a:r>
              <a:rPr lang="en-US" sz="155" dirty="0" err="1"/>
              <a:t>updatedCartItems.length</a:t>
            </a:r>
            <a:r>
              <a:rPr lang="en-US" sz="155" dirty="0"/>
              <a:t> === 0) {</a:t>
            </a:r>
          </a:p>
          <a:p>
            <a:pPr marL="0" indent="0">
              <a:buNone/>
            </a:pPr>
            <a:r>
              <a:rPr lang="en-US" sz="155" dirty="0"/>
              <a:t>      </a:t>
            </a:r>
            <a:r>
              <a:rPr lang="en-US" sz="155" dirty="0" err="1"/>
              <a:t>props.setCheckout</a:t>
            </a:r>
            <a:r>
              <a:rPr lang="en-US" sz="155" dirty="0"/>
              <a:t>(false);</a:t>
            </a:r>
          </a:p>
          <a:p>
            <a:pPr marL="0" indent="0">
              <a:buNone/>
            </a:pPr>
            <a:r>
              <a:rPr lang="en-US" sz="155" dirty="0"/>
              <a:t>    }</a:t>
            </a:r>
          </a:p>
          <a:p>
            <a:pPr marL="0" indent="0">
              <a:buNone/>
            </a:pPr>
            <a:r>
              <a:rPr lang="en-US" sz="155" dirty="0"/>
              <a:t>    </a:t>
            </a:r>
            <a:r>
              <a:rPr lang="en-US" sz="155" dirty="0" err="1"/>
              <a:t>setCartItems</a:t>
            </a:r>
            <a:r>
              <a:rPr lang="en-US" sz="155" dirty="0"/>
              <a:t>(</a:t>
            </a:r>
            <a:r>
              <a:rPr lang="en-US" sz="155" dirty="0" err="1"/>
              <a:t>updatedCartItems</a:t>
            </a:r>
            <a:r>
              <a:rPr lang="en-US" sz="155" dirty="0"/>
              <a:t>);</a:t>
            </a:r>
          </a:p>
          <a:p>
            <a:pPr marL="0" indent="0">
              <a:buNone/>
            </a:pPr>
            <a:r>
              <a:rPr lang="en-US" sz="155" dirty="0"/>
              <a:t>  };</a:t>
            </a:r>
          </a:p>
          <a:p>
            <a:pPr marL="0" indent="0">
              <a:buNone/>
            </a:pPr>
            <a:br>
              <a:rPr lang="en-US" sz="155" dirty="0"/>
            </a:br>
            <a:endParaRPr lang="en-US" sz="155" dirty="0"/>
          </a:p>
          <a:p>
            <a:pPr marL="0" indent="0">
              <a:buNone/>
            </a:pPr>
            <a:r>
              <a:rPr lang="en-US" sz="155" dirty="0"/>
              <a:t>  const </a:t>
            </a:r>
            <a:r>
              <a:rPr lang="en-US" sz="155" dirty="0" err="1"/>
              <a:t>openCheckout</a:t>
            </a:r>
            <a:r>
              <a:rPr lang="en-US" sz="155" dirty="0"/>
              <a:t> = () =&gt; {</a:t>
            </a:r>
          </a:p>
          <a:p>
            <a:pPr marL="0" indent="0">
              <a:buNone/>
            </a:pPr>
            <a:r>
              <a:rPr lang="en-US" sz="155" dirty="0"/>
              <a:t>    </a:t>
            </a:r>
            <a:r>
              <a:rPr lang="en-US" sz="155" dirty="0" err="1"/>
              <a:t>props.setCheckout</a:t>
            </a:r>
            <a:r>
              <a:rPr lang="en-US" sz="155" dirty="0"/>
              <a:t>(true);</a:t>
            </a:r>
          </a:p>
          <a:p>
            <a:pPr marL="0" indent="0">
              <a:buNone/>
            </a:pPr>
            <a:r>
              <a:rPr lang="en-US" sz="155" dirty="0"/>
              <a:t>  };</a:t>
            </a:r>
          </a:p>
          <a:p>
            <a:pPr marL="0" indent="0">
              <a:buNone/>
            </a:pPr>
            <a:br>
              <a:rPr lang="en-US" sz="155" dirty="0"/>
            </a:br>
            <a:endParaRPr lang="en-US" sz="155" dirty="0"/>
          </a:p>
          <a:p>
            <a:pPr marL="0" indent="0">
              <a:buNone/>
            </a:pPr>
            <a:r>
              <a:rPr lang="en-US" sz="155" dirty="0"/>
              <a:t>  return (</a:t>
            </a:r>
          </a:p>
          <a:p>
            <a:pPr marL="0" indent="0">
              <a:buNone/>
            </a:pPr>
            <a:r>
              <a:rPr lang="en-US" sz="155" dirty="0"/>
              <a:t>    &lt;Card </a:t>
            </a:r>
            <a:r>
              <a:rPr lang="en-US" sz="155" dirty="0" err="1"/>
              <a:t>sx</a:t>
            </a:r>
            <a:r>
              <a:rPr lang="en-US" sz="155" dirty="0"/>
              <a:t>={{ margin: 3, padding: 3, </a:t>
            </a:r>
            <a:r>
              <a:rPr lang="en-US" sz="155" dirty="0" err="1"/>
              <a:t>backgroundColor</a:t>
            </a:r>
            <a:r>
              <a:rPr lang="en-US" sz="155" dirty="0"/>
              <a:t>: "#f5f5f5" }}&gt;</a:t>
            </a:r>
          </a:p>
          <a:p>
            <a:pPr marL="0" indent="0">
              <a:buNone/>
            </a:pPr>
            <a:r>
              <a:rPr lang="en-US" sz="155" dirty="0"/>
              <a:t>      &lt;Typography variant="h6" </a:t>
            </a:r>
            <a:r>
              <a:rPr lang="en-US" sz="155" dirty="0" err="1"/>
              <a:t>sx</a:t>
            </a:r>
            <a:r>
              <a:rPr lang="en-US" sz="155" dirty="0"/>
              <a:t>={{ mb: 2, color: "</a:t>
            </a:r>
            <a:r>
              <a:rPr lang="en-US" sz="155" dirty="0" err="1"/>
              <a:t>primary.main</a:t>
            </a:r>
            <a:r>
              <a:rPr lang="en-US" sz="155" dirty="0"/>
              <a:t>" }}&gt;</a:t>
            </a:r>
          </a:p>
          <a:p>
            <a:pPr marL="0" indent="0">
              <a:buNone/>
            </a:pPr>
            <a:r>
              <a:rPr lang="en-US" sz="155" dirty="0"/>
              <a:t>        Shopping Cart</a:t>
            </a:r>
          </a:p>
          <a:p>
            <a:pPr marL="0" indent="0">
              <a:buNone/>
            </a:pPr>
            <a:r>
              <a:rPr lang="en-US" sz="155" dirty="0"/>
              <a:t>      &lt;/Typography&gt;</a:t>
            </a:r>
          </a:p>
          <a:p>
            <a:pPr marL="0" indent="0">
              <a:buNone/>
            </a:pPr>
            <a:br>
              <a:rPr lang="en-US" sz="155" dirty="0"/>
            </a:br>
            <a:endParaRPr lang="en-US" sz="155" dirty="0"/>
          </a:p>
          <a:p>
            <a:pPr marL="0" indent="0">
              <a:buNone/>
            </a:pPr>
            <a:r>
              <a:rPr lang="en-US" sz="155" dirty="0"/>
              <a:t>      {</a:t>
            </a:r>
            <a:r>
              <a:rPr lang="en-US" sz="155" dirty="0" err="1"/>
              <a:t>cartItems.length</a:t>
            </a:r>
            <a:r>
              <a:rPr lang="en-US" sz="155" dirty="0"/>
              <a:t> &gt; 0 ? (</a:t>
            </a:r>
          </a:p>
          <a:p>
            <a:pPr marL="0" indent="0">
              <a:buNone/>
            </a:pPr>
            <a:r>
              <a:rPr lang="en-US" sz="155" dirty="0"/>
              <a:t>        &lt;&gt;</a:t>
            </a:r>
          </a:p>
          <a:p>
            <a:pPr marL="0" indent="0">
              <a:buNone/>
            </a:pPr>
            <a:r>
              <a:rPr lang="en-US" sz="155" dirty="0"/>
              <a:t>          {</a:t>
            </a:r>
            <a:r>
              <a:rPr lang="en-US" sz="155" dirty="0" err="1"/>
              <a:t>cartItems.map</a:t>
            </a:r>
            <a:r>
              <a:rPr lang="en-US" sz="155" dirty="0"/>
              <a:t>((item, </a:t>
            </a:r>
            <a:r>
              <a:rPr lang="en-US" sz="155" dirty="0" err="1"/>
              <a:t>i</a:t>
            </a:r>
            <a:r>
              <a:rPr lang="en-US" sz="155" dirty="0"/>
              <a:t>) =&gt; (</a:t>
            </a:r>
          </a:p>
          <a:p>
            <a:pPr marL="0" indent="0">
              <a:buNone/>
            </a:pPr>
            <a:r>
              <a:rPr lang="en-US" sz="155" dirty="0"/>
              <a:t>            &lt;Box key={</a:t>
            </a:r>
            <a:r>
              <a:rPr lang="en-US" sz="155" dirty="0" err="1"/>
              <a:t>i</a:t>
            </a:r>
            <a:r>
              <a:rPr lang="en-US" sz="155" dirty="0"/>
              <a:t>} </a:t>
            </a:r>
            <a:r>
              <a:rPr lang="en-US" sz="155" dirty="0" err="1"/>
              <a:t>sx</a:t>
            </a:r>
            <a:r>
              <a:rPr lang="en-US" sz="155" dirty="0"/>
              <a:t>={{ mb: 2 }}&gt;</a:t>
            </a:r>
          </a:p>
          <a:p>
            <a:pPr marL="0" indent="0">
              <a:buNone/>
            </a:pPr>
            <a:r>
              <a:rPr lang="en-US" sz="155" dirty="0"/>
              <a:t>              &lt;Card </a:t>
            </a:r>
            <a:r>
              <a:rPr lang="en-US" sz="155" dirty="0" err="1"/>
              <a:t>sx</a:t>
            </a:r>
            <a:r>
              <a:rPr lang="en-US" sz="155" dirty="0"/>
              <a:t>={{ display: "flex", </a:t>
            </a:r>
            <a:r>
              <a:rPr lang="en-US" sz="155" dirty="0" err="1"/>
              <a:t>backgroundColor</a:t>
            </a:r>
            <a:r>
              <a:rPr lang="en-US" sz="155" dirty="0"/>
              <a:t>: "#</a:t>
            </a:r>
            <a:r>
              <a:rPr lang="en-US" sz="155" dirty="0" err="1"/>
              <a:t>fff</a:t>
            </a:r>
            <a:r>
              <a:rPr lang="en-US" sz="155" dirty="0"/>
              <a:t>" }}&gt;</a:t>
            </a:r>
          </a:p>
          <a:p>
            <a:pPr marL="0" indent="0">
              <a:buNone/>
            </a:pPr>
            <a:r>
              <a:rPr lang="en-US" sz="155" dirty="0"/>
              <a:t>                &lt;</a:t>
            </a:r>
            <a:r>
              <a:rPr lang="en-US" sz="155" dirty="0" err="1"/>
              <a:t>CardMedia</a:t>
            </a:r>
            <a:endParaRPr lang="en-US" sz="155" dirty="0"/>
          </a:p>
          <a:p>
            <a:pPr marL="0" indent="0">
              <a:buNone/>
            </a:pPr>
            <a:r>
              <a:rPr lang="en-US" sz="155" dirty="0"/>
              <a:t>                  component="</a:t>
            </a:r>
            <a:r>
              <a:rPr lang="en-US" sz="155" dirty="0" err="1"/>
              <a:t>img</a:t>
            </a:r>
            <a:r>
              <a:rPr lang="en-US" sz="155" dirty="0"/>
              <a:t>"</a:t>
            </a:r>
          </a:p>
          <a:p>
            <a:pPr marL="0" indent="0">
              <a:buNone/>
            </a:pPr>
            <a:r>
              <a:rPr lang="en-US" sz="155" dirty="0"/>
              <a:t>                  image={`/</a:t>
            </a:r>
            <a:r>
              <a:rPr lang="en-US" sz="155" dirty="0" err="1"/>
              <a:t>api</a:t>
            </a:r>
            <a:r>
              <a:rPr lang="en-US" sz="155" dirty="0"/>
              <a:t>/product/image/${</a:t>
            </a:r>
            <a:r>
              <a:rPr lang="en-US" sz="155" dirty="0" err="1"/>
              <a:t>item.product._id</a:t>
            </a:r>
            <a:r>
              <a:rPr lang="en-US" sz="155" dirty="0"/>
              <a:t>}`}</a:t>
            </a:r>
          </a:p>
          <a:p>
            <a:pPr marL="0" indent="0">
              <a:buNone/>
            </a:pPr>
            <a:r>
              <a:rPr lang="en-US" sz="155" dirty="0"/>
              <a:t>                  alt={item.product.name}</a:t>
            </a:r>
          </a:p>
          <a:p>
            <a:pPr marL="0" indent="0">
              <a:buNone/>
            </a:pPr>
            <a:r>
              <a:rPr lang="en-US" sz="155" dirty="0"/>
              <a:t>                  </a:t>
            </a:r>
            <a:r>
              <a:rPr lang="en-US" sz="155" dirty="0" err="1"/>
              <a:t>sx</a:t>
            </a:r>
            <a:r>
              <a:rPr lang="en-US" sz="155" dirty="0"/>
              <a:t>={{ width: 160, height: 125, m: 1 }}</a:t>
            </a:r>
          </a:p>
          <a:p>
            <a:pPr marL="0" indent="0">
              <a:buNone/>
            </a:pPr>
            <a:r>
              <a:rPr lang="en-US" sz="155" dirty="0"/>
              <a:t>                /&gt;</a:t>
            </a:r>
          </a:p>
          <a:p>
            <a:pPr marL="0" indent="0">
              <a:buNone/>
            </a:pPr>
            <a:r>
              <a:rPr lang="en-US" sz="155" dirty="0"/>
              <a:t>                &lt;Box</a:t>
            </a:r>
          </a:p>
          <a:p>
            <a:pPr marL="0" indent="0">
              <a:buNone/>
            </a:pPr>
            <a:r>
              <a:rPr lang="en-US" sz="155" dirty="0"/>
              <a:t>                  </a:t>
            </a:r>
            <a:r>
              <a:rPr lang="en-US" sz="155" dirty="0" err="1"/>
              <a:t>sx</a:t>
            </a:r>
            <a:r>
              <a:rPr lang="en-US" sz="155" dirty="0"/>
              <a:t>={{</a:t>
            </a:r>
          </a:p>
          <a:p>
            <a:pPr marL="0" indent="0">
              <a:buNone/>
            </a:pPr>
            <a:r>
              <a:rPr lang="en-US" sz="155" dirty="0"/>
              <a:t>                    flex: 1,</a:t>
            </a:r>
          </a:p>
          <a:p>
            <a:pPr marL="0" indent="0">
              <a:buNone/>
            </a:pPr>
            <a:r>
              <a:rPr lang="en-US" sz="155" dirty="0"/>
              <a:t>                    display: "flex",</a:t>
            </a:r>
          </a:p>
          <a:p>
            <a:pPr marL="0" indent="0">
              <a:buNone/>
            </a:pPr>
            <a:r>
              <a:rPr lang="en-US" sz="155" dirty="0"/>
              <a:t>                    </a:t>
            </a:r>
            <a:r>
              <a:rPr lang="en-US" sz="155" dirty="0" err="1"/>
              <a:t>flexDirection</a:t>
            </a:r>
            <a:r>
              <a:rPr lang="en-US" sz="155" dirty="0"/>
              <a:t>: "column",</a:t>
            </a:r>
          </a:p>
          <a:p>
            <a:pPr marL="0" indent="0">
              <a:buNone/>
            </a:pPr>
            <a:r>
              <a:rPr lang="en-US" sz="155" dirty="0"/>
              <a:t>                    p: 1,</a:t>
            </a:r>
          </a:p>
          <a:p>
            <a:pPr marL="0" indent="0">
              <a:buNone/>
            </a:pPr>
            <a:r>
              <a:rPr lang="en-US" sz="155" dirty="0"/>
              <a:t>                  }}</a:t>
            </a:r>
          </a:p>
          <a:p>
            <a:pPr marL="0" indent="0">
              <a:buNone/>
            </a:pPr>
            <a:r>
              <a:rPr lang="en-US" sz="155" dirty="0"/>
              <a:t>                &gt;</a:t>
            </a:r>
          </a:p>
          <a:p>
            <a:pPr marL="0" indent="0">
              <a:buNone/>
            </a:pPr>
            <a:r>
              <a:rPr lang="en-US" sz="155" dirty="0"/>
              <a:t>                  &lt;</a:t>
            </a:r>
            <a:r>
              <a:rPr lang="en-US" sz="155" dirty="0" err="1"/>
              <a:t>CardContent</a:t>
            </a:r>
            <a:r>
              <a:rPr lang="en-US" sz="155" dirty="0"/>
              <a:t> </a:t>
            </a:r>
            <a:r>
              <a:rPr lang="en-US" sz="155" dirty="0" err="1"/>
              <a:t>sx</a:t>
            </a:r>
            <a:r>
              <a:rPr lang="en-US" sz="155" dirty="0"/>
              <a:t>={{ flex: "1 0 auto", p: 0 }}&gt;</a:t>
            </a:r>
          </a:p>
          <a:p>
            <a:pPr marL="0" indent="0">
              <a:buNone/>
            </a:pPr>
            <a:r>
              <a:rPr lang="en-US" sz="155" dirty="0"/>
              <a:t>                    &lt;Link</a:t>
            </a:r>
          </a:p>
          <a:p>
            <a:pPr marL="0" indent="0">
              <a:buNone/>
            </a:pPr>
            <a:r>
              <a:rPr lang="en-US" sz="155" dirty="0"/>
              <a:t>                      to={`/product/${</a:t>
            </a:r>
            <a:r>
              <a:rPr lang="en-US" sz="155" dirty="0" err="1"/>
              <a:t>item.product._id</a:t>
            </a:r>
            <a:r>
              <a:rPr lang="en-US" sz="155" dirty="0"/>
              <a:t>}`}</a:t>
            </a:r>
          </a:p>
          <a:p>
            <a:pPr marL="0" indent="0">
              <a:buNone/>
            </a:pPr>
            <a:r>
              <a:rPr lang="en-US" sz="155" dirty="0"/>
              <a:t>                      style={{ </a:t>
            </a:r>
            <a:r>
              <a:rPr lang="en-US" sz="155" dirty="0" err="1"/>
              <a:t>textDecoration</a:t>
            </a:r>
            <a:r>
              <a:rPr lang="en-US" sz="155" dirty="0"/>
              <a:t>: "none" }}</a:t>
            </a:r>
          </a:p>
          <a:p>
            <a:pPr marL="0" indent="0">
              <a:buNone/>
            </a:pPr>
            <a:r>
              <a:rPr lang="en-US" sz="155" dirty="0"/>
              <a:t>                    &gt;</a:t>
            </a:r>
          </a:p>
          <a:p>
            <a:pPr marL="0" indent="0">
              <a:buNone/>
            </a:pPr>
            <a:r>
              <a:rPr lang="en-US" sz="155" dirty="0"/>
              <a:t>                      &lt;Typography variant="h6" color="primary"&gt;</a:t>
            </a:r>
          </a:p>
          <a:p>
            <a:pPr marL="0" indent="0">
              <a:buNone/>
            </a:pPr>
            <a:r>
              <a:rPr lang="en-US" sz="155" dirty="0"/>
              <a:t>                        {item.product.name}</a:t>
            </a:r>
          </a:p>
          <a:p>
            <a:pPr marL="0" indent="0">
              <a:buNone/>
            </a:pPr>
            <a:r>
              <a:rPr lang="en-US" sz="155" dirty="0"/>
              <a:t>                      &lt;/Typography&gt;</a:t>
            </a:r>
          </a:p>
          <a:p>
            <a:pPr marL="0" indent="0">
              <a:buNone/>
            </a:pPr>
            <a:r>
              <a:rPr lang="en-US" sz="155" dirty="0"/>
              <a:t>                    &lt;/Link&gt;</a:t>
            </a:r>
          </a:p>
          <a:p>
            <a:pPr marL="0" indent="0">
              <a:buNone/>
            </a:pPr>
            <a:r>
              <a:rPr lang="en-US" sz="155" dirty="0"/>
              <a:t>                    &lt;Typography variant="body2" color="</a:t>
            </a:r>
            <a:r>
              <a:rPr lang="en-US" sz="155" dirty="0" err="1"/>
              <a:t>text.secondary</a:t>
            </a:r>
            <a:r>
              <a:rPr lang="en-US" sz="155" dirty="0"/>
              <a:t>"&gt;</a:t>
            </a:r>
          </a:p>
          <a:p>
            <a:pPr marL="0" indent="0">
              <a:buNone/>
            </a:pPr>
            <a:r>
              <a:rPr lang="en-US" sz="155" dirty="0"/>
              <a:t>                      ${</a:t>
            </a:r>
            <a:r>
              <a:rPr lang="en-US" sz="155" dirty="0" err="1"/>
              <a:t>item.product.price</a:t>
            </a:r>
            <a:r>
              <a:rPr lang="en-US" sz="155" dirty="0"/>
              <a:t>}</a:t>
            </a:r>
          </a:p>
          <a:p>
            <a:pPr marL="0" indent="0">
              <a:buNone/>
            </a:pPr>
            <a:r>
              <a:rPr lang="en-US" sz="155" dirty="0"/>
              <a:t>                    &lt;/Typography&gt;</a:t>
            </a:r>
          </a:p>
          <a:p>
            <a:pPr marL="0" indent="0">
              <a:buNone/>
            </a:pPr>
            <a:r>
              <a:rPr lang="en-US" sz="155" dirty="0"/>
              <a:t>                    &lt;Typography variant="body2" color="</a:t>
            </a:r>
            <a:r>
              <a:rPr lang="en-US" sz="155" dirty="0" err="1"/>
              <a:t>text.secondary</a:t>
            </a:r>
            <a:r>
              <a:rPr lang="en-US" sz="155" dirty="0"/>
              <a:t>"&gt;</a:t>
            </a:r>
          </a:p>
          <a:p>
            <a:pPr marL="0" indent="0">
              <a:buNone/>
            </a:pPr>
            <a:r>
              <a:rPr lang="en-US" sz="155" dirty="0"/>
              <a:t>                      Quantity: {</a:t>
            </a:r>
            <a:r>
              <a:rPr lang="en-US" sz="155" dirty="0" err="1"/>
              <a:t>item.quantity</a:t>
            </a:r>
            <a:r>
              <a:rPr lang="en-US" sz="155" dirty="0"/>
              <a:t>}</a:t>
            </a:r>
          </a:p>
          <a:p>
            <a:pPr marL="0" indent="0">
              <a:buNone/>
            </a:pPr>
            <a:r>
              <a:rPr lang="en-US" sz="155" dirty="0"/>
              <a:t>                    &lt;/Typography&gt;</a:t>
            </a:r>
          </a:p>
          <a:p>
            <a:pPr marL="0" indent="0">
              <a:buNone/>
            </a:pPr>
            <a:r>
              <a:rPr lang="en-US" sz="155" dirty="0"/>
              <a:t>                    &lt;Typography variant="body2" color="</a:t>
            </a:r>
            <a:r>
              <a:rPr lang="en-US" sz="155" dirty="0" err="1"/>
              <a:t>text.secondary</a:t>
            </a:r>
            <a:r>
              <a:rPr lang="en-US" sz="155" dirty="0"/>
              <a:t>"&gt;</a:t>
            </a:r>
          </a:p>
          <a:p>
            <a:pPr marL="0" indent="0">
              <a:buNone/>
            </a:pPr>
            <a:r>
              <a:rPr lang="en-US" sz="155" dirty="0"/>
              <a:t>                      Shop: {item.product.shop.name}</a:t>
            </a:r>
          </a:p>
          <a:p>
            <a:pPr marL="0" indent="0">
              <a:buNone/>
            </a:pPr>
            <a:r>
              <a:rPr lang="en-US" sz="155" dirty="0"/>
              <a:t>                    &lt;/Typography&gt;</a:t>
            </a:r>
          </a:p>
          <a:p>
            <a:pPr marL="0" indent="0">
              <a:buNone/>
            </a:pPr>
            <a:r>
              <a:rPr lang="en-US" sz="155" dirty="0"/>
              <a:t>                    &lt;Typography variant="body1" </a:t>
            </a:r>
            <a:r>
              <a:rPr lang="en-US" sz="155" dirty="0" err="1"/>
              <a:t>sx</a:t>
            </a:r>
            <a:r>
              <a:rPr lang="en-US" sz="155" dirty="0"/>
              <a:t>={{ mt: 1, </a:t>
            </a:r>
            <a:r>
              <a:rPr lang="en-US" sz="155" dirty="0" err="1"/>
              <a:t>fontWeight</a:t>
            </a:r>
            <a:r>
              <a:rPr lang="en-US" sz="155" dirty="0"/>
              <a:t>: 600 }}&gt;</a:t>
            </a:r>
          </a:p>
          <a:p>
            <a:pPr marL="0" indent="0">
              <a:buNone/>
            </a:pPr>
            <a:r>
              <a:rPr lang="en-US" sz="155" dirty="0"/>
              <a:t>                      Subtotal: ${</a:t>
            </a:r>
            <a:r>
              <a:rPr lang="en-US" sz="155" dirty="0" err="1"/>
              <a:t>item.product.price</a:t>
            </a:r>
            <a:r>
              <a:rPr lang="en-US" sz="155" dirty="0"/>
              <a:t> * </a:t>
            </a:r>
            <a:r>
              <a:rPr lang="en-US" sz="155" dirty="0" err="1"/>
              <a:t>item.quantity</a:t>
            </a:r>
            <a:r>
              <a:rPr lang="en-US" sz="155" dirty="0"/>
              <a:t>}</a:t>
            </a:r>
          </a:p>
          <a:p>
            <a:pPr marL="0" indent="0">
              <a:buNone/>
            </a:pPr>
            <a:r>
              <a:rPr lang="en-US" sz="155" dirty="0"/>
              <a:t>                    &lt;/Typography&gt;</a:t>
            </a:r>
          </a:p>
          <a:p>
            <a:pPr marL="0" indent="0">
              <a:buNone/>
            </a:pPr>
            <a:r>
              <a:rPr lang="en-US" sz="155" dirty="0"/>
              <a:t>                  &lt;/</a:t>
            </a:r>
            <a:r>
              <a:rPr lang="en-US" sz="155" dirty="0" err="1"/>
              <a:t>CardContent</a:t>
            </a:r>
            <a:r>
              <a:rPr lang="en-US" sz="155" dirty="0"/>
              <a:t>&gt;</a:t>
            </a:r>
          </a:p>
          <a:p>
            <a:pPr marL="0" indent="0">
              <a:buNone/>
            </a:pPr>
            <a:br>
              <a:rPr lang="en-US" sz="155" dirty="0"/>
            </a:br>
            <a:endParaRPr lang="en-US" sz="155" dirty="0"/>
          </a:p>
          <a:p>
            <a:pPr marL="0" indent="0">
              <a:buNone/>
            </a:pPr>
            <a:r>
              <a:rPr lang="en-US" sz="155" dirty="0"/>
              <a:t>                  &lt;Box</a:t>
            </a:r>
          </a:p>
          <a:p>
            <a:pPr marL="0" indent="0">
              <a:buNone/>
            </a:pPr>
            <a:r>
              <a:rPr lang="en-US" sz="155" dirty="0"/>
              <a:t>                    </a:t>
            </a:r>
            <a:r>
              <a:rPr lang="en-US" sz="155" dirty="0" err="1"/>
              <a:t>sx</a:t>
            </a:r>
            <a:r>
              <a:rPr lang="en-US" sz="155" dirty="0"/>
              <a:t>={{</a:t>
            </a:r>
          </a:p>
          <a:p>
            <a:pPr marL="0" indent="0">
              <a:buNone/>
            </a:pPr>
            <a:r>
              <a:rPr lang="en-US" sz="155" dirty="0"/>
              <a:t>                      mt: 1,</a:t>
            </a:r>
          </a:p>
          <a:p>
            <a:pPr marL="0" indent="0">
              <a:buNone/>
            </a:pPr>
            <a:r>
              <a:rPr lang="en-US" sz="155" dirty="0"/>
              <a:t>                      display: "flex",</a:t>
            </a:r>
          </a:p>
          <a:p>
            <a:pPr marL="0" indent="0">
              <a:buNone/>
            </a:pPr>
            <a:r>
              <a:rPr lang="en-US" sz="155" dirty="0"/>
              <a:t>                      </a:t>
            </a:r>
            <a:r>
              <a:rPr lang="en-US" sz="155" dirty="0" err="1"/>
              <a:t>alignItems</a:t>
            </a:r>
            <a:r>
              <a:rPr lang="en-US" sz="155" dirty="0"/>
              <a:t>: "center",</a:t>
            </a:r>
          </a:p>
          <a:p>
            <a:pPr marL="0" indent="0">
              <a:buNone/>
            </a:pPr>
            <a:r>
              <a:rPr lang="en-US" sz="155" dirty="0"/>
              <a:t>                      gap: 1,</a:t>
            </a:r>
          </a:p>
          <a:p>
            <a:pPr marL="0" indent="0">
              <a:buNone/>
            </a:pPr>
            <a:r>
              <a:rPr lang="en-US" sz="155" dirty="0"/>
              <a:t>                    }}</a:t>
            </a:r>
          </a:p>
          <a:p>
            <a:pPr marL="0" indent="0">
              <a:buNone/>
            </a:pPr>
            <a:r>
              <a:rPr lang="en-US" sz="155" dirty="0"/>
              <a:t>                  &gt;</a:t>
            </a:r>
          </a:p>
          <a:p>
            <a:pPr marL="0" indent="0">
              <a:buNone/>
            </a:pPr>
            <a:r>
              <a:rPr lang="en-US" sz="155" dirty="0"/>
              <a:t>                    &lt;</a:t>
            </a:r>
            <a:r>
              <a:rPr lang="en-US" sz="155" dirty="0" err="1"/>
              <a:t>TextField</a:t>
            </a:r>
            <a:endParaRPr lang="en-US" sz="155" dirty="0"/>
          </a:p>
          <a:p>
            <a:pPr marL="0" indent="0">
              <a:buNone/>
            </a:pPr>
            <a:r>
              <a:rPr lang="en-US" sz="155" dirty="0"/>
              <a:t>                      type="number"</a:t>
            </a:r>
          </a:p>
          <a:p>
            <a:pPr marL="0" indent="0">
              <a:buNone/>
            </a:pPr>
            <a:r>
              <a:rPr lang="en-US" sz="155" dirty="0"/>
              <a:t>                      value={</a:t>
            </a:r>
            <a:r>
              <a:rPr lang="en-US" sz="155" dirty="0" err="1"/>
              <a:t>item.quantity</a:t>
            </a:r>
            <a:r>
              <a:rPr lang="en-US" sz="155" dirty="0"/>
              <a:t>}</a:t>
            </a:r>
          </a:p>
          <a:p>
            <a:pPr marL="0" indent="0">
              <a:buNone/>
            </a:pPr>
            <a:r>
              <a:rPr lang="en-US" sz="155" dirty="0"/>
              <a:t>                      </a:t>
            </a:r>
            <a:r>
              <a:rPr lang="en-US" sz="155" dirty="0" err="1"/>
              <a:t>onChange</a:t>
            </a:r>
            <a:r>
              <a:rPr lang="en-US" sz="155" dirty="0"/>
              <a:t>={</a:t>
            </a:r>
            <a:r>
              <a:rPr lang="en-US" sz="155" dirty="0" err="1"/>
              <a:t>handleChange</a:t>
            </a:r>
            <a:r>
              <a:rPr lang="en-US" sz="155" dirty="0"/>
              <a:t>(</a:t>
            </a:r>
            <a:r>
              <a:rPr lang="en-US" sz="155" dirty="0" err="1"/>
              <a:t>i</a:t>
            </a:r>
            <a:r>
              <a:rPr lang="en-US" sz="155" dirty="0"/>
              <a:t>)}</a:t>
            </a:r>
          </a:p>
          <a:p>
            <a:pPr marL="0" indent="0">
              <a:buNone/>
            </a:pPr>
            <a:r>
              <a:rPr lang="en-US" sz="155" dirty="0"/>
              <a:t>                      </a:t>
            </a:r>
            <a:r>
              <a:rPr lang="en-US" sz="155" dirty="0" err="1"/>
              <a:t>inputProps</a:t>
            </a:r>
            <a:r>
              <a:rPr lang="en-US" sz="155" dirty="0"/>
              <a:t>={{ min: 1 }}</a:t>
            </a:r>
          </a:p>
          <a:p>
            <a:pPr marL="0" indent="0">
              <a:buNone/>
            </a:pPr>
            <a:r>
              <a:rPr lang="en-US" sz="155" dirty="0"/>
              <a:t>                      size="small"</a:t>
            </a:r>
          </a:p>
          <a:p>
            <a:pPr marL="0" indent="0">
              <a:buNone/>
            </a:pPr>
            <a:r>
              <a:rPr lang="en-US" sz="155" dirty="0"/>
              <a:t>                      </a:t>
            </a:r>
            <a:r>
              <a:rPr lang="en-US" sz="155" dirty="0" err="1"/>
              <a:t>sx</a:t>
            </a:r>
            <a:r>
              <a:rPr lang="en-US" sz="155" dirty="0"/>
              <a:t>={{ width: 60 }}</a:t>
            </a:r>
          </a:p>
          <a:p>
            <a:pPr marL="0" indent="0">
              <a:buNone/>
            </a:pPr>
            <a:r>
              <a:rPr lang="en-US" sz="155" dirty="0"/>
              <a:t>                    /&gt;</a:t>
            </a:r>
          </a:p>
          <a:p>
            <a:pPr marL="0" indent="0">
              <a:buNone/>
            </a:pPr>
            <a:r>
              <a:rPr lang="en-US" sz="155" dirty="0"/>
              <a:t>                    &lt;Button color="primary" </a:t>
            </a:r>
            <a:r>
              <a:rPr lang="en-US" sz="155" dirty="0" err="1"/>
              <a:t>onClick</a:t>
            </a:r>
            <a:r>
              <a:rPr lang="en-US" sz="155" dirty="0"/>
              <a:t>={</a:t>
            </a:r>
            <a:r>
              <a:rPr lang="en-US" sz="155" dirty="0" err="1"/>
              <a:t>removeItem</a:t>
            </a:r>
            <a:r>
              <a:rPr lang="en-US" sz="155" dirty="0"/>
              <a:t>(</a:t>
            </a:r>
            <a:r>
              <a:rPr lang="en-US" sz="155" dirty="0" err="1"/>
              <a:t>i</a:t>
            </a:r>
            <a:r>
              <a:rPr lang="en-US" sz="155" dirty="0"/>
              <a:t>)}&gt;</a:t>
            </a:r>
          </a:p>
          <a:p>
            <a:pPr marL="0" indent="0">
              <a:buNone/>
            </a:pPr>
            <a:r>
              <a:rPr lang="en-US" sz="155" dirty="0"/>
              <a:t>                      Remove</a:t>
            </a:r>
          </a:p>
          <a:p>
            <a:pPr marL="0" indent="0">
              <a:buNone/>
            </a:pPr>
            <a:r>
              <a:rPr lang="en-US" sz="155" dirty="0"/>
              <a:t>                    &lt;/Button&gt;</a:t>
            </a:r>
          </a:p>
          <a:p>
            <a:pPr marL="0" indent="0">
              <a:buNone/>
            </a:pPr>
            <a:r>
              <a:rPr lang="en-US" sz="155" dirty="0"/>
              <a:t>                  &lt;/Box&gt;</a:t>
            </a:r>
          </a:p>
          <a:p>
            <a:pPr marL="0" indent="0">
              <a:buNone/>
            </a:pPr>
            <a:r>
              <a:rPr lang="en-US" sz="155" dirty="0"/>
              <a:t>                &lt;/Box&gt;</a:t>
            </a:r>
          </a:p>
          <a:p>
            <a:pPr marL="0" indent="0">
              <a:buNone/>
            </a:pPr>
            <a:r>
              <a:rPr lang="en-US" sz="155" dirty="0"/>
              <a:t>              &lt;/Card&gt;</a:t>
            </a:r>
          </a:p>
          <a:p>
            <a:pPr marL="0" indent="0">
              <a:buNone/>
            </a:pPr>
            <a:r>
              <a:rPr lang="en-US" sz="155" dirty="0"/>
              <a:t>              &lt;Divider </a:t>
            </a:r>
            <a:r>
              <a:rPr lang="en-US" sz="155" dirty="0" err="1"/>
              <a:t>sx</a:t>
            </a:r>
            <a:r>
              <a:rPr lang="en-US" sz="155" dirty="0"/>
              <a:t>={{ my: 1 }} /&gt;</a:t>
            </a:r>
          </a:p>
          <a:p>
            <a:pPr marL="0" indent="0">
              <a:buNone/>
            </a:pPr>
            <a:r>
              <a:rPr lang="en-US" sz="155" dirty="0"/>
              <a:t>            &lt;/Box&gt;</a:t>
            </a:r>
          </a:p>
          <a:p>
            <a:pPr marL="0" indent="0">
              <a:buNone/>
            </a:pPr>
            <a:r>
              <a:rPr lang="en-US" sz="155" dirty="0"/>
              <a:t>          ))}</a:t>
            </a:r>
          </a:p>
          <a:p>
            <a:pPr marL="0" indent="0">
              <a:buNone/>
            </a:pPr>
            <a:br>
              <a:rPr lang="en-US" sz="155" dirty="0"/>
            </a:br>
            <a:endParaRPr lang="en-US" sz="155" dirty="0"/>
          </a:p>
          <a:p>
            <a:pPr marL="0" indent="0">
              <a:buNone/>
            </a:pPr>
            <a:r>
              <a:rPr lang="en-US" sz="155" dirty="0"/>
              <a:t>          {/* Total and Checkout Buttons */}</a:t>
            </a:r>
          </a:p>
          <a:p>
            <a:pPr marL="0" indent="0">
              <a:buNone/>
            </a:pPr>
            <a:r>
              <a:rPr lang="en-US" sz="155" dirty="0"/>
              <a:t>          &lt;Box</a:t>
            </a:r>
          </a:p>
          <a:p>
            <a:pPr marL="0" indent="0">
              <a:buNone/>
            </a:pPr>
            <a:r>
              <a:rPr lang="en-US" sz="155" dirty="0"/>
              <a:t>            </a:t>
            </a:r>
            <a:r>
              <a:rPr lang="en-US" sz="155" dirty="0" err="1"/>
              <a:t>sx</a:t>
            </a:r>
            <a:r>
              <a:rPr lang="en-US" sz="155" dirty="0"/>
              <a:t>={{</a:t>
            </a:r>
          </a:p>
          <a:p>
            <a:pPr marL="0" indent="0">
              <a:buNone/>
            </a:pPr>
            <a:r>
              <a:rPr lang="en-US" sz="155" dirty="0"/>
              <a:t>              display: "flex",</a:t>
            </a:r>
          </a:p>
          <a:p>
            <a:pPr marL="0" indent="0">
              <a:buNone/>
            </a:pPr>
            <a:r>
              <a:rPr lang="en-US" sz="155" dirty="0"/>
              <a:t>              </a:t>
            </a:r>
            <a:r>
              <a:rPr lang="en-US" sz="155" dirty="0" err="1"/>
              <a:t>justifyContent</a:t>
            </a:r>
            <a:r>
              <a:rPr lang="en-US" sz="155" dirty="0"/>
              <a:t>: "flex-end",</a:t>
            </a:r>
          </a:p>
          <a:p>
            <a:pPr marL="0" indent="0">
              <a:buNone/>
            </a:pPr>
            <a:r>
              <a:rPr lang="en-US" sz="155" dirty="0"/>
              <a:t>              </a:t>
            </a:r>
            <a:r>
              <a:rPr lang="en-US" sz="155" dirty="0" err="1"/>
              <a:t>alignItems</a:t>
            </a:r>
            <a:r>
              <a:rPr lang="en-US" sz="155" dirty="0"/>
              <a:t>: "center",</a:t>
            </a:r>
          </a:p>
          <a:p>
            <a:pPr marL="0" indent="0">
              <a:buNone/>
            </a:pPr>
            <a:r>
              <a:rPr lang="en-US" sz="155" dirty="0"/>
              <a:t>              gap: 2,</a:t>
            </a:r>
          </a:p>
          <a:p>
            <a:pPr marL="0" indent="0">
              <a:buNone/>
            </a:pPr>
            <a:r>
              <a:rPr lang="en-US" sz="155" dirty="0"/>
              <a:t>              mt: 3,</a:t>
            </a:r>
          </a:p>
          <a:p>
            <a:pPr marL="0" indent="0">
              <a:buNone/>
            </a:pPr>
            <a:r>
              <a:rPr lang="en-US" sz="155" dirty="0"/>
              <a:t>            }}</a:t>
            </a:r>
          </a:p>
          <a:p>
            <a:pPr marL="0" indent="0">
              <a:buNone/>
            </a:pPr>
            <a:r>
              <a:rPr lang="en-US" sz="155" dirty="0"/>
              <a:t>          &gt;</a:t>
            </a:r>
          </a:p>
          <a:p>
            <a:pPr marL="0" indent="0">
              <a:buNone/>
            </a:pPr>
            <a:r>
              <a:rPr lang="en-US" sz="155" dirty="0"/>
              <a:t>            &lt;Typography</a:t>
            </a:r>
          </a:p>
          <a:p>
            <a:pPr marL="0" indent="0">
              <a:buNone/>
            </a:pPr>
            <a:r>
              <a:rPr lang="en-US" sz="155" dirty="0"/>
              <a:t>              </a:t>
            </a:r>
            <a:r>
              <a:rPr lang="en-US" sz="155" dirty="0" err="1"/>
              <a:t>sx</a:t>
            </a:r>
            <a:r>
              <a:rPr lang="en-US" sz="155" dirty="0"/>
              <a:t>={{</a:t>
            </a:r>
          </a:p>
          <a:p>
            <a:pPr marL="0" indent="0">
              <a:buNone/>
            </a:pPr>
            <a:r>
              <a:rPr lang="en-US" sz="155" dirty="0"/>
              <a:t>                </a:t>
            </a:r>
            <a:r>
              <a:rPr lang="en-US" sz="155" dirty="0" err="1"/>
              <a:t>fontSize</a:t>
            </a:r>
            <a:r>
              <a:rPr lang="en-US" sz="155" dirty="0"/>
              <a:t>: "1.2em",</a:t>
            </a:r>
          </a:p>
          <a:p>
            <a:pPr marL="0" indent="0">
              <a:buNone/>
            </a:pPr>
            <a:r>
              <a:rPr lang="en-US" sz="155" dirty="0"/>
              <a:t>                </a:t>
            </a:r>
            <a:r>
              <a:rPr lang="en-US" sz="155" dirty="0" err="1"/>
              <a:t>fontWeight</a:t>
            </a:r>
            <a:r>
              <a:rPr lang="en-US" sz="155" dirty="0"/>
              <a:t>: 600,</a:t>
            </a:r>
          </a:p>
          <a:p>
            <a:pPr marL="0" indent="0">
              <a:buNone/>
            </a:pPr>
            <a:r>
              <a:rPr lang="en-US" sz="155" dirty="0"/>
              <a:t>                color: "</a:t>
            </a:r>
            <a:r>
              <a:rPr lang="en-US" sz="155" dirty="0" err="1"/>
              <a:t>rgb</a:t>
            </a:r>
            <a:r>
              <a:rPr lang="en-US" sz="155" dirty="0"/>
              <a:t>(53, 97, 85)",</a:t>
            </a:r>
          </a:p>
          <a:p>
            <a:pPr marL="0" indent="0">
              <a:buNone/>
            </a:pPr>
            <a:r>
              <a:rPr lang="en-US" sz="155" dirty="0"/>
              <a:t>              }}</a:t>
            </a:r>
          </a:p>
          <a:p>
            <a:pPr marL="0" indent="0">
              <a:buNone/>
            </a:pPr>
            <a:r>
              <a:rPr lang="en-US" sz="155" dirty="0"/>
              <a:t>            &gt;</a:t>
            </a:r>
          </a:p>
          <a:p>
            <a:pPr marL="0" indent="0">
              <a:buNone/>
            </a:pPr>
            <a:r>
              <a:rPr lang="en-US" sz="155" dirty="0"/>
              <a:t>              Total: ${</a:t>
            </a:r>
            <a:r>
              <a:rPr lang="en-US" sz="155" dirty="0" err="1"/>
              <a:t>getTotal</a:t>
            </a:r>
            <a:r>
              <a:rPr lang="en-US" sz="155" dirty="0"/>
              <a:t>()}</a:t>
            </a:r>
          </a:p>
          <a:p>
            <a:pPr marL="0" indent="0">
              <a:buNone/>
            </a:pPr>
            <a:r>
              <a:rPr lang="en-US" sz="155" dirty="0"/>
              <a:t>            &lt;/Typography&gt;</a:t>
            </a:r>
          </a:p>
          <a:p>
            <a:pPr marL="0" indent="0">
              <a:buNone/>
            </a:pPr>
            <a:br>
              <a:rPr lang="en-US" sz="155" dirty="0"/>
            </a:br>
            <a:endParaRPr lang="en-US" sz="155" dirty="0"/>
          </a:p>
          <a:p>
            <a:pPr marL="0" indent="0">
              <a:buNone/>
            </a:pPr>
            <a:r>
              <a:rPr lang="en-US" sz="155" dirty="0"/>
              <a:t>            {!</a:t>
            </a:r>
            <a:r>
              <a:rPr lang="en-US" sz="155" dirty="0" err="1"/>
              <a:t>props.checkout</a:t>
            </a:r>
            <a:r>
              <a:rPr lang="en-US" sz="155" dirty="0"/>
              <a:t> &amp;&amp; </a:t>
            </a:r>
            <a:r>
              <a:rPr lang="en-US" sz="155" dirty="0" err="1"/>
              <a:t>auth.isAuthenticated</a:t>
            </a:r>
            <a:r>
              <a:rPr lang="en-US" sz="155" dirty="0"/>
              <a:t>() ? (</a:t>
            </a:r>
          </a:p>
          <a:p>
            <a:pPr marL="0" indent="0">
              <a:buNone/>
            </a:pPr>
            <a:r>
              <a:rPr lang="en-US" sz="155" dirty="0"/>
              <a:t>              &lt;Button</a:t>
            </a:r>
          </a:p>
          <a:p>
            <a:pPr marL="0" indent="0">
              <a:buNone/>
            </a:pPr>
            <a:r>
              <a:rPr lang="en-US" sz="155" dirty="0"/>
              <a:t>                color="secondary"</a:t>
            </a:r>
          </a:p>
          <a:p>
            <a:pPr marL="0" indent="0">
              <a:buNone/>
            </a:pPr>
            <a:r>
              <a:rPr lang="en-US" sz="155" dirty="0"/>
              <a:t>                variant="contained"</a:t>
            </a:r>
          </a:p>
          <a:p>
            <a:pPr marL="0" indent="0">
              <a:buNone/>
            </a:pPr>
            <a:r>
              <a:rPr lang="en-US" sz="155" dirty="0"/>
              <a:t>                </a:t>
            </a:r>
            <a:r>
              <a:rPr lang="en-US" sz="155" dirty="0" err="1"/>
              <a:t>onClick</a:t>
            </a:r>
            <a:r>
              <a:rPr lang="en-US" sz="155" dirty="0"/>
              <a:t>={</a:t>
            </a:r>
            <a:r>
              <a:rPr lang="en-US" sz="155" dirty="0" err="1"/>
              <a:t>openCheckout</a:t>
            </a:r>
            <a:r>
              <a:rPr lang="en-US" sz="155" dirty="0"/>
              <a:t>}</a:t>
            </a:r>
          </a:p>
          <a:p>
            <a:pPr marL="0" indent="0">
              <a:buNone/>
            </a:pPr>
            <a:r>
              <a:rPr lang="en-US" sz="155" dirty="0"/>
              <a:t>              &gt;</a:t>
            </a:r>
          </a:p>
          <a:p>
            <a:pPr marL="0" indent="0">
              <a:buNone/>
            </a:pPr>
            <a:r>
              <a:rPr lang="en-US" sz="155" dirty="0"/>
              <a:t>                Checkout</a:t>
            </a:r>
          </a:p>
          <a:p>
            <a:pPr marL="0" indent="0">
              <a:buNone/>
            </a:pPr>
            <a:r>
              <a:rPr lang="en-US" sz="155" dirty="0"/>
              <a:t>              &lt;/Button&gt;</a:t>
            </a:r>
          </a:p>
          <a:p>
            <a:pPr marL="0" indent="0">
              <a:buNone/>
            </a:pPr>
            <a:r>
              <a:rPr lang="en-US" sz="155" dirty="0"/>
              <a:t>            ) : (</a:t>
            </a:r>
          </a:p>
          <a:p>
            <a:pPr marL="0" indent="0">
              <a:buNone/>
            </a:pPr>
            <a:r>
              <a:rPr lang="en-US" sz="155" dirty="0"/>
              <a:t>              &lt;Link to="/</a:t>
            </a:r>
            <a:r>
              <a:rPr lang="en-US" sz="155" dirty="0" err="1"/>
              <a:t>signin</a:t>
            </a:r>
            <a:r>
              <a:rPr lang="en-US" sz="155" dirty="0"/>
              <a:t>" style={{ </a:t>
            </a:r>
            <a:r>
              <a:rPr lang="en-US" sz="155" dirty="0" err="1"/>
              <a:t>textDecoration</a:t>
            </a:r>
            <a:r>
              <a:rPr lang="en-US" sz="155" dirty="0"/>
              <a:t>: "none" }}&gt;</a:t>
            </a:r>
          </a:p>
          <a:p>
            <a:pPr marL="0" indent="0">
              <a:buNone/>
            </a:pPr>
            <a:r>
              <a:rPr lang="en-US" sz="155" dirty="0"/>
              <a:t>                &lt;Button color="primary" variant="contained"&gt;</a:t>
            </a:r>
          </a:p>
          <a:p>
            <a:pPr marL="0" indent="0">
              <a:buNone/>
            </a:pPr>
            <a:r>
              <a:rPr lang="en-US" sz="155" dirty="0"/>
              <a:t>                  Sign in to checkout</a:t>
            </a:r>
          </a:p>
          <a:p>
            <a:pPr marL="0" indent="0">
              <a:buNone/>
            </a:pPr>
            <a:r>
              <a:rPr lang="en-US" sz="155" dirty="0"/>
              <a:t>                &lt;/Button&gt;</a:t>
            </a:r>
          </a:p>
          <a:p>
            <a:pPr marL="0" indent="0">
              <a:buNone/>
            </a:pPr>
            <a:r>
              <a:rPr lang="en-US" sz="155" dirty="0"/>
              <a:t>              &lt;/Link&gt;</a:t>
            </a:r>
          </a:p>
          <a:p>
            <a:pPr marL="0" indent="0">
              <a:buNone/>
            </a:pPr>
            <a:r>
              <a:rPr lang="en-US" sz="155" dirty="0"/>
              <a:t>            )}</a:t>
            </a:r>
          </a:p>
          <a:p>
            <a:pPr marL="0" indent="0">
              <a:buNone/>
            </a:pPr>
            <a:br>
              <a:rPr lang="en-US" sz="155" dirty="0"/>
            </a:br>
            <a:endParaRPr lang="en-US" sz="155" dirty="0"/>
          </a:p>
          <a:p>
            <a:pPr marL="0" indent="0">
              <a:buNone/>
            </a:pPr>
            <a:r>
              <a:rPr lang="en-US" sz="155" dirty="0"/>
              <a:t>            &lt;Link to="/" style={{ </a:t>
            </a:r>
            <a:r>
              <a:rPr lang="en-US" sz="155" dirty="0" err="1"/>
              <a:t>textDecoration</a:t>
            </a:r>
            <a:r>
              <a:rPr lang="en-US" sz="155" dirty="0"/>
              <a:t>: "none" }}&gt;</a:t>
            </a:r>
          </a:p>
          <a:p>
            <a:pPr marL="0" indent="0">
              <a:buNone/>
            </a:pPr>
            <a:r>
              <a:rPr lang="en-US" sz="155" dirty="0"/>
              <a:t>              &lt;Button variant="contained"&gt;Continue Shopping&lt;/Button&gt;</a:t>
            </a:r>
          </a:p>
          <a:p>
            <a:pPr marL="0" indent="0">
              <a:buNone/>
            </a:pPr>
            <a:r>
              <a:rPr lang="en-US" sz="155" dirty="0"/>
              <a:t>            &lt;/Link&gt;</a:t>
            </a:r>
          </a:p>
          <a:p>
            <a:pPr marL="0" indent="0">
              <a:buNone/>
            </a:pPr>
            <a:r>
              <a:rPr lang="en-US" sz="155" dirty="0"/>
              <a:t>          &lt;/Box&gt;</a:t>
            </a:r>
          </a:p>
          <a:p>
            <a:pPr marL="0" indent="0">
              <a:buNone/>
            </a:pPr>
            <a:r>
              <a:rPr lang="en-US" sz="155" dirty="0"/>
              <a:t>        &lt;/&gt;</a:t>
            </a:r>
          </a:p>
          <a:p>
            <a:pPr marL="0" indent="0">
              <a:buNone/>
            </a:pPr>
            <a:r>
              <a:rPr lang="en-US" sz="155" dirty="0"/>
              <a:t>      ) : (</a:t>
            </a:r>
          </a:p>
          <a:p>
            <a:pPr marL="0" indent="0">
              <a:buNone/>
            </a:pPr>
            <a:r>
              <a:rPr lang="en-US" sz="155" dirty="0"/>
              <a:t>        &lt;Typography variant="subtitle1" color="primary"&gt;</a:t>
            </a:r>
          </a:p>
          <a:p>
            <a:pPr marL="0" indent="0">
              <a:buNone/>
            </a:pPr>
            <a:r>
              <a:rPr lang="en-US" sz="155" dirty="0"/>
              <a:t>          No items added to your cart.</a:t>
            </a:r>
          </a:p>
          <a:p>
            <a:pPr marL="0" indent="0">
              <a:buNone/>
            </a:pPr>
            <a:r>
              <a:rPr lang="en-US" sz="155" dirty="0"/>
              <a:t>        &lt;/Typography&gt;</a:t>
            </a:r>
          </a:p>
          <a:p>
            <a:pPr marL="0" indent="0">
              <a:buNone/>
            </a:pPr>
            <a:r>
              <a:rPr lang="en-US" sz="155" dirty="0"/>
              <a:t>      )}</a:t>
            </a:r>
          </a:p>
          <a:p>
            <a:pPr marL="0" indent="0">
              <a:buNone/>
            </a:pPr>
            <a:r>
              <a:rPr lang="en-US" sz="155" dirty="0"/>
              <a:t>    &lt;/Card&gt;</a:t>
            </a:r>
          </a:p>
          <a:p>
            <a:pPr marL="0" indent="0">
              <a:buNone/>
            </a:pPr>
            <a:r>
              <a:rPr lang="en-US" sz="155" dirty="0"/>
              <a:t>  );</a:t>
            </a:r>
          </a:p>
          <a:p>
            <a:pPr marL="0" indent="0">
              <a:buNone/>
            </a:pPr>
            <a:r>
              <a:rPr lang="en-US" sz="155" dirty="0"/>
              <a:t>}</a:t>
            </a:r>
          </a:p>
          <a:p>
            <a:pPr marL="0" indent="0">
              <a:buNone/>
            </a:pPr>
            <a:br>
              <a:rPr lang="en-US" sz="155" dirty="0"/>
            </a:br>
            <a:endParaRPr lang="en-US" sz="155" dirty="0"/>
          </a:p>
          <a:p>
            <a:pPr marL="0" indent="0">
              <a:buNone/>
            </a:pPr>
            <a:r>
              <a:rPr lang="en-US" sz="155" dirty="0" err="1"/>
              <a:t>CartItems.propTypes</a:t>
            </a:r>
            <a:r>
              <a:rPr lang="en-US" sz="155" dirty="0"/>
              <a:t> = {</a:t>
            </a:r>
          </a:p>
          <a:p>
            <a:pPr marL="0" indent="0">
              <a:buNone/>
            </a:pPr>
            <a:r>
              <a:rPr lang="en-US" sz="155" dirty="0"/>
              <a:t>  checkout: </a:t>
            </a:r>
            <a:r>
              <a:rPr lang="en-US" sz="155" dirty="0" err="1"/>
              <a:t>PropTypes.bool.isRequired</a:t>
            </a:r>
            <a:r>
              <a:rPr lang="en-US" sz="155" dirty="0"/>
              <a:t>,</a:t>
            </a:r>
          </a:p>
          <a:p>
            <a:pPr marL="0" indent="0">
              <a:buNone/>
            </a:pPr>
            <a:r>
              <a:rPr lang="en-US" sz="155" dirty="0"/>
              <a:t>  </a:t>
            </a:r>
            <a:r>
              <a:rPr lang="en-US" sz="155" dirty="0" err="1"/>
              <a:t>setCheckout</a:t>
            </a:r>
            <a:r>
              <a:rPr lang="en-US" sz="155" dirty="0"/>
              <a:t>: </a:t>
            </a:r>
            <a:r>
              <a:rPr lang="en-US" sz="155" dirty="0" err="1"/>
              <a:t>PropTypes.func.isRequired</a:t>
            </a:r>
            <a:r>
              <a:rPr lang="en-US" sz="155" dirty="0"/>
              <a:t>,</a:t>
            </a:r>
          </a:p>
          <a:p>
            <a:pPr marL="0" indent="0">
              <a:buNone/>
            </a:pPr>
            <a:r>
              <a:rPr lang="en-US" sz="155" dirty="0"/>
              <a:t>};</a:t>
            </a:r>
          </a:p>
          <a:p>
            <a:pPr marL="0" indent="0">
              <a:buNone/>
            </a:pPr>
            <a:endParaRPr lang="en-US" sz="155" dirty="0"/>
          </a:p>
        </p:txBody>
      </p:sp>
      <p:sp>
        <p:nvSpPr>
          <p:cNvPr id="4" name="Date Placeholder 3">
            <a:extLst>
              <a:ext uri="{FF2B5EF4-FFF2-40B4-BE49-F238E27FC236}">
                <a16:creationId xmlns:a16="http://schemas.microsoft.com/office/drawing/2014/main" id="{9DF3C64B-AA9E-5B63-88BF-DFD37BC1DF1C}"/>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B189346F-409E-AAFE-9266-61DF2D6EABC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351ADDA-6F67-B551-D018-68F0759C4C78}"/>
              </a:ext>
            </a:extLst>
          </p:cNvPr>
          <p:cNvSpPr>
            <a:spLocks noGrp="1"/>
          </p:cNvSpPr>
          <p:nvPr>
            <p:ph type="sldNum" sz="quarter" idx="12"/>
          </p:nvPr>
        </p:nvSpPr>
        <p:spPr/>
        <p:txBody>
          <a:bodyPr/>
          <a:lstStyle/>
          <a:p>
            <a:fld id="{7C5CF243-786F-4254-B068-4C9F0B6EA12F}" type="slidenum">
              <a:rPr lang="en-US" altLang="en-US" smtClean="0"/>
              <a:pPr/>
              <a:t>118</a:t>
            </a:fld>
            <a:endParaRPr lang="en-US" altLang="en-US"/>
          </a:p>
        </p:txBody>
      </p:sp>
    </p:spTree>
    <p:extLst>
      <p:ext uri="{BB962C8B-B14F-4D97-AF65-F5344CB8AC3E}">
        <p14:creationId xmlns:p14="http://schemas.microsoft.com/office/powerpoint/2010/main" val="340551862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28EFD-3287-34CA-11F6-CFB6A56959B3}"/>
              </a:ext>
            </a:extLst>
          </p:cNvPr>
          <p:cNvSpPr>
            <a:spLocks noGrp="1"/>
          </p:cNvSpPr>
          <p:nvPr>
            <p:ph type="title"/>
          </p:nvPr>
        </p:nvSpPr>
        <p:spPr/>
        <p:txBody>
          <a:bodyPr/>
          <a:lstStyle/>
          <a:p>
            <a:r>
              <a:rPr lang="en-US" dirty="0"/>
              <a:t>Updated </a:t>
            </a:r>
            <a:r>
              <a:rPr lang="en-US" dirty="0" err="1"/>
              <a:t>MainRouter.jsx</a:t>
            </a:r>
            <a:endParaRPr lang="en-US" dirty="0"/>
          </a:p>
        </p:txBody>
      </p:sp>
      <p:sp>
        <p:nvSpPr>
          <p:cNvPr id="3" name="Content Placeholder 2">
            <a:extLst>
              <a:ext uri="{FF2B5EF4-FFF2-40B4-BE49-F238E27FC236}">
                <a16:creationId xmlns:a16="http://schemas.microsoft.com/office/drawing/2014/main" id="{E77EDDC1-B1E2-0A9D-CD70-70EB17864884}"/>
              </a:ext>
            </a:extLst>
          </p:cNvPr>
          <p:cNvSpPr>
            <a:spLocks noGrp="1"/>
          </p:cNvSpPr>
          <p:nvPr>
            <p:ph idx="1"/>
          </p:nvPr>
        </p:nvSpPr>
        <p:spPr/>
        <p:txBody>
          <a:bodyPr/>
          <a:lstStyle/>
          <a:p>
            <a:pPr marL="0" indent="0">
              <a:buNone/>
            </a:pPr>
            <a:r>
              <a:rPr lang="en-US" dirty="0"/>
              <a:t>Create the route path for the </a:t>
            </a:r>
            <a:r>
              <a:rPr lang="en-US" dirty="0" err="1"/>
              <a:t>CartItems.jsx</a:t>
            </a:r>
            <a:endParaRPr lang="en-US" dirty="0"/>
          </a:p>
          <a:p>
            <a:pPr marL="0" indent="0">
              <a:buNone/>
            </a:pPr>
            <a:r>
              <a:rPr lang="en-US" sz="295" dirty="0"/>
              <a:t>import React from "react";</a:t>
            </a:r>
          </a:p>
          <a:p>
            <a:pPr marL="0" indent="0">
              <a:buNone/>
            </a:pPr>
            <a:r>
              <a:rPr lang="en-US" sz="295" dirty="0"/>
              <a:t>import { Route, Routes } from "react-router-</a:t>
            </a:r>
            <a:r>
              <a:rPr lang="en-US" sz="295" dirty="0" err="1"/>
              <a:t>dom</a:t>
            </a:r>
            <a:r>
              <a:rPr lang="en-US" sz="295" dirty="0"/>
              <a:t>";</a:t>
            </a:r>
          </a:p>
          <a:p>
            <a:pPr marL="0" indent="0">
              <a:buNone/>
            </a:pPr>
            <a:r>
              <a:rPr lang="en-US" sz="295" dirty="0"/>
              <a:t>import Home from "./core/Home";</a:t>
            </a:r>
          </a:p>
          <a:p>
            <a:pPr marL="0" indent="0">
              <a:buNone/>
            </a:pPr>
            <a:r>
              <a:rPr lang="en-US" sz="295" dirty="0"/>
              <a:t>import Users from "./user/</a:t>
            </a:r>
            <a:r>
              <a:rPr lang="en-US" sz="295" dirty="0" err="1"/>
              <a:t>Users.jsx</a:t>
            </a:r>
            <a:r>
              <a:rPr lang="en-US" sz="295" dirty="0"/>
              <a:t>";</a:t>
            </a:r>
          </a:p>
          <a:p>
            <a:pPr marL="0" indent="0">
              <a:buNone/>
            </a:pPr>
            <a:r>
              <a:rPr lang="en-US" sz="295" dirty="0"/>
              <a:t>import Signup from "./user/</a:t>
            </a:r>
            <a:r>
              <a:rPr lang="en-US" sz="295" dirty="0" err="1"/>
              <a:t>Signup.jsx</a:t>
            </a:r>
            <a:r>
              <a:rPr lang="en-US" sz="295" dirty="0"/>
              <a:t>";</a:t>
            </a:r>
          </a:p>
          <a:p>
            <a:pPr marL="0" indent="0">
              <a:buNone/>
            </a:pPr>
            <a:r>
              <a:rPr lang="en-US" sz="295" dirty="0"/>
              <a:t>import </a:t>
            </a:r>
            <a:r>
              <a:rPr lang="en-US" sz="295" dirty="0" err="1"/>
              <a:t>Signin</a:t>
            </a:r>
            <a:r>
              <a:rPr lang="en-US" sz="295" dirty="0"/>
              <a:t> from './lib/</a:t>
            </a:r>
            <a:r>
              <a:rPr lang="en-US" sz="295" dirty="0" err="1"/>
              <a:t>Signin.jsx</a:t>
            </a:r>
            <a:r>
              <a:rPr lang="en-US" sz="295" dirty="0"/>
              <a:t>'</a:t>
            </a:r>
          </a:p>
          <a:p>
            <a:pPr marL="0" indent="0">
              <a:buNone/>
            </a:pPr>
            <a:r>
              <a:rPr lang="en-US" sz="295" dirty="0"/>
              <a:t>import Profile from "./user/</a:t>
            </a:r>
            <a:r>
              <a:rPr lang="en-US" sz="295" dirty="0" err="1"/>
              <a:t>Profile.jsx</a:t>
            </a:r>
            <a:r>
              <a:rPr lang="en-US" sz="295" dirty="0"/>
              <a:t>";</a:t>
            </a:r>
          </a:p>
          <a:p>
            <a:pPr marL="0" indent="0">
              <a:buNone/>
            </a:pPr>
            <a:r>
              <a:rPr lang="en-US" sz="295" dirty="0"/>
              <a:t>import </a:t>
            </a:r>
            <a:r>
              <a:rPr lang="en-US" sz="295" dirty="0" err="1"/>
              <a:t>PrivateRoute</a:t>
            </a:r>
            <a:r>
              <a:rPr lang="en-US" sz="295" dirty="0"/>
              <a:t> from "./lib/</a:t>
            </a:r>
            <a:r>
              <a:rPr lang="en-US" sz="295" dirty="0" err="1"/>
              <a:t>PrivateRoute.jsx</a:t>
            </a:r>
            <a:r>
              <a:rPr lang="en-US" sz="295" dirty="0"/>
              <a:t>";</a:t>
            </a:r>
          </a:p>
          <a:p>
            <a:pPr marL="0" indent="0">
              <a:buNone/>
            </a:pPr>
            <a:r>
              <a:rPr lang="en-US" sz="295" dirty="0"/>
              <a:t>import </a:t>
            </a:r>
            <a:r>
              <a:rPr lang="en-US" sz="295" dirty="0" err="1"/>
              <a:t>EditProfile</a:t>
            </a:r>
            <a:r>
              <a:rPr lang="en-US" sz="295" dirty="0"/>
              <a:t> from "./user/</a:t>
            </a:r>
            <a:r>
              <a:rPr lang="en-US" sz="295" dirty="0" err="1"/>
              <a:t>EditProfile.jsx</a:t>
            </a:r>
            <a:r>
              <a:rPr lang="en-US" sz="295" dirty="0"/>
              <a:t>";</a:t>
            </a:r>
          </a:p>
          <a:p>
            <a:pPr marL="0" indent="0">
              <a:buNone/>
            </a:pPr>
            <a:r>
              <a:rPr lang="en-US" sz="295" dirty="0"/>
              <a:t>import Shops from "./shop/Shops";</a:t>
            </a:r>
          </a:p>
          <a:p>
            <a:pPr marL="0" indent="0">
              <a:buNone/>
            </a:pPr>
            <a:r>
              <a:rPr lang="en-US" sz="295" dirty="0"/>
              <a:t>import </a:t>
            </a:r>
            <a:r>
              <a:rPr lang="en-US" sz="295" dirty="0" err="1"/>
              <a:t>MyShops</a:t>
            </a:r>
            <a:r>
              <a:rPr lang="en-US" sz="295" dirty="0"/>
              <a:t> from "./shop/</a:t>
            </a:r>
            <a:r>
              <a:rPr lang="en-US" sz="295" dirty="0" err="1"/>
              <a:t>MyShops</a:t>
            </a:r>
            <a:r>
              <a:rPr lang="en-US" sz="295" dirty="0"/>
              <a:t>";</a:t>
            </a:r>
          </a:p>
          <a:p>
            <a:pPr marL="0" indent="0">
              <a:buNone/>
            </a:pPr>
            <a:r>
              <a:rPr lang="en-US" sz="295" dirty="0"/>
              <a:t>import </a:t>
            </a:r>
            <a:r>
              <a:rPr lang="en-US" sz="295" dirty="0" err="1"/>
              <a:t>NewShop</a:t>
            </a:r>
            <a:r>
              <a:rPr lang="en-US" sz="295" dirty="0"/>
              <a:t> from "./shop/</a:t>
            </a:r>
            <a:r>
              <a:rPr lang="en-US" sz="295" dirty="0" err="1"/>
              <a:t>NewShop</a:t>
            </a:r>
            <a:r>
              <a:rPr lang="en-US" sz="295" dirty="0"/>
              <a:t>";</a:t>
            </a:r>
          </a:p>
          <a:p>
            <a:pPr marL="0" indent="0">
              <a:buNone/>
            </a:pPr>
            <a:r>
              <a:rPr lang="en-US" sz="295" dirty="0"/>
              <a:t>import </a:t>
            </a:r>
            <a:r>
              <a:rPr lang="en-US" sz="295" dirty="0" err="1"/>
              <a:t>EditShop</a:t>
            </a:r>
            <a:r>
              <a:rPr lang="en-US" sz="295" dirty="0"/>
              <a:t> from "./shop/</a:t>
            </a:r>
            <a:r>
              <a:rPr lang="en-US" sz="295" dirty="0" err="1"/>
              <a:t>EditShop</a:t>
            </a:r>
            <a:r>
              <a:rPr lang="en-US" sz="295" dirty="0"/>
              <a:t>";</a:t>
            </a:r>
          </a:p>
          <a:p>
            <a:pPr marL="0" indent="0">
              <a:buNone/>
            </a:pPr>
            <a:r>
              <a:rPr lang="en-US" sz="295" dirty="0"/>
              <a:t>import </a:t>
            </a:r>
            <a:r>
              <a:rPr lang="en-US" sz="295" dirty="0" err="1"/>
              <a:t>MyProducts</a:t>
            </a:r>
            <a:r>
              <a:rPr lang="en-US" sz="295" dirty="0"/>
              <a:t> from "./product/</a:t>
            </a:r>
            <a:r>
              <a:rPr lang="en-US" sz="295" dirty="0" err="1"/>
              <a:t>MyProducts</a:t>
            </a:r>
            <a:r>
              <a:rPr lang="en-US" sz="295" dirty="0"/>
              <a:t>";</a:t>
            </a:r>
          </a:p>
          <a:p>
            <a:pPr marL="0" indent="0">
              <a:buNone/>
            </a:pPr>
            <a:r>
              <a:rPr lang="en-US" sz="295" dirty="0"/>
              <a:t>import </a:t>
            </a:r>
            <a:r>
              <a:rPr lang="en-US" sz="295" dirty="0" err="1"/>
              <a:t>NewProduct</a:t>
            </a:r>
            <a:r>
              <a:rPr lang="en-US" sz="295" dirty="0"/>
              <a:t> from "./product/</a:t>
            </a:r>
            <a:r>
              <a:rPr lang="en-US" sz="295" dirty="0" err="1"/>
              <a:t>NewProduct</a:t>
            </a:r>
            <a:r>
              <a:rPr lang="en-US" sz="295" dirty="0"/>
              <a:t>";</a:t>
            </a:r>
          </a:p>
          <a:p>
            <a:pPr marL="0" indent="0">
              <a:buNone/>
            </a:pPr>
            <a:r>
              <a:rPr lang="en-US" sz="295" dirty="0"/>
              <a:t>import </a:t>
            </a:r>
            <a:r>
              <a:rPr lang="en-US" sz="295" dirty="0" err="1"/>
              <a:t>EditProduct</a:t>
            </a:r>
            <a:r>
              <a:rPr lang="en-US" sz="295" dirty="0"/>
              <a:t> from "./product/</a:t>
            </a:r>
            <a:r>
              <a:rPr lang="en-US" sz="295" dirty="0" err="1"/>
              <a:t>EditProduct</a:t>
            </a:r>
            <a:r>
              <a:rPr lang="en-US" sz="295" dirty="0"/>
              <a:t>";</a:t>
            </a:r>
          </a:p>
          <a:p>
            <a:pPr marL="0" indent="0">
              <a:buNone/>
            </a:pPr>
            <a:r>
              <a:rPr lang="en-US" sz="295" dirty="0"/>
              <a:t>import </a:t>
            </a:r>
            <a:r>
              <a:rPr lang="en-US" sz="295" dirty="0" err="1"/>
              <a:t>ShopProduct</a:t>
            </a:r>
            <a:r>
              <a:rPr lang="en-US" sz="295" dirty="0"/>
              <a:t> from "./shop/</a:t>
            </a:r>
            <a:r>
              <a:rPr lang="en-US" sz="295" dirty="0" err="1"/>
              <a:t>ShopProduct</a:t>
            </a:r>
            <a:r>
              <a:rPr lang="en-US" sz="295" dirty="0"/>
              <a:t>";</a:t>
            </a:r>
          </a:p>
          <a:p>
            <a:pPr marL="0" indent="0">
              <a:buNone/>
            </a:pPr>
            <a:r>
              <a:rPr lang="en-US" sz="295" dirty="0">
                <a:highlight>
                  <a:srgbClr val="FFFF00"/>
                </a:highlight>
              </a:rPr>
              <a:t>import </a:t>
            </a:r>
            <a:r>
              <a:rPr lang="en-US" sz="295" dirty="0" err="1">
                <a:highlight>
                  <a:srgbClr val="FFFF00"/>
                </a:highlight>
              </a:rPr>
              <a:t>CartItems</a:t>
            </a:r>
            <a:r>
              <a:rPr lang="en-US" sz="295" dirty="0">
                <a:highlight>
                  <a:srgbClr val="FFFF00"/>
                </a:highlight>
              </a:rPr>
              <a:t> from "./cart/</a:t>
            </a:r>
            <a:r>
              <a:rPr lang="en-US" sz="295" dirty="0" err="1">
                <a:highlight>
                  <a:srgbClr val="FFFF00"/>
                </a:highlight>
              </a:rPr>
              <a:t>CartItems</a:t>
            </a:r>
            <a:r>
              <a:rPr lang="en-US" sz="295" dirty="0">
                <a:highlight>
                  <a:srgbClr val="FFFF00"/>
                </a:highlight>
              </a:rPr>
              <a:t>";</a:t>
            </a:r>
          </a:p>
          <a:p>
            <a:pPr marL="0" indent="0">
              <a:buNone/>
            </a:pPr>
            <a:r>
              <a:rPr lang="en-US" sz="295" dirty="0"/>
              <a:t>import Menu from "./core/Menu";</a:t>
            </a:r>
          </a:p>
          <a:p>
            <a:pPr marL="0" indent="0">
              <a:buNone/>
            </a:pPr>
            <a:r>
              <a:rPr lang="en-US" sz="295" dirty="0"/>
              <a:t>function </a:t>
            </a:r>
            <a:r>
              <a:rPr lang="en-US" sz="295" dirty="0" err="1"/>
              <a:t>MainRouter</a:t>
            </a:r>
            <a:r>
              <a:rPr lang="en-US" sz="295" dirty="0"/>
              <a:t>() {</a:t>
            </a:r>
          </a:p>
          <a:p>
            <a:pPr marL="0" indent="0">
              <a:buNone/>
            </a:pPr>
            <a:r>
              <a:rPr lang="en-US" sz="295" dirty="0"/>
              <a:t>  return (</a:t>
            </a:r>
          </a:p>
          <a:p>
            <a:pPr marL="0" indent="0">
              <a:buNone/>
            </a:pPr>
            <a:r>
              <a:rPr lang="en-US" sz="295" dirty="0"/>
              <a:t>    &lt;div&gt;</a:t>
            </a:r>
          </a:p>
          <a:p>
            <a:pPr marL="0" indent="0">
              <a:buNone/>
            </a:pPr>
            <a:r>
              <a:rPr lang="en-US" sz="295" dirty="0"/>
              <a:t>      &lt;Menu /&gt;</a:t>
            </a:r>
          </a:p>
          <a:p>
            <a:pPr marL="0" indent="0">
              <a:buNone/>
            </a:pPr>
            <a:r>
              <a:rPr lang="en-US" sz="295" dirty="0"/>
              <a:t>      &lt;Routes&gt;</a:t>
            </a:r>
          </a:p>
          <a:p>
            <a:pPr marL="0" indent="0">
              <a:buNone/>
            </a:pPr>
            <a:r>
              <a:rPr lang="en-US" sz="295" dirty="0"/>
              <a:t>        &lt;Route path="/" element={&lt;Home /&gt;} /&gt;</a:t>
            </a:r>
          </a:p>
          <a:p>
            <a:pPr marL="0" indent="0">
              <a:buNone/>
            </a:pPr>
            <a:r>
              <a:rPr lang="en-US" sz="295" dirty="0"/>
              <a:t>        &lt;Route path="/users" element={&lt;Users /&gt;} /&gt;</a:t>
            </a:r>
          </a:p>
          <a:p>
            <a:pPr marL="0" indent="0">
              <a:buNone/>
            </a:pPr>
            <a:r>
              <a:rPr lang="en-US" sz="295" dirty="0"/>
              <a:t>        &lt;Route path="/shops/all" element={&lt;Shops /&gt;} /&gt;</a:t>
            </a:r>
          </a:p>
          <a:p>
            <a:pPr marL="0" indent="0">
              <a:buNone/>
            </a:pPr>
            <a:r>
              <a:rPr lang="en-US" sz="295" dirty="0"/>
              <a:t>        &lt;Route path="/shops/:</a:t>
            </a:r>
            <a:r>
              <a:rPr lang="en-US" sz="295" dirty="0" err="1"/>
              <a:t>shopId</a:t>
            </a:r>
            <a:r>
              <a:rPr lang="en-US" sz="295" dirty="0"/>
              <a:t>" element={&lt;</a:t>
            </a:r>
            <a:r>
              <a:rPr lang="en-US" sz="295" dirty="0" err="1"/>
              <a:t>ShopProduct</a:t>
            </a:r>
            <a:r>
              <a:rPr lang="en-US" sz="295" dirty="0"/>
              <a:t> /&gt;} /&gt;</a:t>
            </a:r>
          </a:p>
          <a:p>
            <a:pPr marL="0" indent="0">
              <a:buNone/>
            </a:pPr>
            <a:r>
              <a:rPr lang="en-US" sz="295" dirty="0"/>
              <a:t>        &lt;Route path="/shops/product" element={&lt;</a:t>
            </a:r>
            <a:r>
              <a:rPr lang="en-US" sz="295" dirty="0" err="1"/>
              <a:t>ShopProduct</a:t>
            </a:r>
            <a:r>
              <a:rPr lang="en-US" sz="295" dirty="0"/>
              <a:t> /&gt;} /&gt;</a:t>
            </a:r>
          </a:p>
          <a:p>
            <a:pPr marL="0" indent="0">
              <a:buNone/>
            </a:pPr>
            <a:r>
              <a:rPr lang="en-US" sz="295" dirty="0">
                <a:highlight>
                  <a:srgbClr val="FFFF00"/>
                </a:highlight>
              </a:rPr>
              <a:t>        &lt;Route path="/</a:t>
            </a:r>
            <a:r>
              <a:rPr lang="en-US" sz="295" dirty="0" err="1">
                <a:highlight>
                  <a:srgbClr val="FFFF00"/>
                </a:highlight>
              </a:rPr>
              <a:t>cartItems</a:t>
            </a:r>
            <a:r>
              <a:rPr lang="en-US" sz="295" dirty="0">
                <a:highlight>
                  <a:srgbClr val="FFFF00"/>
                </a:highlight>
              </a:rPr>
              <a:t>" element={&lt;</a:t>
            </a:r>
            <a:r>
              <a:rPr lang="en-US" sz="295" dirty="0" err="1">
                <a:highlight>
                  <a:srgbClr val="FFFF00"/>
                </a:highlight>
              </a:rPr>
              <a:t>CartItems</a:t>
            </a:r>
            <a:r>
              <a:rPr lang="en-US" sz="295" dirty="0">
                <a:highlight>
                  <a:srgbClr val="FFFF00"/>
                </a:highlight>
              </a:rPr>
              <a:t> /&gt;} /&gt;</a:t>
            </a:r>
          </a:p>
          <a:p>
            <a:pPr marL="0" indent="0">
              <a:buNone/>
            </a:pPr>
            <a:r>
              <a:rPr lang="en-US" sz="295" dirty="0"/>
              <a:t>        &lt;Route path="/signup" element={&lt;Signup /&gt;} /&gt;</a:t>
            </a:r>
          </a:p>
          <a:p>
            <a:pPr marL="0" indent="0">
              <a:buNone/>
            </a:pPr>
            <a:r>
              <a:rPr lang="en-US" sz="295" dirty="0"/>
              <a:t>        &lt;Route path="/</a:t>
            </a:r>
            <a:r>
              <a:rPr lang="en-US" sz="295" dirty="0" err="1"/>
              <a:t>signin</a:t>
            </a:r>
            <a:r>
              <a:rPr lang="en-US" sz="295" dirty="0"/>
              <a:t>" element={&lt;</a:t>
            </a:r>
            <a:r>
              <a:rPr lang="en-US" sz="295" dirty="0" err="1"/>
              <a:t>Signin</a:t>
            </a:r>
            <a:r>
              <a:rPr lang="en-US" sz="295" dirty="0"/>
              <a:t> /&gt;} /&gt;</a:t>
            </a:r>
          </a:p>
          <a:p>
            <a:pPr marL="0" indent="0">
              <a:buNone/>
            </a:pPr>
            <a:r>
              <a:rPr lang="en-US" sz="295" dirty="0"/>
              <a:t>        &lt;Route</a:t>
            </a:r>
          </a:p>
          <a:p>
            <a:pPr marL="0" indent="0">
              <a:buNone/>
            </a:pPr>
            <a:r>
              <a:rPr lang="en-US" sz="295" dirty="0"/>
              <a:t>          path="/user/edit/:</a:t>
            </a:r>
            <a:r>
              <a:rPr lang="en-US" sz="295" dirty="0" err="1"/>
              <a:t>userId</a:t>
            </a:r>
            <a:r>
              <a:rPr lang="en-US" sz="295" dirty="0"/>
              <a:t>"</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EditProfile</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/&gt;</a:t>
            </a:r>
          </a:p>
          <a:p>
            <a:pPr marL="0" indent="0">
              <a:buNone/>
            </a:pPr>
            <a:r>
              <a:rPr lang="en-US" sz="295" dirty="0"/>
              <a:t>        &lt;Route path="/user/:</a:t>
            </a:r>
            <a:r>
              <a:rPr lang="en-US" sz="295" dirty="0" err="1"/>
              <a:t>userId</a:t>
            </a:r>
            <a:r>
              <a:rPr lang="en-US" sz="295" dirty="0"/>
              <a:t>" element={&lt;Profile /&gt;} /&gt;</a:t>
            </a:r>
          </a:p>
          <a:p>
            <a:pPr marL="0" indent="0">
              <a:buNone/>
            </a:pPr>
            <a:r>
              <a:rPr lang="en-US" sz="295" dirty="0"/>
              <a:t>        &lt;Route</a:t>
            </a:r>
          </a:p>
          <a:p>
            <a:pPr marL="0" indent="0">
              <a:buNone/>
            </a:pPr>
            <a:r>
              <a:rPr lang="en-US" sz="295" dirty="0"/>
              <a:t>          path="/seller/shops"</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MyShops</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/&gt;</a:t>
            </a:r>
          </a:p>
          <a:p>
            <a:pPr marL="0" indent="0">
              <a:buNone/>
            </a:pPr>
            <a:r>
              <a:rPr lang="en-US" sz="295" dirty="0"/>
              <a:t>        &lt;Route</a:t>
            </a:r>
          </a:p>
          <a:p>
            <a:pPr marL="0" indent="0">
              <a:buNone/>
            </a:pPr>
            <a:r>
              <a:rPr lang="en-US" sz="295" dirty="0"/>
              <a:t>          path="/seller/shop/new"</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NewShop</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/&gt;</a:t>
            </a:r>
          </a:p>
          <a:p>
            <a:pPr marL="0" indent="0">
              <a:buNone/>
            </a:pPr>
            <a:r>
              <a:rPr lang="en-US" sz="295" dirty="0"/>
              <a:t>        &lt;Route</a:t>
            </a:r>
          </a:p>
          <a:p>
            <a:pPr marL="0" indent="0">
              <a:buNone/>
            </a:pPr>
            <a:r>
              <a:rPr lang="en-US" sz="295" dirty="0"/>
              <a:t>          path="/seller/shop/edit/:</a:t>
            </a:r>
            <a:r>
              <a:rPr lang="en-US" sz="295" dirty="0" err="1"/>
              <a:t>shopId</a:t>
            </a:r>
            <a:r>
              <a:rPr lang="en-US" sz="295" dirty="0"/>
              <a:t>"</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EditShop</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/&gt;</a:t>
            </a:r>
          </a:p>
          <a:p>
            <a:pPr marL="0" indent="0">
              <a:buNone/>
            </a:pPr>
            <a:r>
              <a:rPr lang="en-US" sz="295" dirty="0"/>
              <a:t>        &lt;Route</a:t>
            </a:r>
          </a:p>
          <a:p>
            <a:pPr marL="0" indent="0">
              <a:buNone/>
            </a:pPr>
            <a:r>
              <a:rPr lang="en-US" sz="295" dirty="0"/>
              <a:t>          path="/seller/:</a:t>
            </a:r>
            <a:r>
              <a:rPr lang="en-US" sz="295" dirty="0" err="1"/>
              <a:t>shopId</a:t>
            </a:r>
            <a:r>
              <a:rPr lang="en-US" sz="295" dirty="0"/>
              <a:t>/products/new"</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NewProduct</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component={</a:t>
            </a:r>
            <a:r>
              <a:rPr lang="en-US" sz="295" dirty="0" err="1"/>
              <a:t>NewProduct</a:t>
            </a:r>
            <a:r>
              <a:rPr lang="en-US" sz="295" dirty="0"/>
              <a:t>}</a:t>
            </a:r>
          </a:p>
          <a:p>
            <a:pPr marL="0" indent="0">
              <a:buNone/>
            </a:pPr>
            <a:r>
              <a:rPr lang="en-US" sz="295" dirty="0"/>
              <a:t>        /&gt;</a:t>
            </a:r>
          </a:p>
          <a:p>
            <a:pPr marL="0" indent="0">
              <a:buNone/>
            </a:pPr>
            <a:r>
              <a:rPr lang="en-US" sz="295" dirty="0"/>
              <a:t>        &lt;Route</a:t>
            </a:r>
          </a:p>
          <a:p>
            <a:pPr marL="0" indent="0">
              <a:buNone/>
            </a:pPr>
            <a:r>
              <a:rPr lang="en-US" sz="295" dirty="0"/>
              <a:t>          path="/seller/:</a:t>
            </a:r>
            <a:r>
              <a:rPr lang="en-US" sz="295" dirty="0" err="1"/>
              <a:t>shopId</a:t>
            </a:r>
            <a:r>
              <a:rPr lang="en-US" sz="295" dirty="0"/>
              <a:t>/:</a:t>
            </a:r>
            <a:r>
              <a:rPr lang="en-US" sz="295" dirty="0" err="1"/>
              <a:t>productId</a:t>
            </a:r>
            <a:r>
              <a:rPr lang="en-US" sz="295" dirty="0"/>
              <a:t>/edit"</a:t>
            </a:r>
          </a:p>
          <a:p>
            <a:pPr marL="0" indent="0">
              <a:buNone/>
            </a:pPr>
            <a:r>
              <a:rPr lang="en-US" sz="295" dirty="0"/>
              <a:t>          element={</a:t>
            </a:r>
          </a:p>
          <a:p>
            <a:pPr marL="0" indent="0">
              <a:buNone/>
            </a:pPr>
            <a:r>
              <a:rPr lang="en-US" sz="295" dirty="0"/>
              <a:t>            &lt;</a:t>
            </a:r>
            <a:r>
              <a:rPr lang="en-US" sz="295" dirty="0" err="1"/>
              <a:t>PrivateRoute</a:t>
            </a:r>
            <a:r>
              <a:rPr lang="en-US" sz="295" dirty="0"/>
              <a:t>&gt;</a:t>
            </a:r>
          </a:p>
          <a:p>
            <a:pPr marL="0" indent="0">
              <a:buNone/>
            </a:pPr>
            <a:r>
              <a:rPr lang="en-US" sz="295" dirty="0"/>
              <a:t>              &lt;</a:t>
            </a:r>
            <a:r>
              <a:rPr lang="en-US" sz="295" dirty="0" err="1"/>
              <a:t>EditProduct</a:t>
            </a:r>
            <a:r>
              <a:rPr lang="en-US" sz="295" dirty="0"/>
              <a:t> /&gt;</a:t>
            </a:r>
          </a:p>
          <a:p>
            <a:pPr marL="0" indent="0">
              <a:buNone/>
            </a:pPr>
            <a:r>
              <a:rPr lang="en-US" sz="295" dirty="0"/>
              <a:t>            &lt;/</a:t>
            </a:r>
            <a:r>
              <a:rPr lang="en-US" sz="295" dirty="0" err="1"/>
              <a:t>PrivateRoute</a:t>
            </a:r>
            <a:r>
              <a:rPr lang="en-US" sz="295" dirty="0"/>
              <a:t>&gt;</a:t>
            </a:r>
          </a:p>
          <a:p>
            <a:pPr marL="0" indent="0">
              <a:buNone/>
            </a:pPr>
            <a:r>
              <a:rPr lang="en-US" sz="295" dirty="0"/>
              <a:t>          }</a:t>
            </a:r>
          </a:p>
          <a:p>
            <a:pPr marL="0" indent="0">
              <a:buNone/>
            </a:pPr>
            <a:r>
              <a:rPr lang="en-US" sz="295" dirty="0"/>
              <a:t>        /&gt;</a:t>
            </a:r>
          </a:p>
          <a:p>
            <a:pPr marL="0" indent="0">
              <a:buNone/>
            </a:pPr>
            <a:r>
              <a:rPr lang="en-US" sz="295" dirty="0"/>
              <a:t>      &lt;/Routes&gt;</a:t>
            </a:r>
          </a:p>
          <a:p>
            <a:pPr marL="0" indent="0">
              <a:buNone/>
            </a:pPr>
            <a:r>
              <a:rPr lang="en-US" sz="295" dirty="0"/>
              <a:t>    &lt;/div&gt;</a:t>
            </a:r>
          </a:p>
          <a:p>
            <a:pPr marL="0" indent="0">
              <a:buNone/>
            </a:pPr>
            <a:r>
              <a:rPr lang="en-US" sz="295" dirty="0"/>
              <a:t>  );</a:t>
            </a:r>
          </a:p>
          <a:p>
            <a:pPr marL="0" indent="0">
              <a:buNone/>
            </a:pPr>
            <a:r>
              <a:rPr lang="en-US" sz="295" dirty="0"/>
              <a:t>}</a:t>
            </a:r>
          </a:p>
          <a:p>
            <a:pPr marL="0" indent="0">
              <a:buNone/>
            </a:pPr>
            <a:br>
              <a:rPr lang="en-US" sz="295" dirty="0"/>
            </a:br>
            <a:endParaRPr lang="en-US" sz="295" dirty="0"/>
          </a:p>
          <a:p>
            <a:pPr marL="0" indent="0">
              <a:buNone/>
            </a:pPr>
            <a:r>
              <a:rPr lang="en-US" sz="295" dirty="0"/>
              <a:t>export default </a:t>
            </a:r>
            <a:r>
              <a:rPr lang="en-US" sz="295" dirty="0" err="1"/>
              <a:t>MainRouter</a:t>
            </a:r>
            <a:r>
              <a:rPr lang="en-US" sz="295" dirty="0"/>
              <a:t>;</a:t>
            </a:r>
          </a:p>
          <a:p>
            <a:pPr marL="0" indent="0">
              <a:buNone/>
            </a:pPr>
            <a:endParaRPr lang="en-US" dirty="0"/>
          </a:p>
        </p:txBody>
      </p:sp>
      <p:sp>
        <p:nvSpPr>
          <p:cNvPr id="4" name="Date Placeholder 3">
            <a:extLst>
              <a:ext uri="{FF2B5EF4-FFF2-40B4-BE49-F238E27FC236}">
                <a16:creationId xmlns:a16="http://schemas.microsoft.com/office/drawing/2014/main" id="{400A9537-23F2-A834-596B-34F5D2C61EE2}"/>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80F073B-E0A4-23BE-0DFE-628D5D12A0E3}"/>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9D09C2EB-3E74-7AE3-1B13-9DF63D10234F}"/>
              </a:ext>
            </a:extLst>
          </p:cNvPr>
          <p:cNvSpPr>
            <a:spLocks noGrp="1"/>
          </p:cNvSpPr>
          <p:nvPr>
            <p:ph type="sldNum" sz="quarter" idx="12"/>
          </p:nvPr>
        </p:nvSpPr>
        <p:spPr/>
        <p:txBody>
          <a:bodyPr/>
          <a:lstStyle/>
          <a:p>
            <a:fld id="{7C5CF243-786F-4254-B068-4C9F0B6EA12F}" type="slidenum">
              <a:rPr lang="en-US" altLang="en-US" smtClean="0"/>
              <a:pPr/>
              <a:t>119</a:t>
            </a:fld>
            <a:endParaRPr lang="en-US" altLang="en-US"/>
          </a:p>
        </p:txBody>
      </p:sp>
    </p:spTree>
    <p:extLst>
      <p:ext uri="{BB962C8B-B14F-4D97-AF65-F5344CB8AC3E}">
        <p14:creationId xmlns:p14="http://schemas.microsoft.com/office/powerpoint/2010/main" val="303369366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9B3A-F35C-CC01-8AD6-0A9935B7ED78}"/>
              </a:ext>
            </a:extLst>
          </p:cNvPr>
          <p:cNvSpPr>
            <a:spLocks noGrp="1"/>
          </p:cNvSpPr>
          <p:nvPr>
            <p:ph type="title"/>
          </p:nvPr>
        </p:nvSpPr>
        <p:spPr/>
        <p:txBody>
          <a:bodyPr/>
          <a:lstStyle/>
          <a:p>
            <a:r>
              <a:rPr lang="en-US" dirty="0"/>
              <a:t>Updated </a:t>
            </a:r>
            <a:r>
              <a:rPr lang="en-US" dirty="0" err="1"/>
              <a:t>AddToCart.jsx</a:t>
            </a:r>
            <a:endParaRPr lang="en-US" dirty="0"/>
          </a:p>
        </p:txBody>
      </p:sp>
      <p:sp>
        <p:nvSpPr>
          <p:cNvPr id="3" name="Content Placeholder 2">
            <a:extLst>
              <a:ext uri="{FF2B5EF4-FFF2-40B4-BE49-F238E27FC236}">
                <a16:creationId xmlns:a16="http://schemas.microsoft.com/office/drawing/2014/main" id="{5CEFF617-30DC-D7F6-98EA-D4B7DC84363D}"/>
              </a:ext>
            </a:extLst>
          </p:cNvPr>
          <p:cNvSpPr>
            <a:spLocks noGrp="1"/>
          </p:cNvSpPr>
          <p:nvPr>
            <p:ph idx="1"/>
          </p:nvPr>
        </p:nvSpPr>
        <p:spPr/>
        <p:txBody>
          <a:bodyPr/>
          <a:lstStyle/>
          <a:p>
            <a:pPr marL="0" indent="0">
              <a:buNone/>
            </a:pPr>
            <a:r>
              <a:rPr lang="en-US" b="1" dirty="0"/>
              <a:t>Client/user/cart/</a:t>
            </a:r>
            <a:r>
              <a:rPr lang="en-US" b="1" dirty="0" err="1"/>
              <a:t>AddToCart.jsx</a:t>
            </a:r>
            <a:endParaRPr lang="en-US" b="1" dirty="0"/>
          </a:p>
          <a:p>
            <a:pPr marL="0" indent="0">
              <a:buNone/>
            </a:pPr>
            <a:r>
              <a:rPr lang="en-US" sz="450" dirty="0"/>
              <a:t>import React, { </a:t>
            </a:r>
            <a:r>
              <a:rPr lang="en-US" sz="450" dirty="0" err="1"/>
              <a:t>useState</a:t>
            </a:r>
            <a:r>
              <a:rPr lang="en-US" sz="450" dirty="0"/>
              <a:t> } from "react";</a:t>
            </a:r>
          </a:p>
          <a:p>
            <a:pPr marL="0" indent="0">
              <a:buNone/>
            </a:pPr>
            <a:r>
              <a:rPr lang="en-US" sz="450" dirty="0"/>
              <a:t>import </a:t>
            </a:r>
            <a:r>
              <a:rPr lang="en-US" sz="450" dirty="0" err="1"/>
              <a:t>PropTypes</a:t>
            </a:r>
            <a:r>
              <a:rPr lang="en-US" sz="450" dirty="0"/>
              <a:t> from "prop-types";</a:t>
            </a:r>
          </a:p>
          <a:p>
            <a:pPr marL="0" indent="0">
              <a:buNone/>
            </a:pPr>
            <a:r>
              <a:rPr lang="en-US" sz="450" dirty="0"/>
              <a:t>import { </a:t>
            </a:r>
            <a:r>
              <a:rPr lang="en-US" sz="450" dirty="0" err="1"/>
              <a:t>IconButton</a:t>
            </a:r>
            <a:r>
              <a:rPr lang="en-US" sz="450" dirty="0"/>
              <a:t> } from "@</a:t>
            </a:r>
            <a:r>
              <a:rPr lang="en-US" sz="450" dirty="0" err="1"/>
              <a:t>mui</a:t>
            </a:r>
            <a:r>
              <a:rPr lang="en-US" sz="450" dirty="0"/>
              <a:t>/material";</a:t>
            </a:r>
          </a:p>
          <a:p>
            <a:pPr marL="0" indent="0">
              <a:buNone/>
            </a:pPr>
            <a:r>
              <a:rPr lang="en-US" sz="450" dirty="0"/>
              <a:t>import </a:t>
            </a:r>
            <a:r>
              <a:rPr lang="en-US" sz="450" dirty="0" err="1"/>
              <a:t>AddCartIcon</a:t>
            </a:r>
            <a:r>
              <a:rPr lang="en-US" sz="450" dirty="0"/>
              <a:t> from "@</a:t>
            </a:r>
            <a:r>
              <a:rPr lang="en-US" sz="450" dirty="0" err="1"/>
              <a:t>mui</a:t>
            </a:r>
            <a:r>
              <a:rPr lang="en-US" sz="450" dirty="0"/>
              <a:t>/icons-material/</a:t>
            </a:r>
            <a:r>
              <a:rPr lang="en-US" sz="450" dirty="0" err="1"/>
              <a:t>AddShoppingCart</a:t>
            </a:r>
            <a:r>
              <a:rPr lang="en-US" sz="450" dirty="0"/>
              <a:t>";</a:t>
            </a:r>
          </a:p>
          <a:p>
            <a:pPr marL="0" indent="0">
              <a:buNone/>
            </a:pPr>
            <a:r>
              <a:rPr lang="en-US" sz="450" dirty="0"/>
              <a:t>import </a:t>
            </a:r>
            <a:r>
              <a:rPr lang="en-US" sz="450" dirty="0" err="1"/>
              <a:t>DisabledCartIcon</a:t>
            </a:r>
            <a:r>
              <a:rPr lang="en-US" sz="450" dirty="0"/>
              <a:t> from "@</a:t>
            </a:r>
            <a:r>
              <a:rPr lang="en-US" sz="450" dirty="0" err="1"/>
              <a:t>mui</a:t>
            </a:r>
            <a:r>
              <a:rPr lang="en-US" sz="450" dirty="0"/>
              <a:t>/icons-material/</a:t>
            </a:r>
            <a:r>
              <a:rPr lang="en-US" sz="450" dirty="0" err="1"/>
              <a:t>RemoveShoppingCart</a:t>
            </a:r>
            <a:r>
              <a:rPr lang="en-US" sz="450" dirty="0"/>
              <a:t>";</a:t>
            </a:r>
          </a:p>
          <a:p>
            <a:pPr marL="0" indent="0">
              <a:buNone/>
            </a:pPr>
            <a:r>
              <a:rPr lang="en-US" sz="450" dirty="0">
                <a:highlight>
                  <a:srgbClr val="FFFF00"/>
                </a:highlight>
              </a:rPr>
              <a:t>import cart from "./cart-helper.js";</a:t>
            </a:r>
          </a:p>
          <a:p>
            <a:pPr marL="0" indent="0">
              <a:buNone/>
            </a:pPr>
            <a:r>
              <a:rPr lang="en-US" sz="450" dirty="0"/>
              <a:t>import { Navigate } from "react-router-</a:t>
            </a:r>
            <a:r>
              <a:rPr lang="en-US" sz="450" dirty="0" err="1"/>
              <a:t>dom</a:t>
            </a:r>
            <a:r>
              <a:rPr lang="en-US" sz="450" dirty="0"/>
              <a:t>";</a:t>
            </a:r>
          </a:p>
          <a:p>
            <a:pPr marL="0" indent="0">
              <a:buNone/>
            </a:pPr>
            <a:br>
              <a:rPr lang="en-US" sz="450" dirty="0"/>
            </a:br>
            <a:endParaRPr lang="en-US" sz="450" dirty="0"/>
          </a:p>
          <a:p>
            <a:pPr marL="0" indent="0">
              <a:buNone/>
            </a:pPr>
            <a:r>
              <a:rPr lang="en-US" sz="450" dirty="0"/>
              <a:t>export default function </a:t>
            </a:r>
            <a:r>
              <a:rPr lang="en-US" sz="450" dirty="0" err="1"/>
              <a:t>AddToCart</a:t>
            </a:r>
            <a:r>
              <a:rPr lang="en-US" sz="450" dirty="0"/>
              <a:t>({ item, </a:t>
            </a:r>
            <a:r>
              <a:rPr lang="en-US" sz="450" dirty="0" err="1"/>
              <a:t>cartStyle</a:t>
            </a:r>
            <a:r>
              <a:rPr lang="en-US" sz="450" dirty="0"/>
              <a:t> }) {</a:t>
            </a:r>
          </a:p>
          <a:p>
            <a:pPr marL="0" indent="0">
              <a:buNone/>
            </a:pPr>
            <a:r>
              <a:rPr lang="en-US" sz="450" dirty="0"/>
              <a:t>  const [redirect, </a:t>
            </a:r>
            <a:r>
              <a:rPr lang="en-US" sz="450" dirty="0" err="1"/>
              <a:t>setRedirect</a:t>
            </a:r>
            <a:r>
              <a:rPr lang="en-US" sz="450" dirty="0"/>
              <a:t>] = </a:t>
            </a:r>
            <a:r>
              <a:rPr lang="en-US" sz="450" dirty="0" err="1"/>
              <a:t>useState</a:t>
            </a:r>
            <a:r>
              <a:rPr lang="en-US" sz="450" dirty="0"/>
              <a:t>(false);</a:t>
            </a:r>
          </a:p>
          <a:p>
            <a:pPr marL="0" indent="0">
              <a:buNone/>
            </a:pPr>
            <a:br>
              <a:rPr lang="en-US" sz="450" dirty="0"/>
            </a:br>
            <a:endParaRPr lang="en-US" sz="450" dirty="0"/>
          </a:p>
          <a:p>
            <a:pPr marL="0" indent="0">
              <a:buNone/>
            </a:pPr>
            <a:r>
              <a:rPr lang="en-US" sz="450" dirty="0"/>
              <a:t>  const </a:t>
            </a:r>
            <a:r>
              <a:rPr lang="en-US" sz="450" dirty="0" err="1"/>
              <a:t>addToCart</a:t>
            </a:r>
            <a:r>
              <a:rPr lang="en-US" sz="450" dirty="0"/>
              <a:t> = () =&gt; {</a:t>
            </a:r>
          </a:p>
          <a:p>
            <a:pPr marL="0" indent="0">
              <a:buNone/>
            </a:pPr>
            <a:r>
              <a:rPr lang="en-US" sz="450" dirty="0"/>
              <a:t>    </a:t>
            </a:r>
            <a:r>
              <a:rPr lang="en-US" sz="450" dirty="0" err="1"/>
              <a:t>cart.addItem</a:t>
            </a:r>
            <a:r>
              <a:rPr lang="en-US" sz="450" dirty="0"/>
              <a:t>(item, () =&gt; {</a:t>
            </a:r>
          </a:p>
          <a:p>
            <a:pPr marL="0" indent="0">
              <a:buNone/>
            </a:pPr>
            <a:r>
              <a:rPr lang="en-US" sz="450" dirty="0"/>
              <a:t>      </a:t>
            </a:r>
            <a:r>
              <a:rPr lang="en-US" sz="450" dirty="0" err="1"/>
              <a:t>setRedirect</a:t>
            </a:r>
            <a:r>
              <a:rPr lang="en-US" sz="450" dirty="0"/>
              <a:t>(true); // just a </a:t>
            </a:r>
            <a:r>
              <a:rPr lang="en-US" sz="450" dirty="0" err="1"/>
              <a:t>boolean</a:t>
            </a:r>
            <a:endParaRPr lang="en-US" sz="450" dirty="0"/>
          </a:p>
          <a:p>
            <a:pPr marL="0" indent="0">
              <a:buNone/>
            </a:pPr>
            <a:r>
              <a:rPr lang="en-US" sz="450" dirty="0"/>
              <a:t>    });</a:t>
            </a:r>
          </a:p>
          <a:p>
            <a:pPr marL="0" indent="0">
              <a:buNone/>
            </a:pPr>
            <a:r>
              <a:rPr lang="en-US" sz="450" dirty="0"/>
              <a:t>  };</a:t>
            </a:r>
          </a:p>
          <a:p>
            <a:pPr marL="0" indent="0">
              <a:buNone/>
            </a:pPr>
            <a:br>
              <a:rPr lang="en-US" sz="450" dirty="0"/>
            </a:br>
            <a:endParaRPr lang="en-US" sz="450" dirty="0"/>
          </a:p>
          <a:p>
            <a:pPr marL="0" indent="0">
              <a:buNone/>
            </a:pPr>
            <a:r>
              <a:rPr lang="en-US" sz="450" dirty="0"/>
              <a:t>  if (redirect) {</a:t>
            </a:r>
          </a:p>
          <a:p>
            <a:pPr marL="0" indent="0">
              <a:buNone/>
            </a:pPr>
            <a:r>
              <a:rPr lang="en-US" sz="450" dirty="0"/>
              <a:t>    return &lt;Navigate to=</a:t>
            </a:r>
            <a:r>
              <a:rPr lang="en-US" sz="450" dirty="0">
                <a:highlight>
                  <a:srgbClr val="FFFF00"/>
                </a:highlight>
              </a:rPr>
              <a:t>"/</a:t>
            </a:r>
            <a:r>
              <a:rPr lang="en-US" sz="450" dirty="0" err="1">
                <a:highlight>
                  <a:srgbClr val="FFFF00"/>
                </a:highlight>
              </a:rPr>
              <a:t>cartItems</a:t>
            </a:r>
            <a:r>
              <a:rPr lang="en-US" sz="450" dirty="0">
                <a:highlight>
                  <a:srgbClr val="FFFF00"/>
                </a:highlight>
              </a:rPr>
              <a:t>" </a:t>
            </a:r>
            <a:r>
              <a:rPr lang="en-US" sz="450" dirty="0"/>
              <a:t>/&gt;;</a:t>
            </a:r>
          </a:p>
          <a:p>
            <a:pPr marL="0" indent="0">
              <a:buNone/>
            </a:pPr>
            <a:r>
              <a:rPr lang="en-US" sz="450" dirty="0"/>
              <a:t>  }</a:t>
            </a:r>
          </a:p>
          <a:p>
            <a:pPr marL="0" indent="0">
              <a:buNone/>
            </a:pPr>
            <a:br>
              <a:rPr lang="en-US" sz="450" dirty="0"/>
            </a:br>
            <a:endParaRPr lang="en-US" sz="450" dirty="0"/>
          </a:p>
          <a:p>
            <a:pPr marL="0" indent="0">
              <a:buNone/>
            </a:pPr>
            <a:r>
              <a:rPr lang="en-US" sz="450" dirty="0"/>
              <a:t>  return (</a:t>
            </a:r>
          </a:p>
          <a:p>
            <a:pPr marL="0" indent="0">
              <a:buNone/>
            </a:pPr>
            <a:r>
              <a:rPr lang="en-US" sz="450" dirty="0"/>
              <a:t>    &lt;span&gt;</a:t>
            </a:r>
          </a:p>
          <a:p>
            <a:pPr marL="0" indent="0">
              <a:buNone/>
            </a:pPr>
            <a:r>
              <a:rPr lang="en-US" sz="450" dirty="0"/>
              <a:t>      {</a:t>
            </a:r>
            <a:r>
              <a:rPr lang="en-US" sz="450" dirty="0" err="1"/>
              <a:t>item.quantity</a:t>
            </a:r>
            <a:r>
              <a:rPr lang="en-US" sz="450" dirty="0"/>
              <a:t> &gt; 0 ? (</a:t>
            </a:r>
          </a:p>
          <a:p>
            <a:pPr marL="0" indent="0">
              <a:buNone/>
            </a:pPr>
            <a:r>
              <a:rPr lang="en-US" sz="450" dirty="0"/>
              <a:t>        &lt;</a:t>
            </a:r>
            <a:r>
              <a:rPr lang="en-US" sz="450" dirty="0" err="1"/>
              <a:t>IconButton</a:t>
            </a:r>
            <a:endParaRPr lang="en-US" sz="450" dirty="0"/>
          </a:p>
          <a:p>
            <a:pPr marL="0" indent="0">
              <a:buNone/>
            </a:pPr>
            <a:r>
              <a:rPr lang="en-US" sz="450" dirty="0"/>
              <a:t>          color="secondary"</a:t>
            </a:r>
          </a:p>
          <a:p>
            <a:pPr marL="0" indent="0">
              <a:buNone/>
            </a:pPr>
            <a:r>
              <a:rPr lang="en-US" sz="450" dirty="0"/>
              <a:t>          </a:t>
            </a:r>
            <a:r>
              <a:rPr lang="en-US" sz="450" dirty="0" err="1"/>
              <a:t>onClick</a:t>
            </a:r>
            <a:r>
              <a:rPr lang="en-US" sz="450" dirty="0"/>
              <a:t>={</a:t>
            </a:r>
            <a:r>
              <a:rPr lang="en-US" sz="450" dirty="0" err="1"/>
              <a:t>addToCart</a:t>
            </a:r>
            <a:r>
              <a:rPr lang="en-US" sz="450" dirty="0"/>
              <a:t>}</a:t>
            </a:r>
          </a:p>
          <a:p>
            <a:pPr marL="0" indent="0">
              <a:buNone/>
            </a:pPr>
            <a:r>
              <a:rPr lang="en-US" sz="450" dirty="0"/>
              <a:t>          </a:t>
            </a:r>
            <a:r>
              <a:rPr lang="en-US" sz="450" dirty="0" err="1"/>
              <a:t>sx</a:t>
            </a:r>
            <a:r>
              <a:rPr lang="en-US" sz="450" dirty="0"/>
              <a:t>={{ width: "28px", height: "28px" }}</a:t>
            </a:r>
          </a:p>
          <a:p>
            <a:pPr marL="0" indent="0">
              <a:buNone/>
            </a:pPr>
            <a:r>
              <a:rPr lang="en-US" sz="450" dirty="0"/>
              <a:t>        &gt;</a:t>
            </a:r>
          </a:p>
          <a:p>
            <a:pPr marL="0" indent="0">
              <a:buNone/>
            </a:pPr>
            <a:r>
              <a:rPr lang="en-US" sz="450" dirty="0"/>
              <a:t>          &lt;</a:t>
            </a:r>
            <a:r>
              <a:rPr lang="en-US" sz="450" dirty="0" err="1"/>
              <a:t>AddCartIcon</a:t>
            </a:r>
            <a:r>
              <a:rPr lang="en-US" sz="450" dirty="0"/>
              <a:t> </a:t>
            </a:r>
            <a:r>
              <a:rPr lang="en-US" sz="450" dirty="0" err="1"/>
              <a:t>sx</a:t>
            </a:r>
            <a:r>
              <a:rPr lang="en-US" sz="450" dirty="0"/>
              <a:t>={</a:t>
            </a:r>
            <a:r>
              <a:rPr lang="en-US" sz="450" dirty="0" err="1"/>
              <a:t>cartStyle</a:t>
            </a:r>
            <a:r>
              <a:rPr lang="en-US" sz="450" dirty="0"/>
              <a:t> || { width: "28px", height: "28px" }} /&gt;</a:t>
            </a:r>
          </a:p>
          <a:p>
            <a:pPr marL="0" indent="0">
              <a:buNone/>
            </a:pPr>
            <a:r>
              <a:rPr lang="en-US" sz="450" dirty="0"/>
              <a:t>        &lt;/</a:t>
            </a:r>
            <a:r>
              <a:rPr lang="en-US" sz="450" dirty="0" err="1"/>
              <a:t>IconButton</a:t>
            </a:r>
            <a:r>
              <a:rPr lang="en-US" sz="450" dirty="0"/>
              <a:t>&gt;</a:t>
            </a:r>
          </a:p>
          <a:p>
            <a:pPr marL="0" indent="0">
              <a:buNone/>
            </a:pPr>
            <a:r>
              <a:rPr lang="en-US" sz="450" dirty="0"/>
              <a:t>      ) : (</a:t>
            </a:r>
          </a:p>
          <a:p>
            <a:pPr marL="0" indent="0">
              <a:buNone/>
            </a:pPr>
            <a:r>
              <a:rPr lang="en-US" sz="450" dirty="0"/>
              <a:t>        &lt;</a:t>
            </a:r>
            <a:r>
              <a:rPr lang="en-US" sz="450" dirty="0" err="1"/>
              <a:t>IconButton</a:t>
            </a:r>
            <a:endParaRPr lang="en-US" sz="450" dirty="0"/>
          </a:p>
          <a:p>
            <a:pPr marL="0" indent="0">
              <a:buNone/>
            </a:pPr>
            <a:r>
              <a:rPr lang="en-US" sz="450" dirty="0"/>
              <a:t>          disabled</a:t>
            </a:r>
          </a:p>
          <a:p>
            <a:pPr marL="0" indent="0">
              <a:buNone/>
            </a:pPr>
            <a:r>
              <a:rPr lang="en-US" sz="450" dirty="0"/>
              <a:t>          color="secondary"</a:t>
            </a:r>
          </a:p>
          <a:p>
            <a:pPr marL="0" indent="0">
              <a:buNone/>
            </a:pPr>
            <a:r>
              <a:rPr lang="en-US" sz="450" dirty="0"/>
              <a:t>          </a:t>
            </a:r>
            <a:r>
              <a:rPr lang="en-US" sz="450" dirty="0" err="1"/>
              <a:t>sx</a:t>
            </a:r>
            <a:r>
              <a:rPr lang="en-US" sz="450" dirty="0"/>
              <a:t>={{</a:t>
            </a:r>
          </a:p>
          <a:p>
            <a:pPr marL="0" indent="0">
              <a:buNone/>
            </a:pPr>
            <a:r>
              <a:rPr lang="en-US" sz="450" dirty="0"/>
              <a:t>            width: "28px",</a:t>
            </a:r>
          </a:p>
          <a:p>
            <a:pPr marL="0" indent="0">
              <a:buNone/>
            </a:pPr>
            <a:r>
              <a:rPr lang="en-US" sz="450" dirty="0"/>
              <a:t>            height: "28px",</a:t>
            </a:r>
          </a:p>
          <a:p>
            <a:pPr marL="0" indent="0">
              <a:buNone/>
            </a:pPr>
            <a:r>
              <a:rPr lang="en-US" sz="450" dirty="0"/>
              <a:t>            color: "#7f7563",</a:t>
            </a:r>
          </a:p>
          <a:p>
            <a:pPr marL="0" indent="0">
              <a:buNone/>
            </a:pPr>
            <a:r>
              <a:rPr lang="en-US" sz="450" dirty="0"/>
              <a:t>          }}</a:t>
            </a:r>
          </a:p>
          <a:p>
            <a:pPr marL="0" indent="0">
              <a:buNone/>
            </a:pPr>
            <a:r>
              <a:rPr lang="en-US" sz="450" dirty="0"/>
              <a:t>        &gt;</a:t>
            </a:r>
          </a:p>
          <a:p>
            <a:pPr marL="0" indent="0">
              <a:buNone/>
            </a:pPr>
            <a:r>
              <a:rPr lang="en-US" sz="450" dirty="0"/>
              <a:t>          &lt;</a:t>
            </a:r>
            <a:r>
              <a:rPr lang="en-US" sz="450" dirty="0" err="1"/>
              <a:t>DisabledCartIcon</a:t>
            </a:r>
            <a:endParaRPr lang="en-US" sz="450" dirty="0"/>
          </a:p>
          <a:p>
            <a:pPr marL="0" indent="0">
              <a:buNone/>
            </a:pPr>
            <a:r>
              <a:rPr lang="en-US" sz="450" dirty="0"/>
              <a:t>            </a:t>
            </a:r>
            <a:r>
              <a:rPr lang="en-US" sz="450" dirty="0" err="1"/>
              <a:t>sx</a:t>
            </a:r>
            <a:r>
              <a:rPr lang="en-US" sz="450" dirty="0"/>
              <a:t>={</a:t>
            </a:r>
            <a:r>
              <a:rPr lang="en-US" sz="450" dirty="0" err="1"/>
              <a:t>cartStyle</a:t>
            </a:r>
            <a:r>
              <a:rPr lang="en-US" sz="450" dirty="0"/>
              <a:t> || { width: "28px", height: "28px" }}</a:t>
            </a:r>
          </a:p>
          <a:p>
            <a:pPr marL="0" indent="0">
              <a:buNone/>
            </a:pPr>
            <a:r>
              <a:rPr lang="en-US" sz="450" dirty="0"/>
              <a:t>          /&gt;</a:t>
            </a:r>
          </a:p>
          <a:p>
            <a:pPr marL="0" indent="0">
              <a:buNone/>
            </a:pPr>
            <a:r>
              <a:rPr lang="en-US" sz="450" dirty="0"/>
              <a:t>        &lt;/</a:t>
            </a:r>
            <a:r>
              <a:rPr lang="en-US" sz="450" dirty="0" err="1"/>
              <a:t>IconButton</a:t>
            </a:r>
            <a:r>
              <a:rPr lang="en-US" sz="450" dirty="0"/>
              <a:t>&gt;</a:t>
            </a:r>
          </a:p>
          <a:p>
            <a:pPr marL="0" indent="0">
              <a:buNone/>
            </a:pPr>
            <a:r>
              <a:rPr lang="en-US" sz="450" dirty="0"/>
              <a:t>      )}</a:t>
            </a:r>
          </a:p>
          <a:p>
            <a:pPr marL="0" indent="0">
              <a:buNone/>
            </a:pPr>
            <a:r>
              <a:rPr lang="en-US" sz="450" dirty="0"/>
              <a:t>    &lt;/span&gt;</a:t>
            </a:r>
          </a:p>
          <a:p>
            <a:pPr marL="0" indent="0">
              <a:buNone/>
            </a:pPr>
            <a:r>
              <a:rPr lang="en-US" sz="450" dirty="0"/>
              <a:t>  );</a:t>
            </a:r>
          </a:p>
          <a:p>
            <a:pPr marL="0" indent="0">
              <a:buNone/>
            </a:pPr>
            <a:r>
              <a:rPr lang="en-US" sz="450" dirty="0"/>
              <a:t>}</a:t>
            </a:r>
          </a:p>
          <a:p>
            <a:pPr marL="0" indent="0">
              <a:buNone/>
            </a:pPr>
            <a:br>
              <a:rPr lang="en-US" sz="450" dirty="0"/>
            </a:br>
            <a:endParaRPr lang="en-US" sz="450" dirty="0"/>
          </a:p>
          <a:p>
            <a:pPr marL="0" indent="0">
              <a:buNone/>
            </a:pPr>
            <a:r>
              <a:rPr lang="en-US" sz="450" dirty="0" err="1"/>
              <a:t>AddToCart.propTypes</a:t>
            </a:r>
            <a:r>
              <a:rPr lang="en-US" sz="450" dirty="0"/>
              <a:t> = {</a:t>
            </a:r>
          </a:p>
          <a:p>
            <a:pPr marL="0" indent="0">
              <a:buNone/>
            </a:pPr>
            <a:r>
              <a:rPr lang="en-US" sz="450" dirty="0"/>
              <a:t>  item: </a:t>
            </a:r>
            <a:r>
              <a:rPr lang="en-US" sz="450" dirty="0" err="1"/>
              <a:t>PropTypes.object.isRequired</a:t>
            </a:r>
            <a:r>
              <a:rPr lang="en-US" sz="450" dirty="0"/>
              <a:t>,</a:t>
            </a:r>
          </a:p>
          <a:p>
            <a:pPr marL="0" indent="0">
              <a:buNone/>
            </a:pPr>
            <a:r>
              <a:rPr lang="en-US" sz="450" dirty="0"/>
              <a:t>  </a:t>
            </a:r>
            <a:r>
              <a:rPr lang="en-US" sz="450" dirty="0" err="1"/>
              <a:t>cartStyle</a:t>
            </a:r>
            <a:r>
              <a:rPr lang="en-US" sz="450" dirty="0"/>
              <a:t>: </a:t>
            </a:r>
            <a:r>
              <a:rPr lang="en-US" sz="450" dirty="0" err="1"/>
              <a:t>PropTypes.object</a:t>
            </a:r>
            <a:r>
              <a:rPr lang="en-US" sz="450" dirty="0"/>
              <a:t>,</a:t>
            </a:r>
          </a:p>
          <a:p>
            <a:pPr marL="0" indent="0">
              <a:buNone/>
            </a:pPr>
            <a:r>
              <a:rPr lang="en-US" sz="450" dirty="0"/>
              <a:t>};</a:t>
            </a:r>
          </a:p>
          <a:p>
            <a:pPr marL="0" indent="0">
              <a:buNone/>
            </a:pPr>
            <a:endParaRPr lang="en-US" dirty="0"/>
          </a:p>
        </p:txBody>
      </p:sp>
      <p:sp>
        <p:nvSpPr>
          <p:cNvPr id="4" name="Date Placeholder 3">
            <a:extLst>
              <a:ext uri="{FF2B5EF4-FFF2-40B4-BE49-F238E27FC236}">
                <a16:creationId xmlns:a16="http://schemas.microsoft.com/office/drawing/2014/main" id="{60FD651B-4F05-1673-714E-EBE86EC9008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2B716B0-4AA8-83CE-5BC5-849509E98A98}"/>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DF70CDE-E269-0071-CEBA-BC4B648B4BCB}"/>
              </a:ext>
            </a:extLst>
          </p:cNvPr>
          <p:cNvSpPr>
            <a:spLocks noGrp="1"/>
          </p:cNvSpPr>
          <p:nvPr>
            <p:ph type="sldNum" sz="quarter" idx="12"/>
          </p:nvPr>
        </p:nvSpPr>
        <p:spPr/>
        <p:txBody>
          <a:bodyPr/>
          <a:lstStyle/>
          <a:p>
            <a:fld id="{7C5CF243-786F-4254-B068-4C9F0B6EA12F}" type="slidenum">
              <a:rPr lang="en-US" altLang="en-US" smtClean="0"/>
              <a:pPr/>
              <a:t>120</a:t>
            </a:fld>
            <a:endParaRPr lang="en-US" altLang="en-US"/>
          </a:p>
        </p:txBody>
      </p:sp>
    </p:spTree>
    <p:extLst>
      <p:ext uri="{BB962C8B-B14F-4D97-AF65-F5344CB8AC3E}">
        <p14:creationId xmlns:p14="http://schemas.microsoft.com/office/powerpoint/2010/main" val="19823931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D76DB-DC1C-FB91-FC99-D1ECB62C54EB}"/>
              </a:ext>
            </a:extLst>
          </p:cNvPr>
          <p:cNvSpPr>
            <a:spLocks noGrp="1"/>
          </p:cNvSpPr>
          <p:nvPr>
            <p:ph type="title"/>
          </p:nvPr>
        </p:nvSpPr>
        <p:spPr/>
        <p:txBody>
          <a:bodyPr/>
          <a:lstStyle/>
          <a:p>
            <a:r>
              <a:rPr lang="en-US" dirty="0"/>
              <a:t>Updated </a:t>
            </a:r>
            <a:r>
              <a:rPr lang="en-US" dirty="0" err="1"/>
              <a:t>Menu.jsx</a:t>
            </a:r>
            <a:endParaRPr lang="en-US" dirty="0"/>
          </a:p>
        </p:txBody>
      </p:sp>
      <p:sp>
        <p:nvSpPr>
          <p:cNvPr id="3" name="Content Placeholder 2">
            <a:extLst>
              <a:ext uri="{FF2B5EF4-FFF2-40B4-BE49-F238E27FC236}">
                <a16:creationId xmlns:a16="http://schemas.microsoft.com/office/drawing/2014/main" id="{CAE819C6-454D-3B29-D0CB-339019A52F63}"/>
              </a:ext>
            </a:extLst>
          </p:cNvPr>
          <p:cNvSpPr>
            <a:spLocks noGrp="1"/>
          </p:cNvSpPr>
          <p:nvPr>
            <p:ph idx="1"/>
          </p:nvPr>
        </p:nvSpPr>
        <p:spPr/>
        <p:txBody>
          <a:bodyPr/>
          <a:lstStyle/>
          <a:p>
            <a:pPr marL="0" indent="0">
              <a:buNone/>
            </a:pPr>
            <a:r>
              <a:rPr lang="en-US" dirty="0"/>
              <a:t>Add the cart icon to the Menu/navbar/layout in the </a:t>
            </a:r>
            <a:r>
              <a:rPr lang="en-US" b="1" dirty="0"/>
              <a:t>client/core/</a:t>
            </a:r>
            <a:r>
              <a:rPr lang="en-US" b="1" dirty="0" err="1"/>
              <a:t>Menu.jsx</a:t>
            </a:r>
            <a:endParaRPr lang="en-US" b="1" dirty="0"/>
          </a:p>
        </p:txBody>
      </p:sp>
      <p:sp>
        <p:nvSpPr>
          <p:cNvPr id="4" name="Date Placeholder 3">
            <a:extLst>
              <a:ext uri="{FF2B5EF4-FFF2-40B4-BE49-F238E27FC236}">
                <a16:creationId xmlns:a16="http://schemas.microsoft.com/office/drawing/2014/main" id="{702FD167-DDC5-CF91-A062-12750E93C34D}"/>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BCBE8D0-F371-64B9-280C-0F1848EA631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F61DF43A-A430-D9DC-6590-886F2A73FDD5}"/>
              </a:ext>
            </a:extLst>
          </p:cNvPr>
          <p:cNvSpPr>
            <a:spLocks noGrp="1"/>
          </p:cNvSpPr>
          <p:nvPr>
            <p:ph type="sldNum" sz="quarter" idx="12"/>
          </p:nvPr>
        </p:nvSpPr>
        <p:spPr/>
        <p:txBody>
          <a:bodyPr/>
          <a:lstStyle/>
          <a:p>
            <a:fld id="{7C5CF243-786F-4254-B068-4C9F0B6EA12F}" type="slidenum">
              <a:rPr lang="en-US" altLang="en-US" smtClean="0"/>
              <a:pPr/>
              <a:t>121</a:t>
            </a:fld>
            <a:endParaRPr lang="en-US" altLang="en-US"/>
          </a:p>
        </p:txBody>
      </p:sp>
    </p:spTree>
    <p:extLst>
      <p:ext uri="{BB962C8B-B14F-4D97-AF65-F5344CB8AC3E}">
        <p14:creationId xmlns:p14="http://schemas.microsoft.com/office/powerpoint/2010/main" val="10204600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AA8D-0F45-69E4-D130-182DED806411}"/>
              </a:ext>
            </a:extLst>
          </p:cNvPr>
          <p:cNvSpPr>
            <a:spLocks noGrp="1"/>
          </p:cNvSpPr>
          <p:nvPr>
            <p:ph type="title"/>
          </p:nvPr>
        </p:nvSpPr>
        <p:spPr/>
        <p:txBody>
          <a:bodyPr/>
          <a:lstStyle/>
          <a:p>
            <a:r>
              <a:rPr lang="en-US" b="1" dirty="0"/>
              <a:t>Updated client/core/</a:t>
            </a:r>
            <a:r>
              <a:rPr lang="en-US" b="1" dirty="0" err="1"/>
              <a:t>Menu.jsx</a:t>
            </a:r>
            <a:endParaRPr lang="en-US" dirty="0"/>
          </a:p>
        </p:txBody>
      </p:sp>
      <p:sp>
        <p:nvSpPr>
          <p:cNvPr id="3" name="Content Placeholder 2">
            <a:extLst>
              <a:ext uri="{FF2B5EF4-FFF2-40B4-BE49-F238E27FC236}">
                <a16:creationId xmlns:a16="http://schemas.microsoft.com/office/drawing/2014/main" id="{87245D96-A2C1-3677-EF6F-C2C2072F1908}"/>
              </a:ext>
            </a:extLst>
          </p:cNvPr>
          <p:cNvSpPr>
            <a:spLocks noGrp="1"/>
          </p:cNvSpPr>
          <p:nvPr>
            <p:ph idx="1"/>
          </p:nvPr>
        </p:nvSpPr>
        <p:spPr/>
        <p:txBody>
          <a:bodyPr/>
          <a:lstStyle/>
          <a:p>
            <a:pPr marL="0" indent="0">
              <a:buNone/>
            </a:pPr>
            <a:r>
              <a:rPr lang="en-US" sz="240" dirty="0"/>
              <a:t>import React from "react";</a:t>
            </a:r>
          </a:p>
          <a:p>
            <a:pPr marL="0" indent="0">
              <a:buNone/>
            </a:pPr>
            <a:r>
              <a:rPr lang="en-US" sz="240" dirty="0"/>
              <a:t>import </a:t>
            </a:r>
            <a:r>
              <a:rPr lang="en-US" sz="240" dirty="0" err="1"/>
              <a:t>AppBar</a:t>
            </a:r>
            <a:r>
              <a:rPr lang="en-US" sz="240" dirty="0"/>
              <a:t> from "@</a:t>
            </a:r>
            <a:r>
              <a:rPr lang="en-US" sz="240" dirty="0" err="1"/>
              <a:t>mui</a:t>
            </a:r>
            <a:r>
              <a:rPr lang="en-US" sz="240" dirty="0"/>
              <a:t>/material/</a:t>
            </a:r>
            <a:r>
              <a:rPr lang="en-US" sz="240" dirty="0" err="1"/>
              <a:t>AppBar</a:t>
            </a:r>
            <a:r>
              <a:rPr lang="en-US" sz="240" dirty="0"/>
              <a:t>";</a:t>
            </a:r>
          </a:p>
          <a:p>
            <a:pPr marL="0" indent="0">
              <a:buNone/>
            </a:pPr>
            <a:r>
              <a:rPr lang="en-US" sz="240" dirty="0"/>
              <a:t>import Toolbar from "@</a:t>
            </a:r>
            <a:r>
              <a:rPr lang="en-US" sz="240" dirty="0" err="1"/>
              <a:t>mui</a:t>
            </a:r>
            <a:r>
              <a:rPr lang="en-US" sz="240" dirty="0"/>
              <a:t>/material/Toolbar";</a:t>
            </a:r>
          </a:p>
          <a:p>
            <a:pPr marL="0" indent="0">
              <a:buNone/>
            </a:pPr>
            <a:r>
              <a:rPr lang="en-US" sz="240" dirty="0"/>
              <a:t>import Typography from "@</a:t>
            </a:r>
            <a:r>
              <a:rPr lang="en-US" sz="240" dirty="0" err="1"/>
              <a:t>mui</a:t>
            </a:r>
            <a:r>
              <a:rPr lang="en-US" sz="240" dirty="0"/>
              <a:t>/material/Typography";</a:t>
            </a:r>
          </a:p>
          <a:p>
            <a:pPr marL="0" indent="0">
              <a:buNone/>
            </a:pPr>
            <a:r>
              <a:rPr lang="en-US" sz="240" dirty="0"/>
              <a:t>import </a:t>
            </a:r>
            <a:r>
              <a:rPr lang="en-US" sz="240" dirty="0" err="1"/>
              <a:t>IconButton</a:t>
            </a:r>
            <a:r>
              <a:rPr lang="en-US" sz="240" dirty="0"/>
              <a:t> from "@</a:t>
            </a:r>
            <a:r>
              <a:rPr lang="en-US" sz="240" dirty="0" err="1"/>
              <a:t>mui</a:t>
            </a:r>
            <a:r>
              <a:rPr lang="en-US" sz="240" dirty="0"/>
              <a:t>/material/</a:t>
            </a:r>
            <a:r>
              <a:rPr lang="en-US" sz="240" dirty="0" err="1"/>
              <a:t>IconButton</a:t>
            </a:r>
            <a:r>
              <a:rPr lang="en-US" sz="240" dirty="0"/>
              <a:t>";</a:t>
            </a:r>
          </a:p>
          <a:p>
            <a:pPr marL="0" indent="0">
              <a:buNone/>
            </a:pPr>
            <a:r>
              <a:rPr lang="en-US" sz="240" dirty="0"/>
              <a:t>import </a:t>
            </a:r>
            <a:r>
              <a:rPr lang="en-US" sz="240" dirty="0" err="1"/>
              <a:t>HomeIcon</a:t>
            </a:r>
            <a:r>
              <a:rPr lang="en-US" sz="240" dirty="0"/>
              <a:t> from "@</a:t>
            </a:r>
            <a:r>
              <a:rPr lang="en-US" sz="240" dirty="0" err="1"/>
              <a:t>mui</a:t>
            </a:r>
            <a:r>
              <a:rPr lang="en-US" sz="240" dirty="0"/>
              <a:t>/icons-material/Home";</a:t>
            </a:r>
          </a:p>
          <a:p>
            <a:pPr marL="0" indent="0">
              <a:buNone/>
            </a:pPr>
            <a:r>
              <a:rPr lang="en-US" sz="240" dirty="0"/>
              <a:t>import Button from "@</a:t>
            </a:r>
            <a:r>
              <a:rPr lang="en-US" sz="240" dirty="0" err="1"/>
              <a:t>mui</a:t>
            </a:r>
            <a:r>
              <a:rPr lang="en-US" sz="240" dirty="0"/>
              <a:t>/material/Button";</a:t>
            </a:r>
          </a:p>
          <a:p>
            <a:pPr marL="0" indent="0">
              <a:buNone/>
            </a:pPr>
            <a:r>
              <a:rPr lang="en-US" sz="240" dirty="0"/>
              <a:t>import auth from "../lib/auth-helper";</a:t>
            </a:r>
          </a:p>
          <a:p>
            <a:pPr marL="0" indent="0">
              <a:buNone/>
            </a:pPr>
            <a:r>
              <a:rPr lang="en-US" sz="240" dirty="0"/>
              <a:t>import { Link, </a:t>
            </a:r>
            <a:r>
              <a:rPr lang="en-US" sz="240" dirty="0" err="1"/>
              <a:t>useNavigate</a:t>
            </a:r>
            <a:r>
              <a:rPr lang="en-US" sz="240" dirty="0"/>
              <a:t>, </a:t>
            </a:r>
            <a:r>
              <a:rPr lang="en-US" sz="240" dirty="0" err="1"/>
              <a:t>useLocation</a:t>
            </a:r>
            <a:r>
              <a:rPr lang="en-US" sz="240" dirty="0"/>
              <a:t> } from "react-router-</a:t>
            </a:r>
            <a:r>
              <a:rPr lang="en-US" sz="240" dirty="0" err="1"/>
              <a:t>dom</a:t>
            </a:r>
            <a:r>
              <a:rPr lang="en-US" sz="240" dirty="0"/>
              <a:t>";</a:t>
            </a:r>
          </a:p>
          <a:p>
            <a:pPr marL="0" indent="0">
              <a:buNone/>
            </a:pPr>
            <a:r>
              <a:rPr lang="en-US" sz="240" dirty="0">
                <a:highlight>
                  <a:srgbClr val="FFFF00"/>
                </a:highlight>
              </a:rPr>
              <a:t>import </a:t>
            </a:r>
            <a:r>
              <a:rPr lang="en-US" sz="240" dirty="0" err="1">
                <a:highlight>
                  <a:srgbClr val="FFFF00"/>
                </a:highlight>
              </a:rPr>
              <a:t>CartIcon</a:t>
            </a:r>
            <a:r>
              <a:rPr lang="en-US" sz="240" dirty="0">
                <a:highlight>
                  <a:srgbClr val="FFFF00"/>
                </a:highlight>
              </a:rPr>
              <a:t> from "@</a:t>
            </a:r>
            <a:r>
              <a:rPr lang="en-US" sz="240" dirty="0" err="1">
                <a:highlight>
                  <a:srgbClr val="FFFF00"/>
                </a:highlight>
              </a:rPr>
              <a:t>mui</a:t>
            </a:r>
            <a:r>
              <a:rPr lang="en-US" sz="240" dirty="0">
                <a:highlight>
                  <a:srgbClr val="FFFF00"/>
                </a:highlight>
              </a:rPr>
              <a:t>/icons-material/</a:t>
            </a:r>
            <a:r>
              <a:rPr lang="en-US" sz="240" dirty="0" err="1">
                <a:highlight>
                  <a:srgbClr val="FFFF00"/>
                </a:highlight>
              </a:rPr>
              <a:t>ShoppingCart</a:t>
            </a:r>
            <a:r>
              <a:rPr lang="en-US" sz="240" dirty="0">
                <a:highlight>
                  <a:srgbClr val="FFFF00"/>
                </a:highlight>
              </a:rPr>
              <a:t>";</a:t>
            </a:r>
          </a:p>
          <a:p>
            <a:pPr marL="0" indent="0">
              <a:buNone/>
            </a:pPr>
            <a:r>
              <a:rPr lang="en-US" sz="240" dirty="0">
                <a:highlight>
                  <a:srgbClr val="FFFF00"/>
                </a:highlight>
              </a:rPr>
              <a:t>import cart from "./../cart/cart-helper";</a:t>
            </a:r>
          </a:p>
          <a:p>
            <a:pPr marL="0" indent="0">
              <a:buNone/>
            </a:pPr>
            <a:r>
              <a:rPr lang="en-US" sz="240" dirty="0">
                <a:highlight>
                  <a:srgbClr val="FFFF00"/>
                </a:highlight>
              </a:rPr>
              <a:t>import Badge from "@</a:t>
            </a:r>
            <a:r>
              <a:rPr lang="en-US" sz="240" dirty="0" err="1">
                <a:highlight>
                  <a:srgbClr val="FFFF00"/>
                </a:highlight>
              </a:rPr>
              <a:t>mui</a:t>
            </a:r>
            <a:r>
              <a:rPr lang="en-US" sz="240" dirty="0">
                <a:highlight>
                  <a:srgbClr val="FFFF00"/>
                </a:highlight>
              </a:rPr>
              <a:t>/material/Badge";</a:t>
            </a:r>
          </a:p>
          <a:p>
            <a:pPr marL="0" indent="0">
              <a:buNone/>
            </a:pPr>
            <a:r>
              <a:rPr lang="en-US" sz="240" dirty="0"/>
              <a:t>const </a:t>
            </a:r>
            <a:r>
              <a:rPr lang="en-US" sz="240" dirty="0" err="1"/>
              <a:t>isActive</a:t>
            </a:r>
            <a:r>
              <a:rPr lang="en-US" sz="240" dirty="0"/>
              <a:t> = (location, path) =&gt;</a:t>
            </a:r>
          </a:p>
          <a:p>
            <a:pPr marL="0" indent="0">
              <a:buNone/>
            </a:pPr>
            <a:r>
              <a:rPr lang="en-US" sz="240" dirty="0"/>
              <a:t>  </a:t>
            </a:r>
            <a:r>
              <a:rPr lang="en-US" sz="240" dirty="0" err="1"/>
              <a:t>location.pathname</a:t>
            </a:r>
            <a:r>
              <a:rPr lang="en-US" sz="240" dirty="0"/>
              <a:t> === path ? "#ff4081" : "#</a:t>
            </a:r>
            <a:r>
              <a:rPr lang="en-US" sz="240" dirty="0" err="1"/>
              <a:t>ffffff</a:t>
            </a:r>
            <a:r>
              <a:rPr lang="en-US" sz="240" dirty="0"/>
              <a:t>";</a:t>
            </a:r>
          </a:p>
          <a:p>
            <a:pPr marL="0" indent="0">
              <a:buNone/>
            </a:pPr>
            <a:br>
              <a:rPr lang="en-US" sz="240" dirty="0"/>
            </a:br>
            <a:endParaRPr lang="en-US" sz="240" dirty="0"/>
          </a:p>
          <a:p>
            <a:pPr marL="0" indent="0">
              <a:buNone/>
            </a:pPr>
            <a:r>
              <a:rPr lang="en-US" sz="240" dirty="0">
                <a:highlight>
                  <a:srgbClr val="FFFF00"/>
                </a:highlight>
              </a:rPr>
              <a:t>const </a:t>
            </a:r>
            <a:r>
              <a:rPr lang="en-US" sz="240" dirty="0" err="1">
                <a:highlight>
                  <a:srgbClr val="FFFF00"/>
                </a:highlight>
              </a:rPr>
              <a:t>isPartActive</a:t>
            </a:r>
            <a:r>
              <a:rPr lang="en-US" sz="240" dirty="0">
                <a:highlight>
                  <a:srgbClr val="FFFF00"/>
                </a:highlight>
              </a:rPr>
              <a:t> = (location, path) =&gt; {</a:t>
            </a:r>
          </a:p>
          <a:p>
            <a:pPr marL="0" indent="0">
              <a:buNone/>
            </a:pPr>
            <a:r>
              <a:rPr lang="en-US" sz="240" dirty="0">
                <a:highlight>
                  <a:srgbClr val="FFFF00"/>
                </a:highlight>
              </a:rPr>
              <a:t>  if (</a:t>
            </a:r>
            <a:r>
              <a:rPr lang="en-US" sz="240" dirty="0" err="1">
                <a:highlight>
                  <a:srgbClr val="FFFF00"/>
                </a:highlight>
              </a:rPr>
              <a:t>location.pathname.includes</a:t>
            </a:r>
            <a:r>
              <a:rPr lang="en-US" sz="240" dirty="0">
                <a:highlight>
                  <a:srgbClr val="FFFF00"/>
                </a:highlight>
              </a:rPr>
              <a:t>(path)) return { color: "#bef67a" };</a:t>
            </a:r>
          </a:p>
          <a:p>
            <a:pPr marL="0" indent="0">
              <a:buNone/>
            </a:pPr>
            <a:r>
              <a:rPr lang="en-US" sz="240" dirty="0">
                <a:highlight>
                  <a:srgbClr val="FFFF00"/>
                </a:highlight>
              </a:rPr>
              <a:t>  else return { color: "#</a:t>
            </a:r>
            <a:r>
              <a:rPr lang="en-US" sz="240" dirty="0" err="1">
                <a:highlight>
                  <a:srgbClr val="FFFF00"/>
                </a:highlight>
              </a:rPr>
              <a:t>ffffff</a:t>
            </a:r>
            <a:r>
              <a:rPr lang="en-US" sz="240" dirty="0">
                <a:highlight>
                  <a:srgbClr val="FFFF00"/>
                </a:highlight>
              </a:rPr>
              <a:t>" };</a:t>
            </a:r>
          </a:p>
          <a:p>
            <a:pPr marL="0" indent="0">
              <a:buNone/>
            </a:pPr>
            <a:r>
              <a:rPr lang="en-US" sz="240" dirty="0">
                <a:highlight>
                  <a:srgbClr val="FFFF00"/>
                </a:highlight>
              </a:rPr>
              <a:t>};</a:t>
            </a:r>
          </a:p>
          <a:p>
            <a:pPr marL="0" indent="0">
              <a:buNone/>
            </a:pPr>
            <a:br>
              <a:rPr lang="en-US" sz="240" dirty="0"/>
            </a:br>
            <a:endParaRPr lang="en-US" sz="240" dirty="0"/>
          </a:p>
          <a:p>
            <a:pPr marL="0" indent="0">
              <a:buNone/>
            </a:pPr>
            <a:r>
              <a:rPr lang="en-US" sz="240" dirty="0"/>
              <a:t>export default function Menu() {</a:t>
            </a:r>
          </a:p>
          <a:p>
            <a:pPr marL="0" indent="0">
              <a:buNone/>
            </a:pPr>
            <a:r>
              <a:rPr lang="en-US" sz="240" dirty="0"/>
              <a:t>  const navigate = </a:t>
            </a:r>
            <a:r>
              <a:rPr lang="en-US" sz="240" dirty="0" err="1"/>
              <a:t>useNavigate</a:t>
            </a:r>
            <a:r>
              <a:rPr lang="en-US" sz="240" dirty="0"/>
              <a:t>();</a:t>
            </a:r>
          </a:p>
          <a:p>
            <a:pPr marL="0" indent="0">
              <a:buNone/>
            </a:pPr>
            <a:r>
              <a:rPr lang="en-US" sz="240" dirty="0"/>
              <a:t>  const location = </a:t>
            </a:r>
            <a:r>
              <a:rPr lang="en-US" sz="240" dirty="0" err="1"/>
              <a:t>useLocation</a:t>
            </a:r>
            <a:r>
              <a:rPr lang="en-US" sz="240" dirty="0"/>
              <a:t>();</a:t>
            </a:r>
          </a:p>
          <a:p>
            <a:pPr marL="0" indent="0">
              <a:buNone/>
            </a:pPr>
            <a:br>
              <a:rPr lang="en-US" sz="240" dirty="0"/>
            </a:br>
            <a:endParaRPr lang="en-US" sz="240" dirty="0"/>
          </a:p>
          <a:p>
            <a:pPr marL="0" indent="0">
              <a:buNone/>
            </a:pPr>
            <a:r>
              <a:rPr lang="en-US" sz="240" dirty="0"/>
              <a:t>  return (</a:t>
            </a:r>
          </a:p>
          <a:p>
            <a:pPr marL="0" indent="0">
              <a:buNone/>
            </a:pPr>
            <a:r>
              <a:rPr lang="en-US" sz="240" dirty="0"/>
              <a:t>    &lt;</a:t>
            </a:r>
            <a:r>
              <a:rPr lang="en-US" sz="240" dirty="0" err="1"/>
              <a:t>AppBar</a:t>
            </a:r>
            <a:r>
              <a:rPr lang="en-US" sz="240" dirty="0"/>
              <a:t> position="static"&gt;</a:t>
            </a:r>
          </a:p>
          <a:p>
            <a:pPr marL="0" indent="0">
              <a:buNone/>
            </a:pPr>
            <a:r>
              <a:rPr lang="en-US" sz="240" dirty="0"/>
              <a:t>      &lt;Toolbar </a:t>
            </a:r>
            <a:r>
              <a:rPr lang="en-US" sz="240" dirty="0" err="1"/>
              <a:t>sx</a:t>
            </a:r>
            <a:r>
              <a:rPr lang="en-US" sz="240" dirty="0"/>
              <a:t>={{ display: "flex", gap: 2, </a:t>
            </a:r>
            <a:r>
              <a:rPr lang="en-US" sz="240" dirty="0" err="1"/>
              <a:t>alignItems</a:t>
            </a:r>
            <a:r>
              <a:rPr lang="en-US" sz="240" dirty="0"/>
              <a:t>: "center" }}&gt;</a:t>
            </a:r>
          </a:p>
          <a:p>
            <a:pPr marL="0" indent="0">
              <a:buNone/>
            </a:pPr>
            <a:r>
              <a:rPr lang="en-US" sz="240" dirty="0"/>
              <a:t>        &lt;Typography variant="h6" </a:t>
            </a:r>
            <a:r>
              <a:rPr lang="en-US" sz="240" dirty="0" err="1"/>
              <a:t>sx</a:t>
            </a:r>
            <a:r>
              <a:rPr lang="en-US" sz="240" dirty="0"/>
              <a:t>={{ </a:t>
            </a:r>
            <a:r>
              <a:rPr lang="en-US" sz="240" dirty="0" err="1"/>
              <a:t>flexGrow</a:t>
            </a:r>
            <a:r>
              <a:rPr lang="en-US" sz="240" dirty="0"/>
              <a:t>: 1 }}&gt;</a:t>
            </a:r>
          </a:p>
          <a:p>
            <a:pPr marL="0" indent="0">
              <a:buNone/>
            </a:pPr>
            <a:r>
              <a:rPr lang="en-US" sz="240" dirty="0"/>
              <a:t>          MERN Skeleton</a:t>
            </a:r>
          </a:p>
          <a:p>
            <a:pPr marL="0" indent="0">
              <a:buNone/>
            </a:pPr>
            <a:r>
              <a:rPr lang="en-US" sz="240" dirty="0"/>
              <a:t>        &lt;/Typography&gt;</a:t>
            </a:r>
          </a:p>
          <a:p>
            <a:pPr marL="0" indent="0">
              <a:buNone/>
            </a:pPr>
            <a:br>
              <a:rPr lang="en-US" sz="240" dirty="0"/>
            </a:br>
            <a:endParaRPr lang="en-US" sz="240" dirty="0"/>
          </a:p>
          <a:p>
            <a:pPr marL="0" indent="0">
              <a:buNone/>
            </a:pPr>
            <a:r>
              <a:rPr lang="en-US" sz="240" dirty="0"/>
              <a:t>        &lt;Link to="/"&gt;</a:t>
            </a:r>
          </a:p>
          <a:p>
            <a:pPr marL="0" indent="0">
              <a:buNone/>
            </a:pPr>
            <a:r>
              <a:rPr lang="en-US" sz="240" dirty="0"/>
              <a:t>          &lt;</a:t>
            </a:r>
            <a:r>
              <a:rPr lang="en-US" sz="240" dirty="0" err="1"/>
              <a:t>IconButton</a:t>
            </a:r>
            <a:r>
              <a:rPr lang="en-US" sz="240" dirty="0"/>
              <a:t> aria-label="Home" </a:t>
            </a:r>
            <a:r>
              <a:rPr lang="en-US" sz="240" dirty="0" err="1"/>
              <a:t>sx</a:t>
            </a:r>
            <a:r>
              <a:rPr lang="en-US" sz="240" dirty="0"/>
              <a:t>={{ color: </a:t>
            </a:r>
            <a:r>
              <a:rPr lang="en-US" sz="240" dirty="0" err="1"/>
              <a:t>isActive</a:t>
            </a:r>
            <a:r>
              <a:rPr lang="en-US" sz="240" dirty="0"/>
              <a:t>(location, "/") }}&gt;</a:t>
            </a:r>
          </a:p>
          <a:p>
            <a:pPr marL="0" indent="0">
              <a:buNone/>
            </a:pPr>
            <a:r>
              <a:rPr lang="en-US" sz="240" dirty="0"/>
              <a:t>            &lt;</a:t>
            </a:r>
            <a:r>
              <a:rPr lang="en-US" sz="240" dirty="0" err="1"/>
              <a:t>HomeIcon</a:t>
            </a:r>
            <a:r>
              <a:rPr lang="en-US" sz="240" dirty="0"/>
              <a:t> /&gt;</a:t>
            </a:r>
          </a:p>
          <a:p>
            <a:pPr marL="0" indent="0">
              <a:buNone/>
            </a:pPr>
            <a:r>
              <a:rPr lang="en-US" sz="240" dirty="0"/>
              <a:t>          &lt;/</a:t>
            </a:r>
            <a:r>
              <a:rPr lang="en-US" sz="240" dirty="0" err="1"/>
              <a:t>IconButton</a:t>
            </a:r>
            <a:r>
              <a:rPr lang="en-US" sz="240" dirty="0"/>
              <a:t>&gt;</a:t>
            </a:r>
          </a:p>
          <a:p>
            <a:pPr marL="0" indent="0">
              <a:buNone/>
            </a:pPr>
            <a:r>
              <a:rPr lang="en-US" sz="240" dirty="0"/>
              <a:t>        &lt;/Link&gt;</a:t>
            </a:r>
          </a:p>
          <a:p>
            <a:pPr marL="0" indent="0">
              <a:buNone/>
            </a:pPr>
            <a:br>
              <a:rPr lang="en-US" sz="240" dirty="0"/>
            </a:br>
            <a:endParaRPr lang="en-US" sz="240" dirty="0"/>
          </a:p>
          <a:p>
            <a:pPr marL="0" indent="0">
              <a:buNone/>
            </a:pPr>
            <a:r>
              <a:rPr lang="en-US" sz="240" dirty="0"/>
              <a:t>        &lt;Link to="/shops/all" style={{ </a:t>
            </a:r>
            <a:r>
              <a:rPr lang="en-US" sz="240" dirty="0" err="1"/>
              <a:t>textDecoration</a:t>
            </a:r>
            <a:r>
              <a:rPr lang="en-US" sz="240" dirty="0"/>
              <a:t>: "none" }}&gt;</a:t>
            </a:r>
          </a:p>
          <a:p>
            <a:pPr marL="0" indent="0">
              <a:buNone/>
            </a:pPr>
            <a:r>
              <a:rPr lang="en-US" sz="240" dirty="0"/>
              <a:t>          &lt;Button </a:t>
            </a:r>
            <a:r>
              <a:rPr lang="en-US" sz="240" dirty="0" err="1"/>
              <a:t>sx</a:t>
            </a:r>
            <a:r>
              <a:rPr lang="en-US" sz="240" dirty="0"/>
              <a:t>={</a:t>
            </a:r>
            <a:r>
              <a:rPr lang="en-US" sz="240" dirty="0" err="1"/>
              <a:t>isActive</a:t>
            </a:r>
            <a:r>
              <a:rPr lang="en-US" sz="240" dirty="0"/>
              <a:t>("/shops/all")} color="inherit"&gt;</a:t>
            </a:r>
          </a:p>
          <a:p>
            <a:pPr marL="0" indent="0">
              <a:buNone/>
            </a:pPr>
            <a:r>
              <a:rPr lang="en-US" sz="240" dirty="0"/>
              <a:t>            All Shops</a:t>
            </a:r>
          </a:p>
          <a:p>
            <a:pPr marL="0" indent="0">
              <a:buNone/>
            </a:pPr>
            <a:r>
              <a:rPr lang="en-US" sz="240" dirty="0"/>
              <a:t>          &lt;/Button&gt;</a:t>
            </a:r>
          </a:p>
          <a:p>
            <a:pPr marL="0" indent="0">
              <a:buNone/>
            </a:pPr>
            <a:r>
              <a:rPr lang="en-US" sz="240" dirty="0"/>
              <a:t>        &lt;/Link&gt;</a:t>
            </a:r>
          </a:p>
          <a:p>
            <a:pPr marL="0" indent="0">
              <a:buNone/>
            </a:pPr>
            <a:br>
              <a:rPr lang="en-US" sz="240" dirty="0"/>
            </a:br>
            <a:endParaRPr lang="en-US" sz="240" dirty="0"/>
          </a:p>
          <a:p>
            <a:pPr marL="0" indent="0">
              <a:buNone/>
            </a:pPr>
            <a:r>
              <a:rPr lang="en-US" sz="240" dirty="0"/>
              <a:t>        &lt;Link to="/users"&gt;</a:t>
            </a:r>
          </a:p>
          <a:p>
            <a:pPr marL="0" indent="0">
              <a:buNone/>
            </a:pPr>
            <a:r>
              <a:rPr lang="en-US" sz="240" dirty="0"/>
              <a:t>          &lt;Button </a:t>
            </a:r>
            <a:r>
              <a:rPr lang="en-US" sz="240" dirty="0" err="1"/>
              <a:t>sx</a:t>
            </a:r>
            <a:r>
              <a:rPr lang="en-US" sz="240" dirty="0"/>
              <a:t>={{ color: </a:t>
            </a:r>
            <a:r>
              <a:rPr lang="en-US" sz="240" dirty="0" err="1"/>
              <a:t>isActive</a:t>
            </a:r>
            <a:r>
              <a:rPr lang="en-US" sz="240" dirty="0"/>
              <a:t>(location, "/users") }}&gt;Users&lt;/Button&gt;</a:t>
            </a:r>
          </a:p>
          <a:p>
            <a:pPr marL="0" indent="0">
              <a:buNone/>
            </a:pPr>
            <a:r>
              <a:rPr lang="en-US" sz="240" dirty="0"/>
              <a:t>        &lt;/Link&gt;</a:t>
            </a:r>
          </a:p>
          <a:p>
            <a:pPr marL="0" indent="0">
              <a:buNone/>
            </a:pPr>
            <a:r>
              <a:rPr lang="en-US" sz="240" dirty="0">
                <a:highlight>
                  <a:srgbClr val="FFFF00"/>
                </a:highlight>
              </a:rPr>
              <a:t>        &lt;Link to="/</a:t>
            </a:r>
            <a:r>
              <a:rPr lang="en-US" sz="240" dirty="0" err="1">
                <a:highlight>
                  <a:srgbClr val="FFFF00"/>
                </a:highlight>
              </a:rPr>
              <a:t>cartItems</a:t>
            </a:r>
            <a:r>
              <a:rPr lang="en-US" sz="240" dirty="0">
                <a:highlight>
                  <a:srgbClr val="FFFF00"/>
                </a:highlight>
              </a:rPr>
              <a:t>" style={{ </a:t>
            </a:r>
            <a:r>
              <a:rPr lang="en-US" sz="240" dirty="0" err="1">
                <a:highlight>
                  <a:srgbClr val="FFFF00"/>
                </a:highlight>
              </a:rPr>
              <a:t>textDecoration</a:t>
            </a:r>
            <a:r>
              <a:rPr lang="en-US" sz="240" dirty="0">
                <a:highlight>
                  <a:srgbClr val="FFFF00"/>
                </a:highlight>
              </a:rPr>
              <a:t>: "none" }}&gt;</a:t>
            </a:r>
          </a:p>
          <a:p>
            <a:pPr marL="0" indent="0">
              <a:buNone/>
            </a:pPr>
            <a:r>
              <a:rPr lang="en-US" sz="240" dirty="0">
                <a:highlight>
                  <a:srgbClr val="FFFF00"/>
                </a:highlight>
              </a:rPr>
              <a:t>          &lt;Button</a:t>
            </a:r>
          </a:p>
          <a:p>
            <a:pPr marL="0" indent="0">
              <a:buNone/>
            </a:pPr>
            <a:r>
              <a:rPr lang="en-US" sz="240" dirty="0">
                <a:highlight>
                  <a:srgbClr val="FFFF00"/>
                </a:highlight>
              </a:rPr>
              <a:t>            </a:t>
            </a:r>
            <a:r>
              <a:rPr lang="en-US" sz="240" dirty="0" err="1">
                <a:highlight>
                  <a:srgbClr val="FFFF00"/>
                </a:highlight>
              </a:rPr>
              <a:t>sx</a:t>
            </a:r>
            <a:r>
              <a:rPr lang="en-US" sz="240" dirty="0">
                <a:highlight>
                  <a:srgbClr val="FFFF00"/>
                </a:highlight>
              </a:rPr>
              <a:t>={</a:t>
            </a:r>
            <a:r>
              <a:rPr lang="en-US" sz="240" dirty="0" err="1">
                <a:highlight>
                  <a:srgbClr val="FFFF00"/>
                </a:highlight>
              </a:rPr>
              <a:t>isActive</a:t>
            </a:r>
            <a:r>
              <a:rPr lang="en-US" sz="240" dirty="0">
                <a:highlight>
                  <a:srgbClr val="FFFF00"/>
                </a:highlight>
              </a:rPr>
              <a:t>("/</a:t>
            </a:r>
            <a:r>
              <a:rPr lang="en-US" sz="240" dirty="0" err="1">
                <a:highlight>
                  <a:srgbClr val="FFFF00"/>
                </a:highlight>
              </a:rPr>
              <a:t>cartItems</a:t>
            </a:r>
            <a:r>
              <a:rPr lang="en-US" sz="240" dirty="0">
                <a:highlight>
                  <a:srgbClr val="FFFF00"/>
                </a:highlight>
              </a:rPr>
              <a:t>")}</a:t>
            </a:r>
          </a:p>
          <a:p>
            <a:pPr marL="0" indent="0">
              <a:buNone/>
            </a:pPr>
            <a:r>
              <a:rPr lang="en-US" sz="240" dirty="0">
                <a:highlight>
                  <a:srgbClr val="FFFF00"/>
                </a:highlight>
              </a:rPr>
              <a:t>            color="inherit"</a:t>
            </a:r>
          </a:p>
          <a:p>
            <a:pPr marL="0" indent="0">
              <a:buNone/>
            </a:pPr>
            <a:r>
              <a:rPr lang="en-US" sz="240" dirty="0">
                <a:highlight>
                  <a:srgbClr val="FFFF00"/>
                </a:highlight>
              </a:rPr>
              <a:t>            </a:t>
            </a:r>
            <a:r>
              <a:rPr lang="en-US" sz="240" dirty="0" err="1">
                <a:highlight>
                  <a:srgbClr val="FFFF00"/>
                </a:highlight>
              </a:rPr>
              <a:t>startIcon</a:t>
            </a:r>
            <a:r>
              <a:rPr lang="en-US" sz="240" dirty="0">
                <a:highlight>
                  <a:srgbClr val="FFFF00"/>
                </a:highlight>
              </a:rPr>
              <a:t>={</a:t>
            </a:r>
          </a:p>
          <a:p>
            <a:pPr marL="0" indent="0">
              <a:buNone/>
            </a:pPr>
            <a:r>
              <a:rPr lang="en-US" sz="240" dirty="0">
                <a:highlight>
                  <a:srgbClr val="FFFF00"/>
                </a:highlight>
              </a:rPr>
              <a:t>              &lt;Badge</a:t>
            </a:r>
          </a:p>
          <a:p>
            <a:pPr marL="0" indent="0">
              <a:buNone/>
            </a:pPr>
            <a:r>
              <a:rPr lang="en-US" sz="240" dirty="0">
                <a:highlight>
                  <a:srgbClr val="FFFF00"/>
                </a:highlight>
              </a:rPr>
              <a:t>                color="secondary"</a:t>
            </a:r>
          </a:p>
          <a:p>
            <a:pPr marL="0" indent="0">
              <a:buNone/>
            </a:pPr>
            <a:r>
              <a:rPr lang="en-US" sz="240" dirty="0">
                <a:highlight>
                  <a:srgbClr val="FFFF00"/>
                </a:highlight>
              </a:rPr>
              <a:t>                </a:t>
            </a:r>
            <a:r>
              <a:rPr lang="en-US" sz="240" dirty="0" err="1">
                <a:highlight>
                  <a:srgbClr val="FFFF00"/>
                </a:highlight>
              </a:rPr>
              <a:t>badgeContent</a:t>
            </a:r>
            <a:r>
              <a:rPr lang="en-US" sz="240" dirty="0">
                <a:highlight>
                  <a:srgbClr val="FFFF00"/>
                </a:highlight>
              </a:rPr>
              <a:t>={</a:t>
            </a:r>
            <a:r>
              <a:rPr lang="en-US" sz="240" dirty="0" err="1">
                <a:highlight>
                  <a:srgbClr val="FFFF00"/>
                </a:highlight>
              </a:rPr>
              <a:t>cart.itemTotal</a:t>
            </a:r>
            <a:r>
              <a:rPr lang="en-US" sz="240" dirty="0">
                <a:highlight>
                  <a:srgbClr val="FFFF00"/>
                </a:highlight>
              </a:rPr>
              <a:t>()}</a:t>
            </a:r>
          </a:p>
          <a:p>
            <a:pPr marL="0" indent="0">
              <a:buNone/>
            </a:pPr>
            <a:r>
              <a:rPr lang="en-US" sz="240" dirty="0">
                <a:highlight>
                  <a:srgbClr val="FFFF00"/>
                </a:highlight>
              </a:rPr>
              <a:t>                invisible={</a:t>
            </a:r>
            <a:r>
              <a:rPr lang="en-US" sz="240" dirty="0" err="1">
                <a:highlight>
                  <a:srgbClr val="FFFF00"/>
                </a:highlight>
              </a:rPr>
              <a:t>cart.itemTotal</a:t>
            </a:r>
            <a:r>
              <a:rPr lang="en-US" sz="240" dirty="0">
                <a:highlight>
                  <a:srgbClr val="FFFF00"/>
                </a:highlight>
              </a:rPr>
              <a:t>() === 0}</a:t>
            </a:r>
          </a:p>
          <a:p>
            <a:pPr marL="0" indent="0">
              <a:buNone/>
            </a:pPr>
            <a:r>
              <a:rPr lang="en-US" sz="240" dirty="0">
                <a:highlight>
                  <a:srgbClr val="FFFF00"/>
                </a:highlight>
              </a:rPr>
              <a:t>              &gt;</a:t>
            </a:r>
          </a:p>
          <a:p>
            <a:pPr marL="0" indent="0">
              <a:buNone/>
            </a:pPr>
            <a:r>
              <a:rPr lang="en-US" sz="240" dirty="0">
                <a:highlight>
                  <a:srgbClr val="FFFF00"/>
                </a:highlight>
              </a:rPr>
              <a:t>                &lt;</a:t>
            </a:r>
            <a:r>
              <a:rPr lang="en-US" sz="240" dirty="0" err="1">
                <a:highlight>
                  <a:srgbClr val="FFFF00"/>
                </a:highlight>
              </a:rPr>
              <a:t>CartIcon</a:t>
            </a:r>
            <a:r>
              <a:rPr lang="en-US" sz="240" dirty="0">
                <a:highlight>
                  <a:srgbClr val="FFFF00"/>
                </a:highlight>
              </a:rPr>
              <a:t> /&gt;</a:t>
            </a:r>
          </a:p>
          <a:p>
            <a:pPr marL="0" indent="0">
              <a:buNone/>
            </a:pPr>
            <a:r>
              <a:rPr lang="en-US" sz="240" dirty="0">
                <a:highlight>
                  <a:srgbClr val="FFFF00"/>
                </a:highlight>
              </a:rPr>
              <a:t>              &lt;/Badge&gt;</a:t>
            </a:r>
          </a:p>
          <a:p>
            <a:pPr marL="0" indent="0">
              <a:buNone/>
            </a:pPr>
            <a:r>
              <a:rPr lang="en-US" sz="240" dirty="0">
                <a:highlight>
                  <a:srgbClr val="FFFF00"/>
                </a:highlight>
              </a:rPr>
              <a:t>            }</a:t>
            </a:r>
          </a:p>
          <a:p>
            <a:pPr marL="0" indent="0">
              <a:buNone/>
            </a:pPr>
            <a:r>
              <a:rPr lang="en-US" sz="240" dirty="0">
                <a:highlight>
                  <a:srgbClr val="FFFF00"/>
                </a:highlight>
              </a:rPr>
              <a:t>          &gt;</a:t>
            </a:r>
          </a:p>
          <a:p>
            <a:pPr marL="0" indent="0">
              <a:buNone/>
            </a:pPr>
            <a:r>
              <a:rPr lang="en-US" sz="240" dirty="0">
                <a:highlight>
                  <a:srgbClr val="FFFF00"/>
                </a:highlight>
              </a:rPr>
              <a:t>            Cart</a:t>
            </a:r>
          </a:p>
          <a:p>
            <a:pPr marL="0" indent="0">
              <a:buNone/>
            </a:pPr>
            <a:r>
              <a:rPr lang="en-US" sz="240" dirty="0">
                <a:highlight>
                  <a:srgbClr val="FFFF00"/>
                </a:highlight>
              </a:rPr>
              <a:t>          &lt;/Button&gt;</a:t>
            </a:r>
          </a:p>
          <a:p>
            <a:pPr marL="0" indent="0">
              <a:buNone/>
            </a:pPr>
            <a:r>
              <a:rPr lang="en-US" sz="240" dirty="0">
                <a:highlight>
                  <a:srgbClr val="FFFF00"/>
                </a:highlight>
              </a:rPr>
              <a:t>        &lt;/Link&gt;</a:t>
            </a:r>
          </a:p>
          <a:p>
            <a:pPr marL="0" indent="0">
              <a:buNone/>
            </a:pPr>
            <a:r>
              <a:rPr lang="en-US" sz="240" dirty="0"/>
              <a:t>        {!</a:t>
            </a:r>
            <a:r>
              <a:rPr lang="en-US" sz="240" dirty="0" err="1"/>
              <a:t>auth.isAuthenticated</a:t>
            </a:r>
            <a:r>
              <a:rPr lang="en-US" sz="240" dirty="0"/>
              <a:t>() &amp;&amp; (</a:t>
            </a:r>
          </a:p>
          <a:p>
            <a:pPr marL="0" indent="0">
              <a:buNone/>
            </a:pPr>
            <a:r>
              <a:rPr lang="en-US" sz="240" dirty="0"/>
              <a:t>          &lt;&gt;</a:t>
            </a:r>
          </a:p>
          <a:p>
            <a:pPr marL="0" indent="0">
              <a:buNone/>
            </a:pPr>
            <a:r>
              <a:rPr lang="en-US" sz="240" dirty="0"/>
              <a:t>            &lt;Link to="/signup"&gt;</a:t>
            </a:r>
          </a:p>
          <a:p>
            <a:pPr marL="0" indent="0">
              <a:buNone/>
            </a:pPr>
            <a:r>
              <a:rPr lang="en-US" sz="240" dirty="0"/>
              <a:t>              &lt;Button </a:t>
            </a:r>
            <a:r>
              <a:rPr lang="en-US" sz="240" dirty="0" err="1"/>
              <a:t>sx</a:t>
            </a:r>
            <a:r>
              <a:rPr lang="en-US" sz="240" dirty="0"/>
              <a:t>={{ color: </a:t>
            </a:r>
            <a:r>
              <a:rPr lang="en-US" sz="240" dirty="0" err="1"/>
              <a:t>isActive</a:t>
            </a:r>
            <a:r>
              <a:rPr lang="en-US" sz="240" dirty="0"/>
              <a:t>(location, "/signup") }}&gt;</a:t>
            </a:r>
          </a:p>
          <a:p>
            <a:pPr marL="0" indent="0">
              <a:buNone/>
            </a:pPr>
            <a:r>
              <a:rPr lang="en-US" sz="240" dirty="0"/>
              <a:t>                Sign up</a:t>
            </a:r>
          </a:p>
          <a:p>
            <a:pPr marL="0" indent="0">
              <a:buNone/>
            </a:pPr>
            <a:r>
              <a:rPr lang="en-US" sz="240" dirty="0"/>
              <a:t>              &lt;/Button&gt;</a:t>
            </a:r>
          </a:p>
          <a:p>
            <a:pPr marL="0" indent="0">
              <a:buNone/>
            </a:pPr>
            <a:r>
              <a:rPr lang="en-US" sz="240" dirty="0"/>
              <a:t>            &lt;/Link&gt;</a:t>
            </a:r>
          </a:p>
          <a:p>
            <a:pPr marL="0" indent="0">
              <a:buNone/>
            </a:pPr>
            <a:r>
              <a:rPr lang="en-US" sz="240" dirty="0"/>
              <a:t>            &lt;Link to="/</a:t>
            </a:r>
            <a:r>
              <a:rPr lang="en-US" sz="240" dirty="0" err="1"/>
              <a:t>signin</a:t>
            </a:r>
            <a:r>
              <a:rPr lang="en-US" sz="240" dirty="0"/>
              <a:t>"&gt;</a:t>
            </a:r>
          </a:p>
          <a:p>
            <a:pPr marL="0" indent="0">
              <a:buNone/>
            </a:pPr>
            <a:r>
              <a:rPr lang="en-US" sz="240" dirty="0"/>
              <a:t>              &lt;Button </a:t>
            </a:r>
            <a:r>
              <a:rPr lang="en-US" sz="240" dirty="0" err="1"/>
              <a:t>sx</a:t>
            </a:r>
            <a:r>
              <a:rPr lang="en-US" sz="240" dirty="0"/>
              <a:t>={{ color: </a:t>
            </a:r>
            <a:r>
              <a:rPr lang="en-US" sz="240" dirty="0" err="1"/>
              <a:t>isActive</a:t>
            </a:r>
            <a:r>
              <a:rPr lang="en-US" sz="240" dirty="0"/>
              <a:t>(location, "/</a:t>
            </a:r>
            <a:r>
              <a:rPr lang="en-US" sz="240" dirty="0" err="1"/>
              <a:t>signin</a:t>
            </a:r>
            <a:r>
              <a:rPr lang="en-US" sz="240" dirty="0"/>
              <a:t>") }}&gt;</a:t>
            </a:r>
          </a:p>
          <a:p>
            <a:pPr marL="0" indent="0">
              <a:buNone/>
            </a:pPr>
            <a:r>
              <a:rPr lang="en-US" sz="240" dirty="0"/>
              <a:t>                Sign In</a:t>
            </a:r>
          </a:p>
          <a:p>
            <a:pPr marL="0" indent="0">
              <a:buNone/>
            </a:pPr>
            <a:r>
              <a:rPr lang="en-US" sz="240" dirty="0"/>
              <a:t>              &lt;/Button&gt;</a:t>
            </a:r>
          </a:p>
          <a:p>
            <a:pPr marL="0" indent="0">
              <a:buNone/>
            </a:pPr>
            <a:r>
              <a:rPr lang="en-US" sz="240" dirty="0"/>
              <a:t>            &lt;/Link&gt;</a:t>
            </a:r>
          </a:p>
          <a:p>
            <a:pPr marL="0" indent="0">
              <a:buNone/>
            </a:pPr>
            <a:r>
              <a:rPr lang="en-US" sz="240" dirty="0"/>
              <a:t>          &lt;/&gt;</a:t>
            </a:r>
          </a:p>
          <a:p>
            <a:pPr marL="0" indent="0">
              <a:buNone/>
            </a:pPr>
            <a:r>
              <a:rPr lang="en-US" sz="240" dirty="0"/>
              <a:t>        )}</a:t>
            </a:r>
          </a:p>
          <a:p>
            <a:pPr marL="0" indent="0">
              <a:buNone/>
            </a:pPr>
            <a:r>
              <a:rPr lang="en-US" sz="240" dirty="0"/>
              <a:t>        {</a:t>
            </a:r>
            <a:r>
              <a:rPr lang="en-US" sz="240" dirty="0" err="1"/>
              <a:t>auth.isAuthenticated</a:t>
            </a:r>
            <a:r>
              <a:rPr lang="en-US" sz="240" dirty="0"/>
              <a:t>() &amp;&amp; (</a:t>
            </a:r>
          </a:p>
          <a:p>
            <a:pPr marL="0" indent="0">
              <a:buNone/>
            </a:pPr>
            <a:r>
              <a:rPr lang="en-US" sz="240" dirty="0"/>
              <a:t>          &lt;&gt;</a:t>
            </a:r>
          </a:p>
          <a:p>
            <a:pPr marL="0" indent="0">
              <a:buNone/>
            </a:pPr>
            <a:r>
              <a:rPr lang="en-US" sz="240" dirty="0"/>
              <a:t>            {(</a:t>
            </a:r>
            <a:r>
              <a:rPr lang="en-US" sz="240" dirty="0" err="1"/>
              <a:t>auth.isAuthenticated</a:t>
            </a:r>
            <a:r>
              <a:rPr lang="en-US" sz="240" dirty="0"/>
              <a:t>()?.</a:t>
            </a:r>
            <a:r>
              <a:rPr lang="en-US" sz="240" dirty="0" err="1"/>
              <a:t>user?.seller</a:t>
            </a:r>
            <a:r>
              <a:rPr lang="en-US" sz="240" dirty="0"/>
              <a:t> ||</a:t>
            </a:r>
          </a:p>
          <a:p>
            <a:pPr marL="0" indent="0">
              <a:buNone/>
            </a:pPr>
            <a:r>
              <a:rPr lang="en-US" sz="240" dirty="0"/>
              <a:t>              </a:t>
            </a:r>
            <a:r>
              <a:rPr lang="en-US" sz="240" dirty="0" err="1"/>
              <a:t>auth.isAuthenticated</a:t>
            </a:r>
            <a:r>
              <a:rPr lang="en-US" sz="240" dirty="0"/>
              <a:t>()?.</a:t>
            </a:r>
            <a:r>
              <a:rPr lang="en-US" sz="240" dirty="0" err="1"/>
              <a:t>user?.admin</a:t>
            </a:r>
            <a:r>
              <a:rPr lang="en-US" sz="240" dirty="0"/>
              <a:t>) &amp;&amp; (</a:t>
            </a:r>
          </a:p>
          <a:p>
            <a:pPr marL="0" indent="0">
              <a:buNone/>
            </a:pPr>
            <a:r>
              <a:rPr lang="en-US" sz="240" dirty="0"/>
              <a:t>              &lt;Link to="/seller/shops"&gt;</a:t>
            </a:r>
          </a:p>
          <a:p>
            <a:pPr marL="0" indent="0">
              <a:buNone/>
            </a:pPr>
            <a:r>
              <a:rPr lang="en-US" sz="240" dirty="0"/>
              <a:t>                &lt;Button style={</a:t>
            </a:r>
            <a:r>
              <a:rPr lang="en-US" sz="240" dirty="0" err="1"/>
              <a:t>isPartActive</a:t>
            </a:r>
            <a:r>
              <a:rPr lang="en-US" sz="240" dirty="0"/>
              <a:t>(location, "/seller/")}&gt;</a:t>
            </a:r>
          </a:p>
          <a:p>
            <a:pPr marL="0" indent="0">
              <a:buNone/>
            </a:pPr>
            <a:r>
              <a:rPr lang="en-US" sz="240" dirty="0"/>
              <a:t>                  My Shops</a:t>
            </a:r>
          </a:p>
          <a:p>
            <a:pPr marL="0" indent="0">
              <a:buNone/>
            </a:pPr>
            <a:r>
              <a:rPr lang="en-US" sz="240" dirty="0"/>
              <a:t>                &lt;/Button&gt;</a:t>
            </a:r>
          </a:p>
          <a:p>
            <a:pPr marL="0" indent="0">
              <a:buNone/>
            </a:pPr>
            <a:r>
              <a:rPr lang="en-US" sz="240" dirty="0"/>
              <a:t>              &lt;/Link&gt;</a:t>
            </a:r>
          </a:p>
          <a:p>
            <a:pPr marL="0" indent="0">
              <a:buNone/>
            </a:pPr>
            <a:r>
              <a:rPr lang="en-US" sz="240" dirty="0"/>
              <a:t>            )}</a:t>
            </a:r>
          </a:p>
          <a:p>
            <a:pPr marL="0" indent="0">
              <a:buNone/>
            </a:pPr>
            <a:r>
              <a:rPr lang="en-US" sz="240" dirty="0"/>
              <a:t>            &lt;Link to={`/user/${</a:t>
            </a:r>
            <a:r>
              <a:rPr lang="en-US" sz="240" dirty="0" err="1"/>
              <a:t>auth.isAuthenticated</a:t>
            </a:r>
            <a:r>
              <a:rPr lang="en-US" sz="240" dirty="0"/>
              <a:t>().</a:t>
            </a:r>
            <a:r>
              <a:rPr lang="en-US" sz="240" dirty="0" err="1"/>
              <a:t>user._id</a:t>
            </a:r>
            <a:r>
              <a:rPr lang="en-US" sz="240" dirty="0"/>
              <a:t>}`}&gt;</a:t>
            </a:r>
          </a:p>
          <a:p>
            <a:pPr marL="0" indent="0">
              <a:buNone/>
            </a:pPr>
            <a:r>
              <a:rPr lang="en-US" sz="240" dirty="0"/>
              <a:t>              &lt;Button</a:t>
            </a:r>
          </a:p>
          <a:p>
            <a:pPr marL="0" indent="0">
              <a:buNone/>
            </a:pPr>
            <a:r>
              <a:rPr lang="en-US" sz="240" dirty="0"/>
              <a:t>                </a:t>
            </a:r>
            <a:r>
              <a:rPr lang="en-US" sz="240" dirty="0" err="1"/>
              <a:t>sx</a:t>
            </a:r>
            <a:r>
              <a:rPr lang="en-US" sz="240" dirty="0"/>
              <a:t>={{</a:t>
            </a:r>
          </a:p>
          <a:p>
            <a:pPr marL="0" indent="0">
              <a:buNone/>
            </a:pPr>
            <a:r>
              <a:rPr lang="en-US" sz="240" dirty="0"/>
              <a:t>                  color: </a:t>
            </a:r>
            <a:r>
              <a:rPr lang="en-US" sz="240" dirty="0" err="1"/>
              <a:t>isActive</a:t>
            </a:r>
            <a:r>
              <a:rPr lang="en-US" sz="240" dirty="0"/>
              <a:t>(</a:t>
            </a:r>
          </a:p>
          <a:p>
            <a:pPr marL="0" indent="0">
              <a:buNone/>
            </a:pPr>
            <a:r>
              <a:rPr lang="en-US" sz="240" dirty="0"/>
              <a:t>                    location,</a:t>
            </a:r>
          </a:p>
          <a:p>
            <a:pPr marL="0" indent="0">
              <a:buNone/>
            </a:pPr>
            <a:r>
              <a:rPr lang="en-US" sz="240" dirty="0"/>
              <a:t>                    `/user/${</a:t>
            </a:r>
            <a:r>
              <a:rPr lang="en-US" sz="240" dirty="0" err="1"/>
              <a:t>auth.isAuthenticated</a:t>
            </a:r>
            <a:r>
              <a:rPr lang="en-US" sz="240" dirty="0"/>
              <a:t>().</a:t>
            </a:r>
            <a:r>
              <a:rPr lang="en-US" sz="240" dirty="0" err="1"/>
              <a:t>user._id</a:t>
            </a:r>
            <a:r>
              <a:rPr lang="en-US" sz="240" dirty="0"/>
              <a:t>}`</a:t>
            </a:r>
          </a:p>
          <a:p>
            <a:pPr marL="0" indent="0">
              <a:buNone/>
            </a:pPr>
            <a:r>
              <a:rPr lang="en-US" sz="240" dirty="0"/>
              <a:t>                  ),</a:t>
            </a:r>
          </a:p>
          <a:p>
            <a:pPr marL="0" indent="0">
              <a:buNone/>
            </a:pPr>
            <a:r>
              <a:rPr lang="en-US" sz="240" dirty="0"/>
              <a:t>                }}</a:t>
            </a:r>
          </a:p>
          <a:p>
            <a:pPr marL="0" indent="0">
              <a:buNone/>
            </a:pPr>
            <a:r>
              <a:rPr lang="en-US" sz="240" dirty="0"/>
              <a:t>              &gt;</a:t>
            </a:r>
          </a:p>
          <a:p>
            <a:pPr marL="0" indent="0">
              <a:buNone/>
            </a:pPr>
            <a:r>
              <a:rPr lang="en-US" sz="240" dirty="0"/>
              <a:t>                My Profile</a:t>
            </a:r>
          </a:p>
          <a:p>
            <a:pPr marL="0" indent="0">
              <a:buNone/>
            </a:pPr>
            <a:r>
              <a:rPr lang="en-US" sz="240" dirty="0"/>
              <a:t>              &lt;/Button&gt;</a:t>
            </a:r>
          </a:p>
          <a:p>
            <a:pPr marL="0" indent="0">
              <a:buNone/>
            </a:pPr>
            <a:r>
              <a:rPr lang="en-US" sz="240" dirty="0"/>
              <a:t>            &lt;/Link&gt;</a:t>
            </a:r>
          </a:p>
          <a:p>
            <a:pPr marL="0" indent="0">
              <a:buNone/>
            </a:pPr>
            <a:r>
              <a:rPr lang="en-US" sz="240" dirty="0"/>
              <a:t>            &lt;Button</a:t>
            </a:r>
          </a:p>
          <a:p>
            <a:pPr marL="0" indent="0">
              <a:buNone/>
            </a:pPr>
            <a:r>
              <a:rPr lang="en-US" sz="240" dirty="0"/>
              <a:t>              </a:t>
            </a:r>
            <a:r>
              <a:rPr lang="en-US" sz="240" dirty="0" err="1"/>
              <a:t>sx</a:t>
            </a:r>
            <a:r>
              <a:rPr lang="en-US" sz="240" dirty="0"/>
              <a:t>={{ color: "#</a:t>
            </a:r>
            <a:r>
              <a:rPr lang="en-US" sz="240" dirty="0" err="1"/>
              <a:t>ffffff</a:t>
            </a:r>
            <a:r>
              <a:rPr lang="en-US" sz="240" dirty="0"/>
              <a:t>" }}</a:t>
            </a:r>
          </a:p>
          <a:p>
            <a:pPr marL="0" indent="0">
              <a:buNone/>
            </a:pPr>
            <a:r>
              <a:rPr lang="en-US" sz="240" dirty="0"/>
              <a:t>              </a:t>
            </a:r>
            <a:r>
              <a:rPr lang="en-US" sz="240" dirty="0" err="1"/>
              <a:t>onClick</a:t>
            </a:r>
            <a:r>
              <a:rPr lang="en-US" sz="240" dirty="0"/>
              <a:t>={() =&gt; {</a:t>
            </a:r>
          </a:p>
          <a:p>
            <a:pPr marL="0" indent="0">
              <a:buNone/>
            </a:pPr>
            <a:r>
              <a:rPr lang="en-US" sz="240" dirty="0"/>
              <a:t>                </a:t>
            </a:r>
            <a:r>
              <a:rPr lang="en-US" sz="240" dirty="0" err="1"/>
              <a:t>auth.clearJWT</a:t>
            </a:r>
            <a:r>
              <a:rPr lang="en-US" sz="240" dirty="0"/>
              <a:t>(() =&gt; navigate("/"));</a:t>
            </a:r>
          </a:p>
          <a:p>
            <a:pPr marL="0" indent="0">
              <a:buNone/>
            </a:pPr>
            <a:r>
              <a:rPr lang="en-US" sz="240" dirty="0"/>
              <a:t>              }}</a:t>
            </a:r>
          </a:p>
          <a:p>
            <a:pPr marL="0" indent="0">
              <a:buNone/>
            </a:pPr>
            <a:r>
              <a:rPr lang="en-US" sz="240" dirty="0"/>
              <a:t>            &gt;</a:t>
            </a:r>
          </a:p>
          <a:p>
            <a:pPr marL="0" indent="0">
              <a:buNone/>
            </a:pPr>
            <a:r>
              <a:rPr lang="en-US" sz="240" dirty="0"/>
              <a:t>              Sign out</a:t>
            </a:r>
          </a:p>
          <a:p>
            <a:pPr marL="0" indent="0">
              <a:buNone/>
            </a:pPr>
            <a:r>
              <a:rPr lang="en-US" sz="240" dirty="0"/>
              <a:t>            &lt;/Button&gt;</a:t>
            </a:r>
          </a:p>
          <a:p>
            <a:pPr marL="0" indent="0">
              <a:buNone/>
            </a:pPr>
            <a:r>
              <a:rPr lang="en-US" sz="240" dirty="0"/>
              <a:t>          &lt;/&gt;</a:t>
            </a:r>
          </a:p>
          <a:p>
            <a:pPr marL="0" indent="0">
              <a:buNone/>
            </a:pPr>
            <a:r>
              <a:rPr lang="en-US" sz="240" dirty="0"/>
              <a:t>        )}</a:t>
            </a:r>
          </a:p>
          <a:p>
            <a:pPr marL="0" indent="0">
              <a:buNone/>
            </a:pPr>
            <a:r>
              <a:rPr lang="en-US" sz="240" dirty="0"/>
              <a:t>      &lt;/Toolbar&gt;</a:t>
            </a:r>
          </a:p>
          <a:p>
            <a:pPr marL="0" indent="0">
              <a:buNone/>
            </a:pPr>
            <a:r>
              <a:rPr lang="en-US" sz="240" dirty="0"/>
              <a:t>    &lt;/</a:t>
            </a:r>
            <a:r>
              <a:rPr lang="en-US" sz="240" dirty="0" err="1"/>
              <a:t>AppBar</a:t>
            </a:r>
            <a:r>
              <a:rPr lang="en-US" sz="240" dirty="0"/>
              <a:t>&gt;</a:t>
            </a:r>
          </a:p>
          <a:p>
            <a:pPr marL="0" indent="0">
              <a:buNone/>
            </a:pPr>
            <a:r>
              <a:rPr lang="en-US" sz="240" dirty="0"/>
              <a:t>  );</a:t>
            </a:r>
          </a:p>
          <a:p>
            <a:pPr marL="0" indent="0">
              <a:buNone/>
            </a:pPr>
            <a:r>
              <a:rPr lang="en-US" sz="240" dirty="0"/>
              <a:t>}</a:t>
            </a:r>
          </a:p>
          <a:p>
            <a:pPr marL="0" indent="0">
              <a:buNone/>
            </a:pPr>
            <a:endParaRPr lang="en-US" sz="240" dirty="0"/>
          </a:p>
        </p:txBody>
      </p:sp>
      <p:sp>
        <p:nvSpPr>
          <p:cNvPr id="4" name="Date Placeholder 3">
            <a:extLst>
              <a:ext uri="{FF2B5EF4-FFF2-40B4-BE49-F238E27FC236}">
                <a16:creationId xmlns:a16="http://schemas.microsoft.com/office/drawing/2014/main" id="{61B95F02-4A18-2839-EB75-ED24B4FD5157}"/>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27BE7281-F89A-220B-5897-178260439777}"/>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83A0527D-D738-82FB-BDBC-EC88D35F7C57}"/>
              </a:ext>
            </a:extLst>
          </p:cNvPr>
          <p:cNvSpPr>
            <a:spLocks noGrp="1"/>
          </p:cNvSpPr>
          <p:nvPr>
            <p:ph type="sldNum" sz="quarter" idx="12"/>
          </p:nvPr>
        </p:nvSpPr>
        <p:spPr/>
        <p:txBody>
          <a:bodyPr/>
          <a:lstStyle/>
          <a:p>
            <a:fld id="{7C5CF243-786F-4254-B068-4C9F0B6EA12F}" type="slidenum">
              <a:rPr lang="en-US" altLang="en-US" smtClean="0"/>
              <a:pPr/>
              <a:t>122</a:t>
            </a:fld>
            <a:endParaRPr lang="en-US" altLang="en-US"/>
          </a:p>
        </p:txBody>
      </p:sp>
    </p:spTree>
    <p:extLst>
      <p:ext uri="{BB962C8B-B14F-4D97-AF65-F5344CB8AC3E}">
        <p14:creationId xmlns:p14="http://schemas.microsoft.com/office/powerpoint/2010/main" val="119136091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5531-8E81-F5DF-55D6-DDF59F2B976C}"/>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6A1C44E0-15C9-6792-7ACF-AADDA19A665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E8DB5D5B-45D7-E4A6-AC80-890948539E40}"/>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DC9F8DE4-40B7-A787-0666-9E06C35C6E75}"/>
              </a:ext>
            </a:extLst>
          </p:cNvPr>
          <p:cNvSpPr>
            <a:spLocks noGrp="1"/>
          </p:cNvSpPr>
          <p:nvPr>
            <p:ph type="sldNum" sz="quarter" idx="12"/>
          </p:nvPr>
        </p:nvSpPr>
        <p:spPr/>
        <p:txBody>
          <a:bodyPr/>
          <a:lstStyle/>
          <a:p>
            <a:fld id="{7C5CF243-786F-4254-B068-4C9F0B6EA12F}" type="slidenum">
              <a:rPr lang="en-US" altLang="en-US" smtClean="0"/>
              <a:pPr/>
              <a:t>123</a:t>
            </a:fld>
            <a:endParaRPr lang="en-US" altLang="en-US"/>
          </a:p>
        </p:txBody>
      </p:sp>
      <p:sp>
        <p:nvSpPr>
          <p:cNvPr id="9" name="Content Placeholder 8">
            <a:extLst>
              <a:ext uri="{FF2B5EF4-FFF2-40B4-BE49-F238E27FC236}">
                <a16:creationId xmlns:a16="http://schemas.microsoft.com/office/drawing/2014/main" id="{E5AD01DC-1229-A4C8-2380-551D65C74496}"/>
              </a:ext>
            </a:extLst>
          </p:cNvPr>
          <p:cNvSpPr>
            <a:spLocks noGrp="1"/>
          </p:cNvSpPr>
          <p:nvPr>
            <p:ph idx="1"/>
          </p:nvPr>
        </p:nvSpPr>
        <p:spPr/>
        <p:txBody>
          <a:bodyPr/>
          <a:lstStyle/>
          <a:p>
            <a:pPr marL="0" indent="0">
              <a:buNone/>
            </a:pPr>
            <a:endParaRPr lang="en-US" dirty="0"/>
          </a:p>
        </p:txBody>
      </p:sp>
      <p:pic>
        <p:nvPicPr>
          <p:cNvPr id="11" name="Picture 10">
            <a:extLst>
              <a:ext uri="{FF2B5EF4-FFF2-40B4-BE49-F238E27FC236}">
                <a16:creationId xmlns:a16="http://schemas.microsoft.com/office/drawing/2014/main" id="{A12FA34F-CE3E-C63A-3D2D-F593DDFD1D93}"/>
              </a:ext>
            </a:extLst>
          </p:cNvPr>
          <p:cNvPicPr>
            <a:picLocks noChangeAspect="1"/>
          </p:cNvPicPr>
          <p:nvPr/>
        </p:nvPicPr>
        <p:blipFill>
          <a:blip r:embed="rId2"/>
          <a:stretch>
            <a:fillRect/>
          </a:stretch>
        </p:blipFill>
        <p:spPr>
          <a:xfrm>
            <a:off x="1066800" y="914400"/>
            <a:ext cx="7620000" cy="5105399"/>
          </a:xfrm>
          <a:prstGeom prst="rect">
            <a:avLst/>
          </a:prstGeom>
        </p:spPr>
      </p:pic>
    </p:spTree>
    <p:extLst>
      <p:ext uri="{BB962C8B-B14F-4D97-AF65-F5344CB8AC3E}">
        <p14:creationId xmlns:p14="http://schemas.microsoft.com/office/powerpoint/2010/main" val="9615388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1AEB-BC57-A866-6B95-A55D0DA636CE}"/>
              </a:ext>
            </a:extLst>
          </p:cNvPr>
          <p:cNvSpPr>
            <a:spLocks noGrp="1"/>
          </p:cNvSpPr>
          <p:nvPr>
            <p:ph type="title"/>
          </p:nvPr>
        </p:nvSpPr>
        <p:spPr/>
        <p:txBody>
          <a:bodyPr/>
          <a:lstStyle/>
          <a:p>
            <a:r>
              <a:rPr lang="en-US" dirty="0" err="1"/>
              <a:t>Checkout.jsx</a:t>
            </a:r>
            <a:endParaRPr lang="en-US" dirty="0"/>
          </a:p>
        </p:txBody>
      </p:sp>
      <p:sp>
        <p:nvSpPr>
          <p:cNvPr id="3" name="Content Placeholder 2">
            <a:extLst>
              <a:ext uri="{FF2B5EF4-FFF2-40B4-BE49-F238E27FC236}">
                <a16:creationId xmlns:a16="http://schemas.microsoft.com/office/drawing/2014/main" id="{8A32027F-210A-8791-0EEF-130D2DC50822}"/>
              </a:ext>
            </a:extLst>
          </p:cNvPr>
          <p:cNvSpPr>
            <a:spLocks noGrp="1"/>
          </p:cNvSpPr>
          <p:nvPr>
            <p:ph idx="1"/>
          </p:nvPr>
        </p:nvSpPr>
        <p:spPr/>
        <p:txBody>
          <a:bodyPr/>
          <a:lstStyle/>
          <a:p>
            <a:r>
              <a:rPr lang="en-US" dirty="0"/>
              <a:t>Creating the Checkout component. </a:t>
            </a:r>
            <a:r>
              <a:rPr lang="en-US" b="1" dirty="0"/>
              <a:t>client/cart/</a:t>
            </a:r>
            <a:r>
              <a:rPr lang="en-US" b="1" dirty="0" err="1"/>
              <a:t>Checkout.jsx</a:t>
            </a:r>
            <a:endParaRPr lang="en-US" b="1" dirty="0"/>
          </a:p>
          <a:p>
            <a:pPr marL="0" indent="0">
              <a:buNone/>
            </a:pPr>
            <a:endParaRPr lang="en-US" dirty="0"/>
          </a:p>
        </p:txBody>
      </p:sp>
      <p:sp>
        <p:nvSpPr>
          <p:cNvPr id="4" name="Date Placeholder 3">
            <a:extLst>
              <a:ext uri="{FF2B5EF4-FFF2-40B4-BE49-F238E27FC236}">
                <a16:creationId xmlns:a16="http://schemas.microsoft.com/office/drawing/2014/main" id="{78B2C0C5-7FBA-DF94-BB04-29933D26DB46}"/>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5C28FBFC-3AEF-03AD-3EAD-5F065E32AC0F}"/>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EC91BE30-8431-47EE-2E8D-6F7989CD061E}"/>
              </a:ext>
            </a:extLst>
          </p:cNvPr>
          <p:cNvSpPr>
            <a:spLocks noGrp="1"/>
          </p:cNvSpPr>
          <p:nvPr>
            <p:ph type="sldNum" sz="quarter" idx="12"/>
          </p:nvPr>
        </p:nvSpPr>
        <p:spPr/>
        <p:txBody>
          <a:bodyPr/>
          <a:lstStyle/>
          <a:p>
            <a:fld id="{7C5CF243-786F-4254-B068-4C9F0B6EA12F}" type="slidenum">
              <a:rPr lang="en-US" altLang="en-US" smtClean="0"/>
              <a:pPr/>
              <a:t>124</a:t>
            </a:fld>
            <a:endParaRPr lang="en-US" altLang="en-US"/>
          </a:p>
        </p:txBody>
      </p:sp>
    </p:spTree>
    <p:extLst>
      <p:ext uri="{BB962C8B-B14F-4D97-AF65-F5344CB8AC3E}">
        <p14:creationId xmlns:p14="http://schemas.microsoft.com/office/powerpoint/2010/main" val="8443222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6BFB-56A2-5A18-AAC8-C197B417906E}"/>
              </a:ext>
            </a:extLst>
          </p:cNvPr>
          <p:cNvSpPr>
            <a:spLocks noGrp="1"/>
          </p:cNvSpPr>
          <p:nvPr>
            <p:ph type="title"/>
          </p:nvPr>
        </p:nvSpPr>
        <p:spPr/>
        <p:txBody>
          <a:bodyPr/>
          <a:lstStyle/>
          <a:p>
            <a:br>
              <a:rPr lang="en-US" b="1" dirty="0"/>
            </a:br>
            <a:r>
              <a:rPr lang="en-US" b="1" dirty="0"/>
              <a:t>client/cart/</a:t>
            </a:r>
            <a:r>
              <a:rPr lang="en-US" b="1" dirty="0" err="1"/>
              <a:t>Checkout.jsx</a:t>
            </a:r>
            <a:br>
              <a:rPr lang="en-US" b="1" dirty="0"/>
            </a:br>
            <a:endParaRPr lang="en-US" dirty="0"/>
          </a:p>
        </p:txBody>
      </p:sp>
      <p:sp>
        <p:nvSpPr>
          <p:cNvPr id="3" name="Content Placeholder 2">
            <a:extLst>
              <a:ext uri="{FF2B5EF4-FFF2-40B4-BE49-F238E27FC236}">
                <a16:creationId xmlns:a16="http://schemas.microsoft.com/office/drawing/2014/main" id="{10009C39-35EE-97F2-925A-B2DFEF2930A5}"/>
              </a:ext>
            </a:extLst>
          </p:cNvPr>
          <p:cNvSpPr>
            <a:spLocks noGrp="1"/>
          </p:cNvSpPr>
          <p:nvPr>
            <p:ph idx="1"/>
          </p:nvPr>
        </p:nvSpPr>
        <p:spPr/>
        <p:txBody>
          <a:bodyPr/>
          <a:lstStyle/>
          <a:p>
            <a:pPr marL="0" indent="0">
              <a:buNone/>
            </a:pPr>
            <a:r>
              <a:rPr lang="en-US" sz="140" dirty="0"/>
              <a:t>import React, { </a:t>
            </a:r>
            <a:r>
              <a:rPr lang="en-US" sz="140" dirty="0" err="1"/>
              <a:t>useState</a:t>
            </a:r>
            <a:r>
              <a:rPr lang="en-US" sz="140" dirty="0"/>
              <a:t>, </a:t>
            </a:r>
            <a:r>
              <a:rPr lang="en-US" sz="140" dirty="0" err="1"/>
              <a:t>useEffect</a:t>
            </a:r>
            <a:r>
              <a:rPr lang="en-US" sz="140" dirty="0"/>
              <a:t> } from "react";</a:t>
            </a:r>
          </a:p>
          <a:p>
            <a:pPr marL="0" indent="0">
              <a:buNone/>
            </a:pPr>
            <a:r>
              <a:rPr lang="en-US" sz="140" dirty="0"/>
              <a:t>import { Link } from "react-router-</a:t>
            </a:r>
            <a:r>
              <a:rPr lang="en-US" sz="140" dirty="0" err="1"/>
              <a:t>dom</a:t>
            </a:r>
            <a:r>
              <a:rPr lang="en-US" sz="140" dirty="0"/>
              <a:t>";</a:t>
            </a:r>
          </a:p>
          <a:p>
            <a:pPr marL="0" indent="0">
              <a:buNone/>
            </a:pPr>
            <a:r>
              <a:rPr lang="en-US" sz="140" dirty="0"/>
              <a:t>import {</a:t>
            </a:r>
          </a:p>
          <a:p>
            <a:pPr marL="0" indent="0">
              <a:buNone/>
            </a:pPr>
            <a:r>
              <a:rPr lang="en-US" sz="140" dirty="0"/>
              <a:t>  Typography,</a:t>
            </a:r>
          </a:p>
          <a:p>
            <a:pPr marL="0" indent="0">
              <a:buNone/>
            </a:pPr>
            <a:r>
              <a:rPr lang="en-US" sz="140" dirty="0"/>
              <a:t>  Paper,</a:t>
            </a:r>
          </a:p>
          <a:p>
            <a:pPr marL="0" indent="0">
              <a:buNone/>
            </a:pPr>
            <a:r>
              <a:rPr lang="en-US" sz="140" dirty="0"/>
              <a:t>  Divider,</a:t>
            </a:r>
          </a:p>
          <a:p>
            <a:pPr marL="0" indent="0">
              <a:buNone/>
            </a:pPr>
            <a:r>
              <a:rPr lang="en-US" sz="140" dirty="0"/>
              <a:t>  Box,</a:t>
            </a:r>
          </a:p>
          <a:p>
            <a:pPr marL="0" indent="0">
              <a:buNone/>
            </a:pPr>
            <a:r>
              <a:rPr lang="en-US" sz="140" dirty="0"/>
              <a:t>  </a:t>
            </a:r>
            <a:r>
              <a:rPr lang="en-US" sz="140" dirty="0" err="1"/>
              <a:t>TextField</a:t>
            </a:r>
            <a:r>
              <a:rPr lang="en-US" sz="140" dirty="0"/>
              <a:t>,</a:t>
            </a:r>
          </a:p>
          <a:p>
            <a:pPr marL="0" indent="0">
              <a:buNone/>
            </a:pPr>
            <a:r>
              <a:rPr lang="en-US" sz="140" dirty="0"/>
              <a:t>  </a:t>
            </a:r>
            <a:r>
              <a:rPr lang="en-US" sz="140" dirty="0" err="1"/>
              <a:t>FormControlLabel</a:t>
            </a:r>
            <a:r>
              <a:rPr lang="en-US" sz="140" dirty="0"/>
              <a:t>,</a:t>
            </a:r>
          </a:p>
          <a:p>
            <a:pPr marL="0" indent="0">
              <a:buNone/>
            </a:pPr>
            <a:r>
              <a:rPr lang="en-US" sz="140" dirty="0"/>
              <a:t>  Checkbox,</a:t>
            </a:r>
          </a:p>
          <a:p>
            <a:pPr marL="0" indent="0">
              <a:buNone/>
            </a:pPr>
            <a:r>
              <a:rPr lang="en-US" sz="140" dirty="0"/>
              <a:t>  Button,</a:t>
            </a:r>
          </a:p>
          <a:p>
            <a:pPr marL="0" indent="0">
              <a:buNone/>
            </a:pPr>
            <a:r>
              <a:rPr lang="en-US" sz="140" dirty="0"/>
              <a:t>} from "@</a:t>
            </a:r>
            <a:r>
              <a:rPr lang="en-US" sz="140" dirty="0" err="1"/>
              <a:t>mui</a:t>
            </a:r>
            <a:r>
              <a:rPr lang="en-US" sz="140" dirty="0"/>
              <a:t>/material";</a:t>
            </a:r>
          </a:p>
          <a:p>
            <a:pPr marL="0" indent="0">
              <a:buNone/>
            </a:pPr>
            <a:r>
              <a:rPr lang="en-US" sz="140" dirty="0"/>
              <a:t>import { Grid } from "@</a:t>
            </a:r>
            <a:r>
              <a:rPr lang="en-US" sz="140" dirty="0" err="1"/>
              <a:t>mui</a:t>
            </a:r>
            <a:r>
              <a:rPr lang="en-US" sz="140" dirty="0"/>
              <a:t>/material";</a:t>
            </a:r>
          </a:p>
          <a:p>
            <a:pPr marL="0" indent="0">
              <a:buNone/>
            </a:pPr>
            <a:r>
              <a:rPr lang="en-US" sz="140" dirty="0"/>
              <a:t>//import { Elements } from "@stripe/react-stripe-</a:t>
            </a:r>
            <a:r>
              <a:rPr lang="en-US" sz="140" dirty="0" err="1"/>
              <a:t>js</a:t>
            </a:r>
            <a:r>
              <a:rPr lang="en-US" sz="140" dirty="0"/>
              <a:t>";</a:t>
            </a:r>
          </a:p>
          <a:p>
            <a:pPr marL="0" indent="0">
              <a:buNone/>
            </a:pPr>
            <a:r>
              <a:rPr lang="en-US" sz="140" dirty="0"/>
              <a:t>//import </a:t>
            </a:r>
            <a:r>
              <a:rPr lang="en-US" sz="140" dirty="0" err="1"/>
              <a:t>StripePlaceOrder</a:t>
            </a:r>
            <a:r>
              <a:rPr lang="en-US" sz="140" dirty="0"/>
              <a:t> from "./</a:t>
            </a:r>
            <a:r>
              <a:rPr lang="en-US" sz="140" dirty="0" err="1"/>
              <a:t>StripePlaceOrder</a:t>
            </a:r>
            <a:r>
              <a:rPr lang="en-US" sz="140" dirty="0"/>
              <a:t>";</a:t>
            </a:r>
          </a:p>
          <a:p>
            <a:pPr marL="0" indent="0">
              <a:buNone/>
            </a:pPr>
            <a:r>
              <a:rPr lang="en-US" sz="140" dirty="0"/>
              <a:t>import cart from "./cart-helper";</a:t>
            </a:r>
          </a:p>
          <a:p>
            <a:pPr marL="0" indent="0">
              <a:buNone/>
            </a:pPr>
            <a:r>
              <a:rPr lang="en-US" sz="140" dirty="0"/>
              <a:t>//import {</a:t>
            </a:r>
            <a:r>
              <a:rPr lang="en-US" sz="140" dirty="0" err="1"/>
              <a:t>ElementsConsumer</a:t>
            </a:r>
            <a:r>
              <a:rPr lang="en-US" sz="140" dirty="0"/>
              <a:t> } from "@stripe/react-stripe-</a:t>
            </a:r>
            <a:r>
              <a:rPr lang="en-US" sz="140" dirty="0" err="1"/>
              <a:t>js</a:t>
            </a:r>
            <a:r>
              <a:rPr lang="en-US" sz="140" dirty="0"/>
              <a:t>";</a:t>
            </a:r>
          </a:p>
          <a:p>
            <a:pPr marL="0" indent="0">
              <a:buNone/>
            </a:pPr>
            <a:br>
              <a:rPr lang="en-US" sz="140" dirty="0"/>
            </a:br>
            <a:endParaRPr lang="en-US" sz="140" dirty="0"/>
          </a:p>
          <a:p>
            <a:pPr marL="0" indent="0">
              <a:buNone/>
            </a:pPr>
            <a:r>
              <a:rPr lang="en-US" sz="140" dirty="0"/>
              <a:t>const Checkout = () =&gt; {</a:t>
            </a:r>
          </a:p>
          <a:p>
            <a:pPr marL="0" indent="0">
              <a:buNone/>
            </a:pPr>
            <a:r>
              <a:rPr lang="en-US" sz="140" dirty="0"/>
              <a:t>  const [</a:t>
            </a:r>
            <a:r>
              <a:rPr lang="en-US" sz="140" dirty="0" err="1"/>
              <a:t>checkoutDetails</a:t>
            </a:r>
            <a:r>
              <a:rPr lang="en-US" sz="140" dirty="0"/>
              <a:t>, </a:t>
            </a:r>
            <a:r>
              <a:rPr lang="en-US" sz="140" dirty="0" err="1"/>
              <a:t>setCheckoutDetails</a:t>
            </a:r>
            <a:r>
              <a:rPr lang="en-US" sz="140" dirty="0"/>
              <a:t>] = </a:t>
            </a:r>
            <a:r>
              <a:rPr lang="en-US" sz="140" dirty="0" err="1"/>
              <a:t>useState</a:t>
            </a:r>
            <a:r>
              <a:rPr lang="en-US" sz="140" dirty="0"/>
              <a:t>({</a:t>
            </a:r>
          </a:p>
          <a:p>
            <a:pPr marL="0" indent="0">
              <a:buNone/>
            </a:pPr>
            <a:r>
              <a:rPr lang="en-US" sz="140" dirty="0"/>
              <a:t>    products: [],</a:t>
            </a:r>
          </a:p>
          <a:p>
            <a:pPr marL="0" indent="0">
              <a:buNone/>
            </a:pPr>
            <a:r>
              <a:rPr lang="en-US" sz="140" dirty="0"/>
              <a:t>    total: 0,</a:t>
            </a:r>
          </a:p>
          <a:p>
            <a:pPr marL="0" indent="0">
              <a:buNone/>
            </a:pPr>
            <a:r>
              <a:rPr lang="en-US" sz="140" dirty="0"/>
              <a:t>  });</a:t>
            </a:r>
          </a:p>
          <a:p>
            <a:pPr marL="0" indent="0">
              <a:buNone/>
            </a:pPr>
            <a:br>
              <a:rPr lang="en-US" sz="140" dirty="0"/>
            </a:br>
            <a:endParaRPr lang="en-US" sz="140" dirty="0"/>
          </a:p>
          <a:p>
            <a:pPr marL="0" indent="0">
              <a:buNone/>
            </a:pPr>
            <a:r>
              <a:rPr lang="en-US" sz="140" dirty="0"/>
              <a:t>  const [shipping, </a:t>
            </a:r>
            <a:r>
              <a:rPr lang="en-US" sz="140" dirty="0" err="1"/>
              <a:t>setShipping</a:t>
            </a:r>
            <a:r>
              <a:rPr lang="en-US" sz="140" dirty="0"/>
              <a:t>] = </a:t>
            </a:r>
            <a:r>
              <a:rPr lang="en-US" sz="140" dirty="0" err="1"/>
              <a:t>useState</a:t>
            </a:r>
            <a:r>
              <a:rPr lang="en-US" sz="140" dirty="0"/>
              <a:t>({</a:t>
            </a:r>
          </a:p>
          <a:p>
            <a:pPr marL="0" indent="0">
              <a:buNone/>
            </a:pPr>
            <a:r>
              <a:rPr lang="en-US" sz="140" dirty="0"/>
              <a:t>    name: "",</a:t>
            </a:r>
          </a:p>
          <a:p>
            <a:pPr marL="0" indent="0">
              <a:buNone/>
            </a:pPr>
            <a:r>
              <a:rPr lang="en-US" sz="140" dirty="0"/>
              <a:t>    email: "", // ✅ added email here</a:t>
            </a:r>
          </a:p>
          <a:p>
            <a:pPr marL="0" indent="0">
              <a:buNone/>
            </a:pPr>
            <a:r>
              <a:rPr lang="en-US" sz="140" dirty="0"/>
              <a:t>    address: "",</a:t>
            </a:r>
          </a:p>
          <a:p>
            <a:pPr marL="0" indent="0">
              <a:buNone/>
            </a:pPr>
            <a:r>
              <a:rPr lang="en-US" sz="140" dirty="0"/>
              <a:t>    city: "",</a:t>
            </a:r>
          </a:p>
          <a:p>
            <a:pPr marL="0" indent="0">
              <a:buNone/>
            </a:pPr>
            <a:r>
              <a:rPr lang="en-US" sz="140" dirty="0"/>
              <a:t>    </a:t>
            </a:r>
            <a:r>
              <a:rPr lang="en-US" sz="140" dirty="0" err="1"/>
              <a:t>postalCode</a:t>
            </a:r>
            <a:r>
              <a:rPr lang="en-US" sz="140" dirty="0"/>
              <a:t>: "",</a:t>
            </a:r>
          </a:p>
          <a:p>
            <a:pPr marL="0" indent="0">
              <a:buNone/>
            </a:pPr>
            <a:r>
              <a:rPr lang="en-US" sz="140" dirty="0"/>
              <a:t>    country: "",</a:t>
            </a:r>
          </a:p>
          <a:p>
            <a:pPr marL="0" indent="0">
              <a:buNone/>
            </a:pPr>
            <a:r>
              <a:rPr lang="en-US" sz="140" dirty="0"/>
              <a:t>  });</a:t>
            </a:r>
          </a:p>
          <a:p>
            <a:pPr marL="0" indent="0">
              <a:buNone/>
            </a:pPr>
            <a:br>
              <a:rPr lang="en-US" sz="140" dirty="0"/>
            </a:br>
            <a:endParaRPr lang="en-US" sz="140" dirty="0"/>
          </a:p>
          <a:p>
            <a:pPr marL="0" indent="0">
              <a:buNone/>
            </a:pPr>
            <a:r>
              <a:rPr lang="en-US" sz="140" dirty="0"/>
              <a:t>  const [</a:t>
            </a:r>
            <a:r>
              <a:rPr lang="en-US" sz="140" dirty="0" err="1"/>
              <a:t>billingSameAsShipping</a:t>
            </a:r>
            <a:r>
              <a:rPr lang="en-US" sz="140" dirty="0"/>
              <a:t>, </a:t>
            </a:r>
            <a:r>
              <a:rPr lang="en-US" sz="140" dirty="0" err="1"/>
              <a:t>setBillingSameAsShipping</a:t>
            </a:r>
            <a:r>
              <a:rPr lang="en-US" sz="140" dirty="0"/>
              <a:t>] = </a:t>
            </a:r>
            <a:r>
              <a:rPr lang="en-US" sz="140" dirty="0" err="1"/>
              <a:t>useState</a:t>
            </a:r>
            <a:r>
              <a:rPr lang="en-US" sz="140" dirty="0"/>
              <a:t>(true);</a:t>
            </a:r>
          </a:p>
          <a:p>
            <a:pPr marL="0" indent="0">
              <a:buNone/>
            </a:pPr>
            <a:r>
              <a:rPr lang="en-US" sz="140" dirty="0"/>
              <a:t>  const [billing, </a:t>
            </a:r>
            <a:r>
              <a:rPr lang="en-US" sz="140" dirty="0" err="1"/>
              <a:t>setBilling</a:t>
            </a:r>
            <a:r>
              <a:rPr lang="en-US" sz="140" dirty="0"/>
              <a:t>] = </a:t>
            </a:r>
            <a:r>
              <a:rPr lang="en-US" sz="140" dirty="0" err="1"/>
              <a:t>useState</a:t>
            </a:r>
            <a:r>
              <a:rPr lang="en-US" sz="140" dirty="0"/>
              <a:t>({ ...shipping });</a:t>
            </a:r>
          </a:p>
          <a:p>
            <a:pPr marL="0" indent="0">
              <a:buNone/>
            </a:pPr>
            <a:br>
              <a:rPr lang="en-US" sz="140" dirty="0"/>
            </a:br>
            <a:endParaRPr lang="en-US" sz="140" dirty="0"/>
          </a:p>
          <a:p>
            <a:pPr marL="0" indent="0">
              <a:buNone/>
            </a:pPr>
            <a:r>
              <a:rPr lang="en-US" sz="140" dirty="0"/>
              <a:t>  const [</a:t>
            </a:r>
            <a:r>
              <a:rPr lang="en-US" sz="140" dirty="0" err="1"/>
              <a:t>couponCode</a:t>
            </a:r>
            <a:r>
              <a:rPr lang="en-US" sz="140" dirty="0"/>
              <a:t>, </a:t>
            </a:r>
            <a:r>
              <a:rPr lang="en-US" sz="140" dirty="0" err="1"/>
              <a:t>setCouponCode</a:t>
            </a:r>
            <a:r>
              <a:rPr lang="en-US" sz="140" dirty="0"/>
              <a:t>] = </a:t>
            </a:r>
            <a:r>
              <a:rPr lang="en-US" sz="140" dirty="0" err="1"/>
              <a:t>useState</a:t>
            </a:r>
            <a:r>
              <a:rPr lang="en-US" sz="140" dirty="0"/>
              <a:t>("");</a:t>
            </a:r>
          </a:p>
          <a:p>
            <a:pPr marL="0" indent="0">
              <a:buNone/>
            </a:pPr>
            <a:r>
              <a:rPr lang="en-US" sz="140" dirty="0"/>
              <a:t>  const [discount, </a:t>
            </a:r>
            <a:r>
              <a:rPr lang="en-US" sz="140" dirty="0" err="1"/>
              <a:t>setDiscount</a:t>
            </a:r>
            <a:r>
              <a:rPr lang="en-US" sz="140" dirty="0"/>
              <a:t>] = </a:t>
            </a:r>
            <a:r>
              <a:rPr lang="en-US" sz="140" dirty="0" err="1"/>
              <a:t>useState</a:t>
            </a:r>
            <a:r>
              <a:rPr lang="en-US" sz="140" dirty="0"/>
              <a:t>(0);</a:t>
            </a:r>
          </a:p>
          <a:p>
            <a:pPr marL="0" indent="0">
              <a:buNone/>
            </a:pPr>
            <a:br>
              <a:rPr lang="en-US" sz="140" dirty="0"/>
            </a:br>
            <a:endParaRPr lang="en-US" sz="140" dirty="0"/>
          </a:p>
          <a:p>
            <a:pPr marL="0" indent="0">
              <a:buNone/>
            </a:pPr>
            <a:r>
              <a:rPr lang="en-US" sz="140" dirty="0"/>
              <a:t>  </a:t>
            </a:r>
            <a:r>
              <a:rPr lang="en-US" sz="140" dirty="0" err="1"/>
              <a:t>useEffect</a:t>
            </a:r>
            <a:r>
              <a:rPr lang="en-US" sz="140" dirty="0"/>
              <a:t>(() =&gt; {</a:t>
            </a:r>
          </a:p>
          <a:p>
            <a:pPr marL="0" indent="0">
              <a:buNone/>
            </a:pPr>
            <a:r>
              <a:rPr lang="en-US" sz="140" dirty="0"/>
              <a:t>    const </a:t>
            </a:r>
            <a:r>
              <a:rPr lang="en-US" sz="140" dirty="0" err="1"/>
              <a:t>cartItems</a:t>
            </a:r>
            <a:r>
              <a:rPr lang="en-US" sz="140" dirty="0"/>
              <a:t> = </a:t>
            </a:r>
            <a:r>
              <a:rPr lang="en-US" sz="140" dirty="0" err="1"/>
              <a:t>cart.getCart</a:t>
            </a:r>
            <a:r>
              <a:rPr lang="en-US" sz="140" dirty="0"/>
              <a:t>();</a:t>
            </a:r>
          </a:p>
          <a:p>
            <a:pPr marL="0" indent="0">
              <a:buNone/>
            </a:pPr>
            <a:r>
              <a:rPr lang="en-US" sz="140" dirty="0"/>
              <a:t>    const </a:t>
            </a:r>
            <a:r>
              <a:rPr lang="en-US" sz="140" dirty="0" err="1"/>
              <a:t>totalAmount</a:t>
            </a:r>
            <a:r>
              <a:rPr lang="en-US" sz="140" dirty="0"/>
              <a:t> = </a:t>
            </a:r>
            <a:r>
              <a:rPr lang="en-US" sz="140" dirty="0" err="1"/>
              <a:t>cartItems.reduce</a:t>
            </a:r>
            <a:r>
              <a:rPr lang="en-US" sz="140" dirty="0"/>
              <a:t>(</a:t>
            </a:r>
          </a:p>
          <a:p>
            <a:pPr marL="0" indent="0">
              <a:buNone/>
            </a:pPr>
            <a:r>
              <a:rPr lang="en-US" sz="140" dirty="0"/>
              <a:t>      (acc, item) =&gt; acc + </a:t>
            </a:r>
            <a:r>
              <a:rPr lang="en-US" sz="140" dirty="0" err="1"/>
              <a:t>item.product.price</a:t>
            </a:r>
            <a:r>
              <a:rPr lang="en-US" sz="140" dirty="0"/>
              <a:t> * </a:t>
            </a:r>
            <a:r>
              <a:rPr lang="en-US" sz="140" dirty="0" err="1"/>
              <a:t>item.quantity</a:t>
            </a:r>
            <a:r>
              <a:rPr lang="en-US" sz="140" dirty="0"/>
              <a:t>,</a:t>
            </a:r>
          </a:p>
          <a:p>
            <a:pPr marL="0" indent="0">
              <a:buNone/>
            </a:pPr>
            <a:r>
              <a:rPr lang="en-US" sz="140" dirty="0"/>
              <a:t>      0</a:t>
            </a:r>
          </a:p>
          <a:p>
            <a:pPr marL="0" indent="0">
              <a:buNone/>
            </a:pPr>
            <a:r>
              <a:rPr lang="en-US" sz="140" dirty="0"/>
              <a:t>    );</a:t>
            </a:r>
          </a:p>
          <a:p>
            <a:pPr marL="0" indent="0">
              <a:buNone/>
            </a:pPr>
            <a:r>
              <a:rPr lang="en-US" sz="140" dirty="0"/>
              <a:t>    </a:t>
            </a:r>
            <a:r>
              <a:rPr lang="en-US" sz="140" dirty="0" err="1"/>
              <a:t>setCheckoutDetails</a:t>
            </a:r>
            <a:r>
              <a:rPr lang="en-US" sz="140" dirty="0"/>
              <a:t>({ products: </a:t>
            </a:r>
            <a:r>
              <a:rPr lang="en-US" sz="140" dirty="0" err="1"/>
              <a:t>cartItems</a:t>
            </a:r>
            <a:r>
              <a:rPr lang="en-US" sz="140" dirty="0"/>
              <a:t>, total: </a:t>
            </a:r>
            <a:r>
              <a:rPr lang="en-US" sz="140" dirty="0" err="1"/>
              <a:t>totalAmount</a:t>
            </a:r>
            <a:r>
              <a:rPr lang="en-US" sz="140" dirty="0"/>
              <a:t> });</a:t>
            </a:r>
          </a:p>
          <a:p>
            <a:pPr marL="0" indent="0">
              <a:buNone/>
            </a:pPr>
            <a:r>
              <a:rPr lang="en-US" sz="140" dirty="0"/>
              <a:t>  }, []);</a:t>
            </a:r>
          </a:p>
          <a:p>
            <a:pPr marL="0" indent="0">
              <a:buNone/>
            </a:pPr>
            <a:br>
              <a:rPr lang="en-US" sz="140" dirty="0"/>
            </a:br>
            <a:endParaRPr lang="en-US" sz="140" dirty="0"/>
          </a:p>
          <a:p>
            <a:pPr marL="0" indent="0">
              <a:buNone/>
            </a:pPr>
            <a:r>
              <a:rPr lang="en-US" sz="140" dirty="0"/>
              <a:t>  </a:t>
            </a:r>
            <a:r>
              <a:rPr lang="en-US" sz="140" dirty="0" err="1"/>
              <a:t>useEffect</a:t>
            </a:r>
            <a:r>
              <a:rPr lang="en-US" sz="140" dirty="0"/>
              <a:t>(() =&gt; {</a:t>
            </a:r>
          </a:p>
          <a:p>
            <a:pPr marL="0" indent="0">
              <a:buNone/>
            </a:pPr>
            <a:r>
              <a:rPr lang="en-US" sz="140" dirty="0"/>
              <a:t>    if (</a:t>
            </a:r>
            <a:r>
              <a:rPr lang="en-US" sz="140" dirty="0" err="1"/>
              <a:t>billingSameAsShipping</a:t>
            </a:r>
            <a:r>
              <a:rPr lang="en-US" sz="140" dirty="0"/>
              <a:t>) {</a:t>
            </a:r>
          </a:p>
          <a:p>
            <a:pPr marL="0" indent="0">
              <a:buNone/>
            </a:pPr>
            <a:r>
              <a:rPr lang="en-US" sz="140" dirty="0"/>
              <a:t>      </a:t>
            </a:r>
            <a:r>
              <a:rPr lang="en-US" sz="140" dirty="0" err="1"/>
              <a:t>setBilling</a:t>
            </a:r>
            <a:r>
              <a:rPr lang="en-US" sz="140" dirty="0"/>
              <a:t>({ ...shipping });</a:t>
            </a:r>
          </a:p>
          <a:p>
            <a:pPr marL="0" indent="0">
              <a:buNone/>
            </a:pPr>
            <a:r>
              <a:rPr lang="en-US" sz="140" dirty="0"/>
              <a:t>    }</a:t>
            </a:r>
          </a:p>
          <a:p>
            <a:pPr marL="0" indent="0">
              <a:buNone/>
            </a:pPr>
            <a:r>
              <a:rPr lang="en-US" sz="140" dirty="0"/>
              <a:t>  }, [shipping, </a:t>
            </a:r>
            <a:r>
              <a:rPr lang="en-US" sz="140" dirty="0" err="1"/>
              <a:t>billingSameAsShipping</a:t>
            </a:r>
            <a:r>
              <a:rPr lang="en-US" sz="140" dirty="0"/>
              <a:t>]);</a:t>
            </a:r>
          </a:p>
          <a:p>
            <a:pPr marL="0" indent="0">
              <a:buNone/>
            </a:pPr>
            <a:br>
              <a:rPr lang="en-US" sz="140" dirty="0"/>
            </a:br>
            <a:endParaRPr lang="en-US" sz="140" dirty="0"/>
          </a:p>
          <a:p>
            <a:pPr marL="0" indent="0">
              <a:buNone/>
            </a:pPr>
            <a:r>
              <a:rPr lang="en-US" sz="140" dirty="0"/>
              <a:t>  const </a:t>
            </a:r>
            <a:r>
              <a:rPr lang="en-US" sz="140" dirty="0" err="1"/>
              <a:t>handleCouponApply</a:t>
            </a:r>
            <a:r>
              <a:rPr lang="en-US" sz="140" dirty="0"/>
              <a:t> = () =&gt; {</a:t>
            </a:r>
          </a:p>
          <a:p>
            <a:pPr marL="0" indent="0">
              <a:buNone/>
            </a:pPr>
            <a:r>
              <a:rPr lang="en-US" sz="140" dirty="0"/>
              <a:t>    if (</a:t>
            </a:r>
            <a:r>
              <a:rPr lang="en-US" sz="140" dirty="0" err="1"/>
              <a:t>couponCode.trim</a:t>
            </a:r>
            <a:r>
              <a:rPr lang="en-US" sz="140" dirty="0"/>
              <a:t>().</a:t>
            </a:r>
            <a:r>
              <a:rPr lang="en-US" sz="140" dirty="0" err="1"/>
              <a:t>toLowerCase</a:t>
            </a:r>
            <a:r>
              <a:rPr lang="en-US" sz="140" dirty="0"/>
              <a:t>() === "save10") {</a:t>
            </a:r>
          </a:p>
          <a:p>
            <a:pPr marL="0" indent="0">
              <a:buNone/>
            </a:pPr>
            <a:r>
              <a:rPr lang="en-US" sz="140" dirty="0"/>
              <a:t>      </a:t>
            </a:r>
            <a:r>
              <a:rPr lang="en-US" sz="140" dirty="0" err="1"/>
              <a:t>setDiscount</a:t>
            </a:r>
            <a:r>
              <a:rPr lang="en-US" sz="140" dirty="0"/>
              <a:t>(10);</a:t>
            </a:r>
          </a:p>
          <a:p>
            <a:pPr marL="0" indent="0">
              <a:buNone/>
            </a:pPr>
            <a:r>
              <a:rPr lang="en-US" sz="140" dirty="0"/>
              <a:t>    } else {</a:t>
            </a:r>
          </a:p>
          <a:p>
            <a:pPr marL="0" indent="0">
              <a:buNone/>
            </a:pPr>
            <a:r>
              <a:rPr lang="en-US" sz="140" dirty="0"/>
              <a:t>      </a:t>
            </a:r>
            <a:r>
              <a:rPr lang="en-US" sz="140" dirty="0" err="1"/>
              <a:t>setDiscount</a:t>
            </a:r>
            <a:r>
              <a:rPr lang="en-US" sz="140" dirty="0"/>
              <a:t>(0);</a:t>
            </a:r>
          </a:p>
          <a:p>
            <a:pPr marL="0" indent="0">
              <a:buNone/>
            </a:pPr>
            <a:r>
              <a:rPr lang="en-US" sz="140" dirty="0"/>
              <a:t>    }</a:t>
            </a:r>
          </a:p>
          <a:p>
            <a:pPr marL="0" indent="0">
              <a:buNone/>
            </a:pPr>
            <a:r>
              <a:rPr lang="en-US" sz="140" dirty="0"/>
              <a:t>  };</a:t>
            </a:r>
          </a:p>
          <a:p>
            <a:pPr marL="0" indent="0">
              <a:buNone/>
            </a:pPr>
            <a:br>
              <a:rPr lang="en-US" sz="140" dirty="0"/>
            </a:br>
            <a:endParaRPr lang="en-US" sz="140" dirty="0"/>
          </a:p>
          <a:p>
            <a:pPr marL="0" indent="0">
              <a:buNone/>
            </a:pPr>
            <a:r>
              <a:rPr lang="en-US" sz="140" dirty="0"/>
              <a:t>  const </a:t>
            </a:r>
            <a:r>
              <a:rPr lang="en-US" sz="140" dirty="0" err="1"/>
              <a:t>finalTotal</a:t>
            </a:r>
            <a:r>
              <a:rPr lang="en-US" sz="140" dirty="0"/>
              <a:t> = </a:t>
            </a:r>
            <a:r>
              <a:rPr lang="en-US" sz="140" dirty="0" err="1"/>
              <a:t>Math.max</a:t>
            </a:r>
            <a:r>
              <a:rPr lang="en-US" sz="140" dirty="0"/>
              <a:t>(0, </a:t>
            </a:r>
            <a:r>
              <a:rPr lang="en-US" sz="140" dirty="0" err="1"/>
              <a:t>checkoutDetails.total</a:t>
            </a:r>
            <a:r>
              <a:rPr lang="en-US" sz="140" dirty="0"/>
              <a:t> - discount);</a:t>
            </a:r>
          </a:p>
          <a:p>
            <a:pPr marL="0" indent="0">
              <a:buNone/>
            </a:pPr>
            <a:br>
              <a:rPr lang="en-US" sz="140" dirty="0"/>
            </a:br>
            <a:endParaRPr lang="en-US" sz="140" dirty="0"/>
          </a:p>
          <a:p>
            <a:pPr marL="0" indent="0">
              <a:buNone/>
            </a:pPr>
            <a:r>
              <a:rPr lang="en-US" sz="140" dirty="0"/>
              <a:t>  /*const </a:t>
            </a:r>
            <a:r>
              <a:rPr lang="en-US" sz="140" dirty="0" err="1"/>
              <a:t>mergedCheckoutDetails</a:t>
            </a:r>
            <a:r>
              <a:rPr lang="en-US" sz="140" dirty="0"/>
              <a:t> = {</a:t>
            </a:r>
          </a:p>
          <a:p>
            <a:pPr marL="0" indent="0">
              <a:buNone/>
            </a:pPr>
            <a:r>
              <a:rPr lang="en-US" sz="140" dirty="0"/>
              <a:t>    ...</a:t>
            </a:r>
            <a:r>
              <a:rPr lang="en-US" sz="140" dirty="0" err="1"/>
              <a:t>checkoutDetails</a:t>
            </a:r>
            <a:r>
              <a:rPr lang="en-US" sz="140" dirty="0"/>
              <a:t>,</a:t>
            </a:r>
          </a:p>
          <a:p>
            <a:pPr marL="0" indent="0">
              <a:buNone/>
            </a:pPr>
            <a:r>
              <a:rPr lang="en-US" sz="140" dirty="0"/>
              <a:t>    shipping,</a:t>
            </a:r>
          </a:p>
          <a:p>
            <a:pPr marL="0" indent="0">
              <a:buNone/>
            </a:pPr>
            <a:r>
              <a:rPr lang="en-US" sz="140" dirty="0"/>
              <a:t>    billing: </a:t>
            </a:r>
            <a:r>
              <a:rPr lang="en-US" sz="140" dirty="0" err="1"/>
              <a:t>billingSameAsShipping</a:t>
            </a:r>
            <a:r>
              <a:rPr lang="en-US" sz="140" dirty="0"/>
              <a:t> ? shipping : billing,</a:t>
            </a:r>
          </a:p>
          <a:p>
            <a:pPr marL="0" indent="0">
              <a:buNone/>
            </a:pPr>
            <a:r>
              <a:rPr lang="en-US" sz="140" dirty="0"/>
              <a:t>    discount,</a:t>
            </a:r>
          </a:p>
          <a:p>
            <a:pPr marL="0" indent="0">
              <a:buNone/>
            </a:pPr>
            <a:r>
              <a:rPr lang="en-US" sz="140" dirty="0"/>
              <a:t>    </a:t>
            </a:r>
            <a:r>
              <a:rPr lang="en-US" sz="140" dirty="0" err="1"/>
              <a:t>finalTotal</a:t>
            </a:r>
            <a:r>
              <a:rPr lang="en-US" sz="140" dirty="0"/>
              <a:t>,</a:t>
            </a:r>
          </a:p>
          <a:p>
            <a:pPr marL="0" indent="0">
              <a:buNone/>
            </a:pPr>
            <a:r>
              <a:rPr lang="en-US" sz="140" dirty="0"/>
              <a:t>  };</a:t>
            </a:r>
          </a:p>
          <a:p>
            <a:pPr marL="0" indent="0">
              <a:buNone/>
            </a:pPr>
            <a:r>
              <a:rPr lang="en-US" sz="140" dirty="0"/>
              <a:t>*/</a:t>
            </a:r>
          </a:p>
          <a:p>
            <a:pPr marL="0" indent="0">
              <a:buNone/>
            </a:pPr>
            <a:r>
              <a:rPr lang="en-US" sz="140" dirty="0"/>
              <a:t>    </a:t>
            </a:r>
          </a:p>
          <a:p>
            <a:pPr marL="0" indent="0">
              <a:buNone/>
            </a:pPr>
            <a:r>
              <a:rPr lang="en-US" sz="140" dirty="0"/>
              <a:t>  return (</a:t>
            </a:r>
          </a:p>
          <a:p>
            <a:pPr marL="0" indent="0">
              <a:buNone/>
            </a:pPr>
            <a:r>
              <a:rPr lang="en-US" sz="140" dirty="0"/>
              <a:t>    &lt;Paper </a:t>
            </a:r>
            <a:r>
              <a:rPr lang="en-US" sz="140" dirty="0" err="1"/>
              <a:t>sx</a:t>
            </a:r>
            <a:r>
              <a:rPr lang="en-US" sz="140" dirty="0"/>
              <a:t>={{ padding: 4, </a:t>
            </a:r>
            <a:r>
              <a:rPr lang="en-US" sz="140" dirty="0" err="1"/>
              <a:t>maxWidth</a:t>
            </a:r>
            <a:r>
              <a:rPr lang="en-US" sz="140" dirty="0"/>
              <a:t>: 700, margin: "auto", mt: 5 }}&gt;</a:t>
            </a:r>
          </a:p>
          <a:p>
            <a:pPr marL="0" indent="0">
              <a:buNone/>
            </a:pPr>
            <a:r>
              <a:rPr lang="en-US" sz="140" dirty="0"/>
              <a:t>      &lt;Typography variant="h5" </a:t>
            </a:r>
            <a:r>
              <a:rPr lang="en-US" sz="140" dirty="0" err="1"/>
              <a:t>gutterBottom</a:t>
            </a:r>
            <a:r>
              <a:rPr lang="en-US" sz="140" dirty="0"/>
              <a:t>&gt;</a:t>
            </a:r>
          </a:p>
          <a:p>
            <a:pPr marL="0" indent="0">
              <a:buNone/>
            </a:pPr>
            <a:r>
              <a:rPr lang="en-US" sz="140" dirty="0"/>
              <a:t>        Checkout</a:t>
            </a:r>
          </a:p>
          <a:p>
            <a:pPr marL="0" indent="0">
              <a:buNone/>
            </a:pPr>
            <a:r>
              <a:rPr lang="en-US" sz="140" dirty="0"/>
              <a:t>      &lt;/Typography&gt;</a:t>
            </a:r>
          </a:p>
          <a:p>
            <a:pPr marL="0" indent="0">
              <a:buNone/>
            </a:pPr>
            <a:r>
              <a:rPr lang="en-US" sz="140" dirty="0"/>
              <a:t>      &lt;Divider </a:t>
            </a:r>
            <a:r>
              <a:rPr lang="en-US" sz="140" dirty="0" err="1"/>
              <a:t>sx</a:t>
            </a:r>
            <a:r>
              <a:rPr lang="en-US" sz="140" dirty="0"/>
              <a:t>={{ my: 2 }} /&gt;</a:t>
            </a:r>
          </a:p>
          <a:p>
            <a:pPr marL="0" indent="0">
              <a:buNone/>
            </a:pPr>
            <a:br>
              <a:rPr lang="en-US" sz="140" dirty="0"/>
            </a:br>
            <a:endParaRPr lang="en-US" sz="140" dirty="0"/>
          </a:p>
          <a:p>
            <a:pPr marL="0" indent="0">
              <a:buNone/>
            </a:pPr>
            <a:r>
              <a:rPr lang="en-US" sz="140" dirty="0"/>
              <a:t>      {/* Cart Summary */}</a:t>
            </a:r>
          </a:p>
          <a:p>
            <a:pPr marL="0" indent="0">
              <a:buNone/>
            </a:pPr>
            <a:r>
              <a:rPr lang="en-US" sz="140" dirty="0"/>
              <a:t>      &lt;Box </a:t>
            </a:r>
            <a:r>
              <a:rPr lang="en-US" sz="140" dirty="0" err="1"/>
              <a:t>sx</a:t>
            </a:r>
            <a:r>
              <a:rPr lang="en-US" sz="140" dirty="0"/>
              <a:t>={{ mb: 3 }}&gt;</a:t>
            </a:r>
          </a:p>
          <a:p>
            <a:pPr marL="0" indent="0">
              <a:buNone/>
            </a:pPr>
            <a:r>
              <a:rPr lang="en-US" sz="140" dirty="0"/>
              <a:t>        {</a:t>
            </a:r>
            <a:r>
              <a:rPr lang="en-US" sz="140" dirty="0" err="1"/>
              <a:t>checkoutDetails.products.length</a:t>
            </a:r>
            <a:r>
              <a:rPr lang="en-US" sz="140" dirty="0"/>
              <a:t> === 0 ? (</a:t>
            </a:r>
          </a:p>
          <a:p>
            <a:pPr marL="0" indent="0">
              <a:buNone/>
            </a:pPr>
            <a:r>
              <a:rPr lang="en-US" sz="140" dirty="0"/>
              <a:t>          &lt;Typography&gt;Your cart is empty.&lt;/Typography&gt;</a:t>
            </a:r>
          </a:p>
          <a:p>
            <a:pPr marL="0" indent="0">
              <a:buNone/>
            </a:pPr>
            <a:r>
              <a:rPr lang="en-US" sz="140" dirty="0"/>
              <a:t>        ) : (</a:t>
            </a:r>
          </a:p>
          <a:p>
            <a:pPr marL="0" indent="0">
              <a:buNone/>
            </a:pPr>
            <a:r>
              <a:rPr lang="en-US" sz="140" dirty="0"/>
              <a:t>          </a:t>
            </a:r>
            <a:r>
              <a:rPr lang="en-US" sz="140" dirty="0" err="1"/>
              <a:t>checkoutDetails.products.map</a:t>
            </a:r>
            <a:r>
              <a:rPr lang="en-US" sz="140" dirty="0"/>
              <a:t>((product, index) =&gt; (</a:t>
            </a:r>
          </a:p>
          <a:p>
            <a:pPr marL="0" indent="0">
              <a:buNone/>
            </a:pPr>
            <a:r>
              <a:rPr lang="en-US" sz="140" dirty="0"/>
              <a:t>            &lt;Typography key={index}&gt;</a:t>
            </a:r>
          </a:p>
          <a:p>
            <a:pPr marL="0" indent="0">
              <a:buNone/>
            </a:pPr>
            <a:r>
              <a:rPr lang="en-US" sz="140" dirty="0"/>
              <a:t>              {product.product.name} × {</a:t>
            </a:r>
            <a:r>
              <a:rPr lang="en-US" sz="140" dirty="0" err="1"/>
              <a:t>product.quantity</a:t>
            </a:r>
            <a:r>
              <a:rPr lang="en-US" sz="140" dirty="0"/>
              <a:t>} — $</a:t>
            </a:r>
          </a:p>
          <a:p>
            <a:pPr marL="0" indent="0">
              <a:buNone/>
            </a:pPr>
            <a:r>
              <a:rPr lang="en-US" sz="140" dirty="0"/>
              <a:t>              {</a:t>
            </a:r>
            <a:r>
              <a:rPr lang="en-US" sz="140" dirty="0" err="1"/>
              <a:t>product.product.price</a:t>
            </a:r>
            <a:r>
              <a:rPr lang="en-US" sz="140" dirty="0"/>
              <a:t> * </a:t>
            </a:r>
            <a:r>
              <a:rPr lang="en-US" sz="140" dirty="0" err="1"/>
              <a:t>product.quantity</a:t>
            </a:r>
            <a:r>
              <a:rPr lang="en-US" sz="140" dirty="0"/>
              <a:t>}</a:t>
            </a:r>
          </a:p>
          <a:p>
            <a:pPr marL="0" indent="0">
              <a:buNone/>
            </a:pPr>
            <a:r>
              <a:rPr lang="en-US" sz="140" dirty="0"/>
              <a:t>            &lt;/Typography&gt;</a:t>
            </a:r>
          </a:p>
          <a:p>
            <a:pPr marL="0" indent="0">
              <a:buNone/>
            </a:pPr>
            <a:r>
              <a:rPr lang="en-US" sz="140" dirty="0"/>
              <a:t>          ))</a:t>
            </a:r>
          </a:p>
          <a:p>
            <a:pPr marL="0" indent="0">
              <a:buNone/>
            </a:pPr>
            <a:r>
              <a:rPr lang="en-US" sz="140" dirty="0"/>
              <a:t>        )}</a:t>
            </a:r>
          </a:p>
          <a:p>
            <a:pPr marL="0" indent="0">
              <a:buNone/>
            </a:pPr>
            <a:r>
              <a:rPr lang="en-US" sz="140" dirty="0"/>
              <a:t>        &lt;Divider </a:t>
            </a:r>
            <a:r>
              <a:rPr lang="en-US" sz="140" dirty="0" err="1"/>
              <a:t>sx</a:t>
            </a:r>
            <a:r>
              <a:rPr lang="en-US" sz="140" dirty="0"/>
              <a:t>={{ my: 2 }} /&gt;</a:t>
            </a:r>
          </a:p>
          <a:p>
            <a:pPr marL="0" indent="0">
              <a:buNone/>
            </a:pPr>
            <a:r>
              <a:rPr lang="en-US" sz="140" dirty="0"/>
              <a:t>        &lt;Typography&gt;Total: ${</a:t>
            </a:r>
            <a:r>
              <a:rPr lang="en-US" sz="140" dirty="0" err="1"/>
              <a:t>checkoutDetails.total.toFixed</a:t>
            </a:r>
            <a:r>
              <a:rPr lang="en-US" sz="140" dirty="0"/>
              <a:t>(2)}&lt;/Typography&gt;</a:t>
            </a:r>
          </a:p>
          <a:p>
            <a:pPr marL="0" indent="0">
              <a:buNone/>
            </a:pPr>
            <a:r>
              <a:rPr lang="en-US" sz="140" dirty="0"/>
              <a:t>        {discount &gt; 0 &amp;&amp; (</a:t>
            </a:r>
          </a:p>
          <a:p>
            <a:pPr marL="0" indent="0">
              <a:buNone/>
            </a:pPr>
            <a:r>
              <a:rPr lang="en-US" sz="140" dirty="0"/>
              <a:t>          &lt;Typography color="</a:t>
            </a:r>
            <a:r>
              <a:rPr lang="en-US" sz="140" dirty="0" err="1"/>
              <a:t>success.main</a:t>
            </a:r>
            <a:r>
              <a:rPr lang="en-US" sz="140" dirty="0"/>
              <a:t>"&gt;</a:t>
            </a:r>
          </a:p>
          <a:p>
            <a:pPr marL="0" indent="0">
              <a:buNone/>
            </a:pPr>
            <a:r>
              <a:rPr lang="en-US" sz="140" dirty="0"/>
              <a:t>            Discount: -${</a:t>
            </a:r>
            <a:r>
              <a:rPr lang="en-US" sz="140" dirty="0" err="1"/>
              <a:t>discount.toFixed</a:t>
            </a:r>
            <a:r>
              <a:rPr lang="en-US" sz="140" dirty="0"/>
              <a:t>(2)}</a:t>
            </a:r>
          </a:p>
          <a:p>
            <a:pPr marL="0" indent="0">
              <a:buNone/>
            </a:pPr>
            <a:r>
              <a:rPr lang="en-US" sz="140" dirty="0"/>
              <a:t>          &lt;/Typography&gt;</a:t>
            </a:r>
          </a:p>
          <a:p>
            <a:pPr marL="0" indent="0">
              <a:buNone/>
            </a:pPr>
            <a:r>
              <a:rPr lang="en-US" sz="140" dirty="0"/>
              <a:t>        )}</a:t>
            </a:r>
          </a:p>
          <a:p>
            <a:pPr marL="0" indent="0">
              <a:buNone/>
            </a:pPr>
            <a:r>
              <a:rPr lang="en-US" sz="140" dirty="0"/>
              <a:t>        &lt;Typography variant="h6"&gt;</a:t>
            </a:r>
          </a:p>
          <a:p>
            <a:pPr marL="0" indent="0">
              <a:buNone/>
            </a:pPr>
            <a:r>
              <a:rPr lang="en-US" sz="140" dirty="0"/>
              <a:t>          Final Total: ${</a:t>
            </a:r>
            <a:r>
              <a:rPr lang="en-US" sz="140" dirty="0" err="1"/>
              <a:t>finalTotal.toFixed</a:t>
            </a:r>
            <a:r>
              <a:rPr lang="en-US" sz="140" dirty="0"/>
              <a:t>(2)}</a:t>
            </a:r>
          </a:p>
          <a:p>
            <a:pPr marL="0" indent="0">
              <a:buNone/>
            </a:pPr>
            <a:r>
              <a:rPr lang="en-US" sz="140" dirty="0"/>
              <a:t>        &lt;/Typography&gt;</a:t>
            </a:r>
          </a:p>
          <a:p>
            <a:pPr marL="0" indent="0">
              <a:buNone/>
            </a:pPr>
            <a:r>
              <a:rPr lang="en-US" sz="140" dirty="0"/>
              <a:t>      &lt;/Box&gt;</a:t>
            </a:r>
          </a:p>
          <a:p>
            <a:pPr marL="0" indent="0">
              <a:buNone/>
            </a:pPr>
            <a:br>
              <a:rPr lang="en-US" sz="140" dirty="0"/>
            </a:br>
            <a:endParaRPr lang="en-US" sz="140" dirty="0"/>
          </a:p>
          <a:p>
            <a:pPr marL="0" indent="0">
              <a:buNone/>
            </a:pPr>
            <a:r>
              <a:rPr lang="en-US" sz="140" dirty="0"/>
              <a:t>      {/* Coupon */}</a:t>
            </a:r>
          </a:p>
          <a:p>
            <a:pPr marL="0" indent="0">
              <a:buNone/>
            </a:pPr>
            <a:r>
              <a:rPr lang="en-US" sz="140" dirty="0"/>
              <a:t>      &lt;Box </a:t>
            </a:r>
            <a:r>
              <a:rPr lang="en-US" sz="140" dirty="0" err="1"/>
              <a:t>sx</a:t>
            </a:r>
            <a:r>
              <a:rPr lang="en-US" sz="140" dirty="0"/>
              <a:t>={{ mb: 3 }}&gt;</a:t>
            </a:r>
          </a:p>
          <a:p>
            <a:pPr marL="0" indent="0">
              <a:buNone/>
            </a:pPr>
            <a:r>
              <a:rPr lang="en-US" sz="140" dirty="0"/>
              <a:t>        &lt;</a:t>
            </a:r>
            <a:r>
              <a:rPr lang="en-US" sz="140" dirty="0" err="1"/>
              <a:t>TextField</a:t>
            </a:r>
            <a:endParaRPr lang="en-US" sz="140" dirty="0"/>
          </a:p>
          <a:p>
            <a:pPr marL="0" indent="0">
              <a:buNone/>
            </a:pPr>
            <a:r>
              <a:rPr lang="en-US" sz="140" dirty="0"/>
              <a:t>          label="Coupon Code"</a:t>
            </a:r>
          </a:p>
          <a:p>
            <a:pPr marL="0" indent="0">
              <a:buNone/>
            </a:pPr>
            <a:r>
              <a:rPr lang="en-US" sz="140" dirty="0"/>
              <a:t>          value={</a:t>
            </a:r>
            <a:r>
              <a:rPr lang="en-US" sz="140" dirty="0" err="1"/>
              <a:t>couponCode</a:t>
            </a:r>
            <a:r>
              <a:rPr lang="en-US" sz="140" dirty="0"/>
              <a:t>}</a:t>
            </a:r>
          </a:p>
          <a:p>
            <a:pPr marL="0" indent="0">
              <a:buNone/>
            </a:pPr>
            <a:r>
              <a:rPr lang="en-US" sz="140" dirty="0"/>
              <a:t>          </a:t>
            </a:r>
            <a:r>
              <a:rPr lang="en-US" sz="140" dirty="0" err="1"/>
              <a:t>onChange</a:t>
            </a:r>
            <a:r>
              <a:rPr lang="en-US" sz="140" dirty="0"/>
              <a:t>={(e) =&gt; </a:t>
            </a:r>
            <a:r>
              <a:rPr lang="en-US" sz="140" dirty="0" err="1"/>
              <a:t>setCouponCode</a:t>
            </a:r>
            <a:r>
              <a:rPr lang="en-US" sz="140" dirty="0"/>
              <a:t>(</a:t>
            </a:r>
            <a:r>
              <a:rPr lang="en-US" sz="140" dirty="0" err="1"/>
              <a:t>e.target.value</a:t>
            </a:r>
            <a:r>
              <a:rPr lang="en-US" sz="140" dirty="0"/>
              <a:t>)}</a:t>
            </a:r>
          </a:p>
          <a:p>
            <a:pPr marL="0" indent="0">
              <a:buNone/>
            </a:pPr>
            <a:r>
              <a:rPr lang="en-US" sz="140" dirty="0"/>
              <a:t>          </a:t>
            </a:r>
            <a:r>
              <a:rPr lang="en-US" sz="140" dirty="0" err="1"/>
              <a:t>fullWidth</a:t>
            </a:r>
            <a:endParaRPr lang="en-US" sz="140" dirty="0"/>
          </a:p>
          <a:p>
            <a:pPr marL="0" indent="0">
              <a:buNone/>
            </a:pPr>
            <a:r>
              <a:rPr lang="en-US" sz="140" dirty="0"/>
              <a:t>          </a:t>
            </a:r>
            <a:r>
              <a:rPr lang="en-US" sz="140" dirty="0" err="1"/>
              <a:t>sx</a:t>
            </a:r>
            <a:r>
              <a:rPr lang="en-US" sz="140" dirty="0"/>
              <a:t>={{ mb: 1 }}</a:t>
            </a:r>
          </a:p>
          <a:p>
            <a:pPr marL="0" indent="0">
              <a:buNone/>
            </a:pPr>
            <a:r>
              <a:rPr lang="en-US" sz="140" dirty="0"/>
              <a:t>        /&gt;</a:t>
            </a:r>
          </a:p>
          <a:p>
            <a:pPr marL="0" indent="0">
              <a:buNone/>
            </a:pPr>
            <a:r>
              <a:rPr lang="en-US" sz="140" dirty="0"/>
              <a:t>        &lt;Button </a:t>
            </a:r>
            <a:r>
              <a:rPr lang="en-US" sz="140" dirty="0" err="1"/>
              <a:t>onClick</a:t>
            </a:r>
            <a:r>
              <a:rPr lang="en-US" sz="140" dirty="0"/>
              <a:t>={</a:t>
            </a:r>
            <a:r>
              <a:rPr lang="en-US" sz="140" dirty="0" err="1"/>
              <a:t>handleCouponApply</a:t>
            </a:r>
            <a:r>
              <a:rPr lang="en-US" sz="140" dirty="0"/>
              <a:t>} variant="outlined"&gt;</a:t>
            </a:r>
          </a:p>
          <a:p>
            <a:pPr marL="0" indent="0">
              <a:buNone/>
            </a:pPr>
            <a:r>
              <a:rPr lang="en-US" sz="140" dirty="0"/>
              <a:t>          Apply Coupon</a:t>
            </a:r>
          </a:p>
          <a:p>
            <a:pPr marL="0" indent="0">
              <a:buNone/>
            </a:pPr>
            <a:r>
              <a:rPr lang="en-US" sz="140" dirty="0"/>
              <a:t>        &lt;/Button&gt;</a:t>
            </a:r>
          </a:p>
          <a:p>
            <a:pPr marL="0" indent="0">
              <a:buNone/>
            </a:pPr>
            <a:r>
              <a:rPr lang="en-US" sz="140" dirty="0"/>
              <a:t>      &lt;/Box&gt;</a:t>
            </a:r>
          </a:p>
          <a:p>
            <a:pPr marL="0" indent="0">
              <a:buNone/>
            </a:pPr>
            <a:br>
              <a:rPr lang="en-US" sz="140" dirty="0"/>
            </a:br>
            <a:endParaRPr lang="en-US" sz="140" dirty="0"/>
          </a:p>
          <a:p>
            <a:pPr marL="0" indent="0">
              <a:buNone/>
            </a:pPr>
            <a:r>
              <a:rPr lang="en-US" sz="140" dirty="0"/>
              <a:t>      {/* Shipping Address */}</a:t>
            </a:r>
          </a:p>
          <a:p>
            <a:pPr marL="0" indent="0">
              <a:buNone/>
            </a:pPr>
            <a:r>
              <a:rPr lang="en-US" sz="140" dirty="0"/>
              <a:t>      &lt;Typography variant="h6" </a:t>
            </a:r>
            <a:r>
              <a:rPr lang="en-US" sz="140" dirty="0" err="1"/>
              <a:t>gutterBottom</a:t>
            </a:r>
            <a:r>
              <a:rPr lang="en-US" sz="140" dirty="0"/>
              <a:t>&gt;</a:t>
            </a:r>
          </a:p>
          <a:p>
            <a:pPr marL="0" indent="0">
              <a:buNone/>
            </a:pPr>
            <a:r>
              <a:rPr lang="en-US" sz="140" dirty="0"/>
              <a:t>        Shipping Address</a:t>
            </a:r>
          </a:p>
          <a:p>
            <a:pPr marL="0" indent="0">
              <a:buNone/>
            </a:pPr>
            <a:r>
              <a:rPr lang="en-US" sz="140" dirty="0"/>
              <a:t>      &lt;/Typography&gt;</a:t>
            </a:r>
          </a:p>
          <a:p>
            <a:pPr marL="0" indent="0">
              <a:buNone/>
            </a:pPr>
            <a:r>
              <a:rPr lang="en-US" sz="140" dirty="0"/>
              <a:t>      &lt;Box </a:t>
            </a:r>
            <a:r>
              <a:rPr lang="en-US" sz="140" dirty="0" err="1"/>
              <a:t>sx</a:t>
            </a:r>
            <a:r>
              <a:rPr lang="en-US" sz="140" dirty="0"/>
              <a:t>={{ mb: 3 }}&gt;</a:t>
            </a:r>
          </a:p>
          <a:p>
            <a:pPr marL="0" indent="0">
              <a:buNone/>
            </a:pPr>
            <a:r>
              <a:rPr lang="en-US" sz="140" dirty="0"/>
              <a:t>        {["name", "email", "address", "city", "</a:t>
            </a:r>
            <a:r>
              <a:rPr lang="en-US" sz="140" dirty="0" err="1"/>
              <a:t>postalCode</a:t>
            </a:r>
            <a:r>
              <a:rPr lang="en-US" sz="140" dirty="0"/>
              <a:t>", "country"].map(</a:t>
            </a:r>
          </a:p>
          <a:p>
            <a:pPr marL="0" indent="0">
              <a:buNone/>
            </a:pPr>
            <a:r>
              <a:rPr lang="en-US" sz="140" dirty="0"/>
              <a:t>          (field) =&gt; (</a:t>
            </a:r>
          </a:p>
          <a:p>
            <a:pPr marL="0" indent="0">
              <a:buNone/>
            </a:pPr>
            <a:r>
              <a:rPr lang="en-US" sz="140" dirty="0"/>
              <a:t>            &lt;</a:t>
            </a:r>
            <a:r>
              <a:rPr lang="en-US" sz="140" dirty="0" err="1"/>
              <a:t>TextField</a:t>
            </a:r>
            <a:endParaRPr lang="en-US" sz="140" dirty="0"/>
          </a:p>
          <a:p>
            <a:pPr marL="0" indent="0">
              <a:buNone/>
            </a:pPr>
            <a:r>
              <a:rPr lang="en-US" sz="140" dirty="0"/>
              <a:t>              key={field}</a:t>
            </a:r>
          </a:p>
          <a:p>
            <a:pPr marL="0" indent="0">
              <a:buNone/>
            </a:pPr>
            <a:r>
              <a:rPr lang="en-US" sz="140" dirty="0"/>
              <a:t>              type={field === "email" ? "email" : "text"} // ✅ ensures email input</a:t>
            </a:r>
          </a:p>
          <a:p>
            <a:pPr marL="0" indent="0">
              <a:buNone/>
            </a:pPr>
            <a:r>
              <a:rPr lang="en-US" sz="140" dirty="0"/>
              <a:t>              label={</a:t>
            </a:r>
            <a:r>
              <a:rPr lang="en-US" sz="140" dirty="0" err="1"/>
              <a:t>field.charAt</a:t>
            </a:r>
            <a:r>
              <a:rPr lang="en-US" sz="140" dirty="0"/>
              <a:t>(0).</a:t>
            </a:r>
            <a:r>
              <a:rPr lang="en-US" sz="140" dirty="0" err="1"/>
              <a:t>toUpperCase</a:t>
            </a:r>
            <a:r>
              <a:rPr lang="en-US" sz="140" dirty="0"/>
              <a:t>() + </a:t>
            </a:r>
            <a:r>
              <a:rPr lang="en-US" sz="140" dirty="0" err="1"/>
              <a:t>field.slice</a:t>
            </a:r>
            <a:r>
              <a:rPr lang="en-US" sz="140" dirty="0"/>
              <a:t>(1)}</a:t>
            </a:r>
          </a:p>
          <a:p>
            <a:pPr marL="0" indent="0">
              <a:buNone/>
            </a:pPr>
            <a:r>
              <a:rPr lang="en-US" sz="140" dirty="0"/>
              <a:t>              value={shipping[field]}</a:t>
            </a:r>
          </a:p>
          <a:p>
            <a:pPr marL="0" indent="0">
              <a:buNone/>
            </a:pPr>
            <a:r>
              <a:rPr lang="en-US" sz="140" dirty="0"/>
              <a:t>              </a:t>
            </a:r>
            <a:r>
              <a:rPr lang="en-US" sz="140" dirty="0" err="1"/>
              <a:t>onChange</a:t>
            </a:r>
            <a:r>
              <a:rPr lang="en-US" sz="140" dirty="0"/>
              <a:t>={(e) =&gt;</a:t>
            </a:r>
          </a:p>
          <a:p>
            <a:pPr marL="0" indent="0">
              <a:buNone/>
            </a:pPr>
            <a:r>
              <a:rPr lang="en-US" sz="140" dirty="0"/>
              <a:t>                </a:t>
            </a:r>
            <a:r>
              <a:rPr lang="en-US" sz="140" dirty="0" err="1"/>
              <a:t>setShipping</a:t>
            </a:r>
            <a:r>
              <a:rPr lang="en-US" sz="140" dirty="0"/>
              <a:t>({ ...shipping, [field]: </a:t>
            </a:r>
            <a:r>
              <a:rPr lang="en-US" sz="140" dirty="0" err="1"/>
              <a:t>e.target.value</a:t>
            </a:r>
            <a:r>
              <a:rPr lang="en-US" sz="140" dirty="0"/>
              <a:t> })</a:t>
            </a:r>
          </a:p>
          <a:p>
            <a:pPr marL="0" indent="0">
              <a:buNone/>
            </a:pPr>
            <a:r>
              <a:rPr lang="en-US" sz="140" dirty="0"/>
              <a:t>              }</a:t>
            </a:r>
          </a:p>
          <a:p>
            <a:pPr marL="0" indent="0">
              <a:buNone/>
            </a:pPr>
            <a:r>
              <a:rPr lang="en-US" sz="140" dirty="0"/>
              <a:t>              </a:t>
            </a:r>
            <a:r>
              <a:rPr lang="en-US" sz="140" dirty="0" err="1"/>
              <a:t>fullWidth</a:t>
            </a:r>
            <a:endParaRPr lang="en-US" sz="140" dirty="0"/>
          </a:p>
          <a:p>
            <a:pPr marL="0" indent="0">
              <a:buNone/>
            </a:pPr>
            <a:r>
              <a:rPr lang="en-US" sz="140" dirty="0"/>
              <a:t>              </a:t>
            </a:r>
            <a:r>
              <a:rPr lang="en-US" sz="140" dirty="0" err="1"/>
              <a:t>sx</a:t>
            </a:r>
            <a:r>
              <a:rPr lang="en-US" sz="140" dirty="0"/>
              <a:t>={{ mb: 2 }}</a:t>
            </a:r>
          </a:p>
          <a:p>
            <a:pPr marL="0" indent="0">
              <a:buNone/>
            </a:pPr>
            <a:r>
              <a:rPr lang="en-US" sz="140" dirty="0"/>
              <a:t>            /&gt;</a:t>
            </a:r>
          </a:p>
          <a:p>
            <a:pPr marL="0" indent="0">
              <a:buNone/>
            </a:pPr>
            <a:r>
              <a:rPr lang="en-US" sz="140" dirty="0"/>
              <a:t>          )</a:t>
            </a:r>
          </a:p>
          <a:p>
            <a:pPr marL="0" indent="0">
              <a:buNone/>
            </a:pPr>
            <a:r>
              <a:rPr lang="en-US" sz="140" dirty="0"/>
              <a:t>        )}</a:t>
            </a:r>
          </a:p>
          <a:p>
            <a:pPr marL="0" indent="0">
              <a:buNone/>
            </a:pPr>
            <a:r>
              <a:rPr lang="en-US" sz="140" dirty="0"/>
              <a:t>      &lt;/Box&gt;</a:t>
            </a:r>
          </a:p>
          <a:p>
            <a:pPr marL="0" indent="0">
              <a:buNone/>
            </a:pPr>
            <a:br>
              <a:rPr lang="en-US" sz="140" dirty="0"/>
            </a:br>
            <a:endParaRPr lang="en-US" sz="140" dirty="0"/>
          </a:p>
          <a:p>
            <a:pPr marL="0" indent="0">
              <a:buNone/>
            </a:pPr>
            <a:r>
              <a:rPr lang="en-US" sz="140" dirty="0"/>
              <a:t>      {/* Billing Address */}</a:t>
            </a:r>
          </a:p>
          <a:p>
            <a:pPr marL="0" indent="0">
              <a:buNone/>
            </a:pPr>
            <a:r>
              <a:rPr lang="en-US" sz="140" dirty="0"/>
              <a:t>      &lt;</a:t>
            </a:r>
            <a:r>
              <a:rPr lang="en-US" sz="140" dirty="0" err="1"/>
              <a:t>FormControlLabel</a:t>
            </a:r>
            <a:endParaRPr lang="en-US" sz="140" dirty="0"/>
          </a:p>
          <a:p>
            <a:pPr marL="0" indent="0">
              <a:buNone/>
            </a:pPr>
            <a:r>
              <a:rPr lang="en-US" sz="140" dirty="0"/>
              <a:t>        control={</a:t>
            </a:r>
          </a:p>
          <a:p>
            <a:pPr marL="0" indent="0">
              <a:buNone/>
            </a:pPr>
            <a:r>
              <a:rPr lang="en-US" sz="140" dirty="0"/>
              <a:t>          &lt;Checkbox</a:t>
            </a:r>
          </a:p>
          <a:p>
            <a:pPr marL="0" indent="0">
              <a:buNone/>
            </a:pPr>
            <a:r>
              <a:rPr lang="en-US" sz="140" dirty="0"/>
              <a:t>            checked={</a:t>
            </a:r>
            <a:r>
              <a:rPr lang="en-US" sz="140" dirty="0" err="1"/>
              <a:t>billingSameAsShipping</a:t>
            </a:r>
            <a:r>
              <a:rPr lang="en-US" sz="140" dirty="0"/>
              <a:t>}</a:t>
            </a:r>
          </a:p>
          <a:p>
            <a:pPr marL="0" indent="0">
              <a:buNone/>
            </a:pPr>
            <a:r>
              <a:rPr lang="en-US" sz="140" dirty="0"/>
              <a:t>            </a:t>
            </a:r>
            <a:r>
              <a:rPr lang="en-US" sz="140" dirty="0" err="1"/>
              <a:t>onChange</a:t>
            </a:r>
            <a:r>
              <a:rPr lang="en-US" sz="140" dirty="0"/>
              <a:t>={(e) =&gt; </a:t>
            </a:r>
            <a:r>
              <a:rPr lang="en-US" sz="140" dirty="0" err="1"/>
              <a:t>setBillingSameAsShipping</a:t>
            </a:r>
            <a:r>
              <a:rPr lang="en-US" sz="140" dirty="0"/>
              <a:t>(</a:t>
            </a:r>
            <a:r>
              <a:rPr lang="en-US" sz="140" dirty="0" err="1"/>
              <a:t>e.target.checked</a:t>
            </a:r>
            <a:r>
              <a:rPr lang="en-US" sz="140" dirty="0"/>
              <a:t>)}</a:t>
            </a:r>
          </a:p>
          <a:p>
            <a:pPr marL="0" indent="0">
              <a:buNone/>
            </a:pPr>
            <a:r>
              <a:rPr lang="en-US" sz="140" dirty="0"/>
              <a:t>          /&gt;</a:t>
            </a:r>
          </a:p>
          <a:p>
            <a:pPr marL="0" indent="0">
              <a:buNone/>
            </a:pPr>
            <a:r>
              <a:rPr lang="en-US" sz="140" dirty="0"/>
              <a:t>        }</a:t>
            </a:r>
          </a:p>
          <a:p>
            <a:pPr marL="0" indent="0">
              <a:buNone/>
            </a:pPr>
            <a:r>
              <a:rPr lang="en-US" sz="140" dirty="0"/>
              <a:t>        label="Billing address is the same as shipping"</a:t>
            </a:r>
          </a:p>
          <a:p>
            <a:pPr marL="0" indent="0">
              <a:buNone/>
            </a:pPr>
            <a:r>
              <a:rPr lang="en-US" sz="140" dirty="0"/>
              <a:t>      /&gt;</a:t>
            </a:r>
          </a:p>
          <a:p>
            <a:pPr marL="0" indent="0">
              <a:buNone/>
            </a:pPr>
            <a:r>
              <a:rPr lang="en-US" sz="140" dirty="0"/>
              <a:t>      {!</a:t>
            </a:r>
            <a:r>
              <a:rPr lang="en-US" sz="140" dirty="0" err="1"/>
              <a:t>billingSameAsShipping</a:t>
            </a:r>
            <a:r>
              <a:rPr lang="en-US" sz="140" dirty="0"/>
              <a:t> &amp;&amp; (</a:t>
            </a:r>
          </a:p>
          <a:p>
            <a:pPr marL="0" indent="0">
              <a:buNone/>
            </a:pPr>
            <a:r>
              <a:rPr lang="en-US" sz="140" dirty="0"/>
              <a:t>        &lt;&gt;</a:t>
            </a:r>
          </a:p>
          <a:p>
            <a:pPr marL="0" indent="0">
              <a:buNone/>
            </a:pPr>
            <a:r>
              <a:rPr lang="en-US" sz="140" dirty="0"/>
              <a:t>          &lt;Typography variant="h6" </a:t>
            </a:r>
            <a:r>
              <a:rPr lang="en-US" sz="140" dirty="0" err="1"/>
              <a:t>gutterBottom</a:t>
            </a:r>
            <a:r>
              <a:rPr lang="en-US" sz="140" dirty="0"/>
              <a:t> </a:t>
            </a:r>
            <a:r>
              <a:rPr lang="en-US" sz="140" dirty="0" err="1"/>
              <a:t>sx</a:t>
            </a:r>
            <a:r>
              <a:rPr lang="en-US" sz="140" dirty="0"/>
              <a:t>={{ mt: 2 }}&gt;</a:t>
            </a:r>
          </a:p>
          <a:p>
            <a:pPr marL="0" indent="0">
              <a:buNone/>
            </a:pPr>
            <a:r>
              <a:rPr lang="en-US" sz="140" dirty="0"/>
              <a:t>            Billing Address</a:t>
            </a:r>
          </a:p>
          <a:p>
            <a:pPr marL="0" indent="0">
              <a:buNone/>
            </a:pPr>
            <a:r>
              <a:rPr lang="en-US" sz="140" dirty="0"/>
              <a:t>          &lt;/Typography&gt;</a:t>
            </a:r>
          </a:p>
          <a:p>
            <a:pPr marL="0" indent="0">
              <a:buNone/>
            </a:pPr>
            <a:r>
              <a:rPr lang="en-US" sz="140" dirty="0"/>
              <a:t>          &lt;Box </a:t>
            </a:r>
            <a:r>
              <a:rPr lang="en-US" sz="140" dirty="0" err="1"/>
              <a:t>sx</a:t>
            </a:r>
            <a:r>
              <a:rPr lang="en-US" sz="140" dirty="0"/>
              <a:t>={{ mb: 3 }}&gt;</a:t>
            </a:r>
          </a:p>
          <a:p>
            <a:pPr marL="0" indent="0">
              <a:buNone/>
            </a:pPr>
            <a:r>
              <a:rPr lang="en-US" sz="140" dirty="0"/>
              <a:t>            {["name", "address", "city", "</a:t>
            </a:r>
            <a:r>
              <a:rPr lang="en-US" sz="140" dirty="0" err="1"/>
              <a:t>postalCode</a:t>
            </a:r>
            <a:r>
              <a:rPr lang="en-US" sz="140" dirty="0"/>
              <a:t>", "country"].map(</a:t>
            </a:r>
          </a:p>
          <a:p>
            <a:pPr marL="0" indent="0">
              <a:buNone/>
            </a:pPr>
            <a:r>
              <a:rPr lang="en-US" sz="140" dirty="0"/>
              <a:t>              (field) =&gt; (</a:t>
            </a:r>
          </a:p>
          <a:p>
            <a:pPr marL="0" indent="0">
              <a:buNone/>
            </a:pPr>
            <a:r>
              <a:rPr lang="en-US" sz="140" dirty="0"/>
              <a:t>                &lt;</a:t>
            </a:r>
            <a:r>
              <a:rPr lang="en-US" sz="140" dirty="0" err="1"/>
              <a:t>TextField</a:t>
            </a:r>
            <a:endParaRPr lang="en-US" sz="140" dirty="0"/>
          </a:p>
          <a:p>
            <a:pPr marL="0" indent="0">
              <a:buNone/>
            </a:pPr>
            <a:r>
              <a:rPr lang="en-US" sz="140" dirty="0"/>
              <a:t>                  key={field}</a:t>
            </a:r>
          </a:p>
          <a:p>
            <a:pPr marL="0" indent="0">
              <a:buNone/>
            </a:pPr>
            <a:r>
              <a:rPr lang="en-US" sz="140" dirty="0"/>
              <a:t>                  label={</a:t>
            </a:r>
            <a:r>
              <a:rPr lang="en-US" sz="140" dirty="0" err="1"/>
              <a:t>field.charAt</a:t>
            </a:r>
            <a:r>
              <a:rPr lang="en-US" sz="140" dirty="0"/>
              <a:t>(0).</a:t>
            </a:r>
            <a:r>
              <a:rPr lang="en-US" sz="140" dirty="0" err="1"/>
              <a:t>toUpperCase</a:t>
            </a:r>
            <a:r>
              <a:rPr lang="en-US" sz="140" dirty="0"/>
              <a:t>() + </a:t>
            </a:r>
            <a:r>
              <a:rPr lang="en-US" sz="140" dirty="0" err="1"/>
              <a:t>field.slice</a:t>
            </a:r>
            <a:r>
              <a:rPr lang="en-US" sz="140" dirty="0"/>
              <a:t>(1)}</a:t>
            </a:r>
          </a:p>
          <a:p>
            <a:pPr marL="0" indent="0">
              <a:buNone/>
            </a:pPr>
            <a:r>
              <a:rPr lang="en-US" sz="140" dirty="0"/>
              <a:t>                  value={billing[field]}</a:t>
            </a:r>
          </a:p>
          <a:p>
            <a:pPr marL="0" indent="0">
              <a:buNone/>
            </a:pPr>
            <a:r>
              <a:rPr lang="en-US" sz="140" dirty="0"/>
              <a:t>                  </a:t>
            </a:r>
            <a:r>
              <a:rPr lang="en-US" sz="140" dirty="0" err="1"/>
              <a:t>onChange</a:t>
            </a:r>
            <a:r>
              <a:rPr lang="en-US" sz="140" dirty="0"/>
              <a:t>={(e) =&gt;</a:t>
            </a:r>
          </a:p>
          <a:p>
            <a:pPr marL="0" indent="0">
              <a:buNone/>
            </a:pPr>
            <a:r>
              <a:rPr lang="en-US" sz="140" dirty="0"/>
              <a:t>                    </a:t>
            </a:r>
            <a:r>
              <a:rPr lang="en-US" sz="140" dirty="0" err="1"/>
              <a:t>setBilling</a:t>
            </a:r>
            <a:r>
              <a:rPr lang="en-US" sz="140" dirty="0"/>
              <a:t>({ ...billing, [field]: </a:t>
            </a:r>
            <a:r>
              <a:rPr lang="en-US" sz="140" dirty="0" err="1"/>
              <a:t>e.target.value</a:t>
            </a:r>
            <a:r>
              <a:rPr lang="en-US" sz="140" dirty="0"/>
              <a:t> })</a:t>
            </a:r>
          </a:p>
          <a:p>
            <a:pPr marL="0" indent="0">
              <a:buNone/>
            </a:pPr>
            <a:r>
              <a:rPr lang="en-US" sz="140" dirty="0"/>
              <a:t>                  }</a:t>
            </a:r>
          </a:p>
          <a:p>
            <a:pPr marL="0" indent="0">
              <a:buNone/>
            </a:pPr>
            <a:r>
              <a:rPr lang="en-US" sz="140" dirty="0"/>
              <a:t>                  </a:t>
            </a:r>
            <a:r>
              <a:rPr lang="en-US" sz="140" dirty="0" err="1"/>
              <a:t>fullWidth</a:t>
            </a:r>
            <a:endParaRPr lang="en-US" sz="140" dirty="0"/>
          </a:p>
          <a:p>
            <a:pPr marL="0" indent="0">
              <a:buNone/>
            </a:pPr>
            <a:r>
              <a:rPr lang="en-US" sz="140" dirty="0"/>
              <a:t>                  </a:t>
            </a:r>
            <a:r>
              <a:rPr lang="en-US" sz="140" dirty="0" err="1"/>
              <a:t>sx</a:t>
            </a:r>
            <a:r>
              <a:rPr lang="en-US" sz="140" dirty="0"/>
              <a:t>={{ mb: 2 }}</a:t>
            </a:r>
          </a:p>
          <a:p>
            <a:pPr marL="0" indent="0">
              <a:buNone/>
            </a:pPr>
            <a:r>
              <a:rPr lang="en-US" sz="140" dirty="0"/>
              <a:t>                /&gt;</a:t>
            </a:r>
          </a:p>
          <a:p>
            <a:pPr marL="0" indent="0">
              <a:buNone/>
            </a:pPr>
            <a:r>
              <a:rPr lang="en-US" sz="140" dirty="0"/>
              <a:t>              )</a:t>
            </a:r>
          </a:p>
          <a:p>
            <a:pPr marL="0" indent="0">
              <a:buNone/>
            </a:pPr>
            <a:r>
              <a:rPr lang="en-US" sz="140" dirty="0"/>
              <a:t>            )}</a:t>
            </a:r>
          </a:p>
          <a:p>
            <a:pPr marL="0" indent="0">
              <a:buNone/>
            </a:pPr>
            <a:r>
              <a:rPr lang="en-US" sz="140" dirty="0"/>
              <a:t>          &lt;/Box&gt;</a:t>
            </a:r>
          </a:p>
          <a:p>
            <a:pPr marL="0" indent="0">
              <a:buNone/>
            </a:pPr>
            <a:r>
              <a:rPr lang="en-US" sz="140" dirty="0"/>
              <a:t>        &lt;/&gt;</a:t>
            </a:r>
          </a:p>
          <a:p>
            <a:pPr marL="0" indent="0">
              <a:buNone/>
            </a:pPr>
            <a:r>
              <a:rPr lang="en-US" sz="140" dirty="0"/>
              <a:t>      )}</a:t>
            </a:r>
          </a:p>
          <a:p>
            <a:pPr marL="0" indent="0">
              <a:buNone/>
            </a:pPr>
            <a:r>
              <a:rPr lang="en-US" sz="140" dirty="0"/>
              <a:t>     </a:t>
            </a:r>
          </a:p>
          <a:p>
            <a:pPr marL="0" indent="0">
              <a:buNone/>
            </a:pPr>
            <a:r>
              <a:rPr lang="en-US" sz="140" dirty="0"/>
              <a:t>          </a:t>
            </a:r>
          </a:p>
          <a:p>
            <a:pPr marL="0" indent="0">
              <a:buNone/>
            </a:pPr>
            <a:r>
              <a:rPr lang="en-US" sz="140" dirty="0"/>
              <a:t>        </a:t>
            </a:r>
          </a:p>
          <a:p>
            <a:pPr marL="0" indent="0">
              <a:buNone/>
            </a:pPr>
            <a:r>
              <a:rPr lang="en-US" sz="140" dirty="0"/>
              <a:t>      </a:t>
            </a:r>
          </a:p>
          <a:p>
            <a:pPr marL="0" indent="0">
              <a:buNone/>
            </a:pPr>
            <a:r>
              <a:rPr lang="en-US" sz="140" dirty="0"/>
              <a:t>      &lt;Link to="/</a:t>
            </a:r>
            <a:r>
              <a:rPr lang="en-US" sz="140" dirty="0" err="1"/>
              <a:t>placeOrder</a:t>
            </a:r>
            <a:r>
              <a:rPr lang="en-US" sz="140" dirty="0"/>
              <a:t>" style={{ </a:t>
            </a:r>
            <a:r>
              <a:rPr lang="en-US" sz="140" dirty="0" err="1"/>
              <a:t>textDecoration</a:t>
            </a:r>
            <a:r>
              <a:rPr lang="en-US" sz="140" dirty="0"/>
              <a:t>: "none" }}&gt;</a:t>
            </a:r>
          </a:p>
          <a:p>
            <a:pPr marL="0" indent="0">
              <a:buNone/>
            </a:pPr>
            <a:r>
              <a:rPr lang="en-US" sz="140" dirty="0"/>
              <a:t>        &lt;Button color="secondary" variant="contained" </a:t>
            </a:r>
            <a:r>
              <a:rPr lang="en-US" sz="140" dirty="0" err="1"/>
              <a:t>onClick</a:t>
            </a:r>
            <a:r>
              <a:rPr lang="en-US" sz="140" dirty="0"/>
              <a:t>={"/</a:t>
            </a:r>
            <a:r>
              <a:rPr lang="en-US" sz="140" dirty="0" err="1"/>
              <a:t>placeOrder</a:t>
            </a:r>
            <a:r>
              <a:rPr lang="en-US" sz="140" dirty="0"/>
              <a:t>"}&gt;</a:t>
            </a:r>
          </a:p>
          <a:p>
            <a:pPr marL="0" indent="0">
              <a:buNone/>
            </a:pPr>
            <a:r>
              <a:rPr lang="en-US" sz="140" dirty="0"/>
              <a:t>          </a:t>
            </a:r>
            <a:r>
              <a:rPr lang="en-US" sz="140" dirty="0" err="1"/>
              <a:t>placeOrder</a:t>
            </a:r>
            <a:endParaRPr lang="en-US" sz="140" dirty="0"/>
          </a:p>
          <a:p>
            <a:pPr marL="0" indent="0">
              <a:buNone/>
            </a:pPr>
            <a:r>
              <a:rPr lang="en-US" sz="140" dirty="0"/>
              <a:t>        &lt;/Button&gt;</a:t>
            </a:r>
          </a:p>
          <a:p>
            <a:pPr marL="0" indent="0">
              <a:buNone/>
            </a:pPr>
            <a:r>
              <a:rPr lang="en-US" sz="140" dirty="0"/>
              <a:t>          &lt;/Link&gt;</a:t>
            </a:r>
          </a:p>
          <a:p>
            <a:pPr marL="0" indent="0">
              <a:buNone/>
            </a:pPr>
            <a:r>
              <a:rPr lang="en-US" sz="140" dirty="0"/>
              <a:t>          </a:t>
            </a:r>
          </a:p>
          <a:p>
            <a:pPr marL="0" indent="0">
              <a:buNone/>
            </a:pPr>
            <a:r>
              <a:rPr lang="en-US" sz="140" dirty="0"/>
              <a:t>    &lt;/Paper&gt;</a:t>
            </a:r>
          </a:p>
          <a:p>
            <a:pPr marL="0" indent="0">
              <a:buNone/>
            </a:pPr>
            <a:r>
              <a:rPr lang="en-US" sz="140" dirty="0"/>
              <a:t>  );</a:t>
            </a:r>
          </a:p>
          <a:p>
            <a:pPr marL="0" indent="0">
              <a:buNone/>
            </a:pPr>
            <a:r>
              <a:rPr lang="en-US" sz="140" dirty="0"/>
              <a:t>};</a:t>
            </a:r>
          </a:p>
          <a:p>
            <a:pPr marL="0" indent="0">
              <a:buNone/>
            </a:pPr>
            <a:br>
              <a:rPr lang="en-US" sz="140" dirty="0"/>
            </a:br>
            <a:endParaRPr lang="en-US" sz="140" dirty="0"/>
          </a:p>
          <a:p>
            <a:pPr marL="0" indent="0">
              <a:buNone/>
            </a:pPr>
            <a:r>
              <a:rPr lang="en-US" sz="140" dirty="0"/>
              <a:t>export default Checkout;</a:t>
            </a:r>
          </a:p>
          <a:p>
            <a:pPr marL="0" indent="0">
              <a:buNone/>
            </a:pPr>
            <a:endParaRPr lang="en-US" sz="140" dirty="0"/>
          </a:p>
        </p:txBody>
      </p:sp>
      <p:sp>
        <p:nvSpPr>
          <p:cNvPr id="4" name="Date Placeholder 3">
            <a:extLst>
              <a:ext uri="{FF2B5EF4-FFF2-40B4-BE49-F238E27FC236}">
                <a16:creationId xmlns:a16="http://schemas.microsoft.com/office/drawing/2014/main" id="{E25BA163-4314-452E-A31E-8C6CF1557B50}"/>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9512B53B-46AB-62AB-972F-A7F451D48DDD}"/>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7997FAC5-FC64-F991-F502-7BC49960F937}"/>
              </a:ext>
            </a:extLst>
          </p:cNvPr>
          <p:cNvSpPr>
            <a:spLocks noGrp="1"/>
          </p:cNvSpPr>
          <p:nvPr>
            <p:ph type="sldNum" sz="quarter" idx="12"/>
          </p:nvPr>
        </p:nvSpPr>
        <p:spPr/>
        <p:txBody>
          <a:bodyPr/>
          <a:lstStyle/>
          <a:p>
            <a:fld id="{7C5CF243-786F-4254-B068-4C9F0B6EA12F}" type="slidenum">
              <a:rPr lang="en-US" altLang="en-US" smtClean="0"/>
              <a:pPr/>
              <a:t>125</a:t>
            </a:fld>
            <a:endParaRPr lang="en-US" altLang="en-US"/>
          </a:p>
        </p:txBody>
      </p:sp>
    </p:spTree>
    <p:extLst>
      <p:ext uri="{BB962C8B-B14F-4D97-AF65-F5344CB8AC3E}">
        <p14:creationId xmlns:p14="http://schemas.microsoft.com/office/powerpoint/2010/main" val="155364776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B5690-746F-C580-4B6C-22EF062F1902}"/>
              </a:ext>
            </a:extLst>
          </p:cNvPr>
          <p:cNvSpPr>
            <a:spLocks noGrp="1"/>
          </p:cNvSpPr>
          <p:nvPr>
            <p:ph type="title"/>
          </p:nvPr>
        </p:nvSpPr>
        <p:spPr/>
        <p:txBody>
          <a:bodyPr/>
          <a:lstStyle/>
          <a:p>
            <a:r>
              <a:rPr lang="en-US" dirty="0"/>
              <a:t>Updated </a:t>
            </a:r>
            <a:r>
              <a:rPr lang="en-US" dirty="0" err="1"/>
              <a:t>MainRouter.jsx</a:t>
            </a:r>
            <a:endParaRPr lang="en-US" dirty="0"/>
          </a:p>
        </p:txBody>
      </p:sp>
      <p:sp>
        <p:nvSpPr>
          <p:cNvPr id="3" name="Content Placeholder 2">
            <a:extLst>
              <a:ext uri="{FF2B5EF4-FFF2-40B4-BE49-F238E27FC236}">
                <a16:creationId xmlns:a16="http://schemas.microsoft.com/office/drawing/2014/main" id="{0D77F365-AA3B-F568-A4A8-49B40DBD3B85}"/>
              </a:ext>
            </a:extLst>
          </p:cNvPr>
          <p:cNvSpPr>
            <a:spLocks noGrp="1"/>
          </p:cNvSpPr>
          <p:nvPr>
            <p:ph idx="1"/>
          </p:nvPr>
        </p:nvSpPr>
        <p:spPr/>
        <p:txBody>
          <a:bodyPr/>
          <a:lstStyle/>
          <a:p>
            <a:pPr marL="0" indent="0">
              <a:buNone/>
            </a:pPr>
            <a:r>
              <a:rPr lang="en-US" dirty="0"/>
              <a:t>Create the route for it in the </a:t>
            </a:r>
            <a:r>
              <a:rPr lang="en-US" dirty="0" err="1"/>
              <a:t>MainRouter.jsx</a:t>
            </a:r>
            <a:r>
              <a:rPr lang="en-US" dirty="0"/>
              <a:t>.</a:t>
            </a:r>
          </a:p>
          <a:p>
            <a:pPr marL="0" indent="0">
              <a:buNone/>
            </a:pPr>
            <a:r>
              <a:rPr lang="en-US" sz="290" dirty="0"/>
              <a:t>import React from "react";</a:t>
            </a:r>
          </a:p>
          <a:p>
            <a:pPr marL="0" indent="0">
              <a:buNone/>
            </a:pPr>
            <a:r>
              <a:rPr lang="en-US" sz="290" dirty="0"/>
              <a:t>import { Route, Routes } from "react-router-</a:t>
            </a:r>
            <a:r>
              <a:rPr lang="en-US" sz="290" dirty="0" err="1"/>
              <a:t>dom</a:t>
            </a:r>
            <a:r>
              <a:rPr lang="en-US" sz="290" dirty="0"/>
              <a:t>";</a:t>
            </a:r>
          </a:p>
          <a:p>
            <a:pPr marL="0" indent="0">
              <a:buNone/>
            </a:pPr>
            <a:r>
              <a:rPr lang="en-US" sz="290" dirty="0"/>
              <a:t>import Home from "./core/Home";</a:t>
            </a:r>
          </a:p>
          <a:p>
            <a:pPr marL="0" indent="0">
              <a:buNone/>
            </a:pPr>
            <a:r>
              <a:rPr lang="en-US" sz="290" dirty="0"/>
              <a:t>import Users from "./user/</a:t>
            </a:r>
            <a:r>
              <a:rPr lang="en-US" sz="290" dirty="0" err="1"/>
              <a:t>Users.jsx</a:t>
            </a:r>
            <a:r>
              <a:rPr lang="en-US" sz="290" dirty="0"/>
              <a:t>";</a:t>
            </a:r>
          </a:p>
          <a:p>
            <a:pPr marL="0" indent="0">
              <a:buNone/>
            </a:pPr>
            <a:r>
              <a:rPr lang="en-US" sz="290" dirty="0"/>
              <a:t>import Signup from "./user/</a:t>
            </a:r>
            <a:r>
              <a:rPr lang="en-US" sz="290" dirty="0" err="1"/>
              <a:t>Signup.jsx</a:t>
            </a:r>
            <a:r>
              <a:rPr lang="en-US" sz="290" dirty="0"/>
              <a:t>";</a:t>
            </a:r>
          </a:p>
          <a:p>
            <a:pPr marL="0" indent="0">
              <a:buNone/>
            </a:pPr>
            <a:r>
              <a:rPr lang="en-US" sz="290" dirty="0"/>
              <a:t>import </a:t>
            </a:r>
            <a:r>
              <a:rPr lang="en-US" sz="290" dirty="0" err="1"/>
              <a:t>Signin</a:t>
            </a:r>
            <a:r>
              <a:rPr lang="en-US" sz="290" dirty="0"/>
              <a:t> from './lib/</a:t>
            </a:r>
            <a:r>
              <a:rPr lang="en-US" sz="290" dirty="0" err="1"/>
              <a:t>Signin.jsx</a:t>
            </a:r>
            <a:r>
              <a:rPr lang="en-US" sz="290" dirty="0"/>
              <a:t>'</a:t>
            </a:r>
          </a:p>
          <a:p>
            <a:pPr marL="0" indent="0">
              <a:buNone/>
            </a:pPr>
            <a:r>
              <a:rPr lang="en-US" sz="290" dirty="0"/>
              <a:t>import Profile from "./user/</a:t>
            </a:r>
            <a:r>
              <a:rPr lang="en-US" sz="290" dirty="0" err="1"/>
              <a:t>Profile.jsx</a:t>
            </a:r>
            <a:r>
              <a:rPr lang="en-US" sz="290" dirty="0"/>
              <a:t>";</a:t>
            </a:r>
          </a:p>
          <a:p>
            <a:pPr marL="0" indent="0">
              <a:buNone/>
            </a:pPr>
            <a:r>
              <a:rPr lang="en-US" sz="290" dirty="0"/>
              <a:t>import </a:t>
            </a:r>
            <a:r>
              <a:rPr lang="en-US" sz="290" dirty="0" err="1"/>
              <a:t>PrivateRoute</a:t>
            </a:r>
            <a:r>
              <a:rPr lang="en-US" sz="290" dirty="0"/>
              <a:t> from "./lib/</a:t>
            </a:r>
            <a:r>
              <a:rPr lang="en-US" sz="290" dirty="0" err="1"/>
              <a:t>PrivateRoute.jsx</a:t>
            </a:r>
            <a:r>
              <a:rPr lang="en-US" sz="290" dirty="0"/>
              <a:t>";</a:t>
            </a:r>
          </a:p>
          <a:p>
            <a:pPr marL="0" indent="0">
              <a:buNone/>
            </a:pPr>
            <a:r>
              <a:rPr lang="en-US" sz="290" dirty="0"/>
              <a:t>import </a:t>
            </a:r>
            <a:r>
              <a:rPr lang="en-US" sz="290" dirty="0" err="1"/>
              <a:t>EditProfile</a:t>
            </a:r>
            <a:r>
              <a:rPr lang="en-US" sz="290" dirty="0"/>
              <a:t> from "./user/</a:t>
            </a:r>
            <a:r>
              <a:rPr lang="en-US" sz="290" dirty="0" err="1"/>
              <a:t>EditProfile.jsx</a:t>
            </a:r>
            <a:r>
              <a:rPr lang="en-US" sz="290" dirty="0"/>
              <a:t>";</a:t>
            </a:r>
          </a:p>
          <a:p>
            <a:pPr marL="0" indent="0">
              <a:buNone/>
            </a:pPr>
            <a:r>
              <a:rPr lang="en-US" sz="290" dirty="0"/>
              <a:t>import Shops from "./shop/Shops";</a:t>
            </a:r>
          </a:p>
          <a:p>
            <a:pPr marL="0" indent="0">
              <a:buNone/>
            </a:pPr>
            <a:r>
              <a:rPr lang="en-US" sz="290" dirty="0"/>
              <a:t>import </a:t>
            </a:r>
            <a:r>
              <a:rPr lang="en-US" sz="290" dirty="0" err="1"/>
              <a:t>MyShops</a:t>
            </a:r>
            <a:r>
              <a:rPr lang="en-US" sz="290" dirty="0"/>
              <a:t> from "./shop/</a:t>
            </a:r>
            <a:r>
              <a:rPr lang="en-US" sz="290" dirty="0" err="1"/>
              <a:t>MyShops</a:t>
            </a:r>
            <a:r>
              <a:rPr lang="en-US" sz="290" dirty="0"/>
              <a:t>";</a:t>
            </a:r>
          </a:p>
          <a:p>
            <a:pPr marL="0" indent="0">
              <a:buNone/>
            </a:pPr>
            <a:r>
              <a:rPr lang="en-US" sz="290" dirty="0"/>
              <a:t>import </a:t>
            </a:r>
            <a:r>
              <a:rPr lang="en-US" sz="290" dirty="0" err="1"/>
              <a:t>NewShop</a:t>
            </a:r>
            <a:r>
              <a:rPr lang="en-US" sz="290" dirty="0"/>
              <a:t> from "./shop/</a:t>
            </a:r>
            <a:r>
              <a:rPr lang="en-US" sz="290" dirty="0" err="1"/>
              <a:t>NewShop</a:t>
            </a:r>
            <a:r>
              <a:rPr lang="en-US" sz="290" dirty="0"/>
              <a:t>";</a:t>
            </a:r>
          </a:p>
          <a:p>
            <a:pPr marL="0" indent="0">
              <a:buNone/>
            </a:pPr>
            <a:r>
              <a:rPr lang="en-US" sz="290" dirty="0"/>
              <a:t>import </a:t>
            </a:r>
            <a:r>
              <a:rPr lang="en-US" sz="290" dirty="0" err="1"/>
              <a:t>EditShop</a:t>
            </a:r>
            <a:r>
              <a:rPr lang="en-US" sz="290" dirty="0"/>
              <a:t> from "./shop/</a:t>
            </a:r>
            <a:r>
              <a:rPr lang="en-US" sz="290" dirty="0" err="1"/>
              <a:t>EditShop</a:t>
            </a:r>
            <a:r>
              <a:rPr lang="en-US" sz="290" dirty="0"/>
              <a:t>";</a:t>
            </a:r>
          </a:p>
          <a:p>
            <a:pPr marL="0" indent="0">
              <a:buNone/>
            </a:pPr>
            <a:r>
              <a:rPr lang="en-US" sz="290" dirty="0"/>
              <a:t>import </a:t>
            </a:r>
            <a:r>
              <a:rPr lang="en-US" sz="290" dirty="0" err="1"/>
              <a:t>MyProducts</a:t>
            </a:r>
            <a:r>
              <a:rPr lang="en-US" sz="290" dirty="0"/>
              <a:t> from "./product/</a:t>
            </a:r>
            <a:r>
              <a:rPr lang="en-US" sz="290" dirty="0" err="1"/>
              <a:t>MyProducts</a:t>
            </a:r>
            <a:r>
              <a:rPr lang="en-US" sz="290" dirty="0"/>
              <a:t>";</a:t>
            </a:r>
          </a:p>
          <a:p>
            <a:pPr marL="0" indent="0">
              <a:buNone/>
            </a:pPr>
            <a:r>
              <a:rPr lang="en-US" sz="290" dirty="0"/>
              <a:t>import </a:t>
            </a:r>
            <a:r>
              <a:rPr lang="en-US" sz="290" dirty="0" err="1"/>
              <a:t>NewProduct</a:t>
            </a:r>
            <a:r>
              <a:rPr lang="en-US" sz="290" dirty="0"/>
              <a:t> from "./product/</a:t>
            </a:r>
            <a:r>
              <a:rPr lang="en-US" sz="290" dirty="0" err="1"/>
              <a:t>NewProduct</a:t>
            </a:r>
            <a:r>
              <a:rPr lang="en-US" sz="290" dirty="0"/>
              <a:t>";</a:t>
            </a:r>
          </a:p>
          <a:p>
            <a:pPr marL="0" indent="0">
              <a:buNone/>
            </a:pPr>
            <a:r>
              <a:rPr lang="en-US" sz="290" dirty="0"/>
              <a:t>import </a:t>
            </a:r>
            <a:r>
              <a:rPr lang="en-US" sz="290" dirty="0" err="1"/>
              <a:t>EditProduct</a:t>
            </a:r>
            <a:r>
              <a:rPr lang="en-US" sz="290" dirty="0"/>
              <a:t> from "./product/</a:t>
            </a:r>
            <a:r>
              <a:rPr lang="en-US" sz="290" dirty="0" err="1"/>
              <a:t>EditProduct</a:t>
            </a:r>
            <a:r>
              <a:rPr lang="en-US" sz="290" dirty="0"/>
              <a:t>";</a:t>
            </a:r>
          </a:p>
          <a:p>
            <a:pPr marL="0" indent="0">
              <a:buNone/>
            </a:pPr>
            <a:r>
              <a:rPr lang="en-US" sz="290" dirty="0"/>
              <a:t>import </a:t>
            </a:r>
            <a:r>
              <a:rPr lang="en-US" sz="290" dirty="0" err="1"/>
              <a:t>ShopProduct</a:t>
            </a:r>
            <a:r>
              <a:rPr lang="en-US" sz="290" dirty="0"/>
              <a:t> from "./shop/</a:t>
            </a:r>
            <a:r>
              <a:rPr lang="en-US" sz="290" dirty="0" err="1"/>
              <a:t>ShopProduct</a:t>
            </a:r>
            <a:r>
              <a:rPr lang="en-US" sz="290" dirty="0"/>
              <a:t>";</a:t>
            </a:r>
          </a:p>
          <a:p>
            <a:pPr marL="0" indent="0">
              <a:buNone/>
            </a:pPr>
            <a:r>
              <a:rPr lang="en-US" sz="290" dirty="0"/>
              <a:t>import </a:t>
            </a:r>
            <a:r>
              <a:rPr lang="en-US" sz="290" dirty="0" err="1"/>
              <a:t>CartItems</a:t>
            </a:r>
            <a:r>
              <a:rPr lang="en-US" sz="290" dirty="0"/>
              <a:t> from "./cart/</a:t>
            </a:r>
            <a:r>
              <a:rPr lang="en-US" sz="290" dirty="0" err="1"/>
              <a:t>CartItems</a:t>
            </a:r>
            <a:r>
              <a:rPr lang="en-US" sz="290" dirty="0"/>
              <a:t>";</a:t>
            </a:r>
          </a:p>
          <a:p>
            <a:pPr marL="0" indent="0">
              <a:buNone/>
            </a:pPr>
            <a:r>
              <a:rPr lang="en-US" sz="290" dirty="0">
                <a:highlight>
                  <a:srgbClr val="FFFF00"/>
                </a:highlight>
              </a:rPr>
              <a:t>import Checkout from "./cart/Checkout";</a:t>
            </a:r>
          </a:p>
          <a:p>
            <a:pPr marL="0" indent="0">
              <a:buNone/>
            </a:pPr>
            <a:r>
              <a:rPr lang="en-US" sz="290" dirty="0"/>
              <a:t>import Menu from "./core/Menu";</a:t>
            </a:r>
          </a:p>
          <a:p>
            <a:pPr marL="0" indent="0">
              <a:buNone/>
            </a:pPr>
            <a:r>
              <a:rPr lang="en-US" sz="290" dirty="0"/>
              <a:t>function </a:t>
            </a:r>
            <a:r>
              <a:rPr lang="en-US" sz="290" dirty="0" err="1"/>
              <a:t>MainRouter</a:t>
            </a:r>
            <a:r>
              <a:rPr lang="en-US" sz="290" dirty="0"/>
              <a:t>() {</a:t>
            </a:r>
          </a:p>
          <a:p>
            <a:pPr marL="0" indent="0">
              <a:buNone/>
            </a:pPr>
            <a:r>
              <a:rPr lang="en-US" sz="290" dirty="0"/>
              <a:t>  return (</a:t>
            </a:r>
          </a:p>
          <a:p>
            <a:pPr marL="0" indent="0">
              <a:buNone/>
            </a:pPr>
            <a:r>
              <a:rPr lang="en-US" sz="290" dirty="0"/>
              <a:t>    &lt;div&gt;</a:t>
            </a:r>
          </a:p>
          <a:p>
            <a:pPr marL="0" indent="0">
              <a:buNone/>
            </a:pPr>
            <a:r>
              <a:rPr lang="en-US" sz="290" dirty="0"/>
              <a:t>      &lt;Menu /&gt;</a:t>
            </a:r>
          </a:p>
          <a:p>
            <a:pPr marL="0" indent="0">
              <a:buNone/>
            </a:pPr>
            <a:r>
              <a:rPr lang="en-US" sz="290" dirty="0"/>
              <a:t>      &lt;Routes&gt;</a:t>
            </a:r>
          </a:p>
          <a:p>
            <a:pPr marL="0" indent="0">
              <a:buNone/>
            </a:pPr>
            <a:r>
              <a:rPr lang="en-US" sz="290" dirty="0"/>
              <a:t>        &lt;Route path="/" element={&lt;Home /&gt;} /&gt;</a:t>
            </a:r>
          </a:p>
          <a:p>
            <a:pPr marL="0" indent="0">
              <a:buNone/>
            </a:pPr>
            <a:r>
              <a:rPr lang="en-US" sz="290" dirty="0"/>
              <a:t>        &lt;Route path="/users" element={&lt;Users /&gt;} /&gt;</a:t>
            </a:r>
          </a:p>
          <a:p>
            <a:pPr marL="0" indent="0">
              <a:buNone/>
            </a:pPr>
            <a:r>
              <a:rPr lang="en-US" sz="290" dirty="0"/>
              <a:t>        &lt;Route path="/shops/all" element={&lt;Shops /&gt;} /&gt;</a:t>
            </a:r>
          </a:p>
          <a:p>
            <a:pPr marL="0" indent="0">
              <a:buNone/>
            </a:pPr>
            <a:r>
              <a:rPr lang="en-US" sz="290" dirty="0"/>
              <a:t>        &lt;Route path="/shops/:</a:t>
            </a:r>
            <a:r>
              <a:rPr lang="en-US" sz="290" dirty="0" err="1"/>
              <a:t>shopId</a:t>
            </a:r>
            <a:r>
              <a:rPr lang="en-US" sz="290" dirty="0"/>
              <a:t>" element={&lt;</a:t>
            </a:r>
            <a:r>
              <a:rPr lang="en-US" sz="290" dirty="0" err="1"/>
              <a:t>ShopProduct</a:t>
            </a:r>
            <a:r>
              <a:rPr lang="en-US" sz="290" dirty="0"/>
              <a:t> /&gt;} /&gt;</a:t>
            </a:r>
          </a:p>
          <a:p>
            <a:pPr marL="0" indent="0">
              <a:buNone/>
            </a:pPr>
            <a:r>
              <a:rPr lang="en-US" sz="290" dirty="0"/>
              <a:t>        &lt;Route path="/shops/product" element={&lt;</a:t>
            </a:r>
            <a:r>
              <a:rPr lang="en-US" sz="290" dirty="0" err="1"/>
              <a:t>ShopProduct</a:t>
            </a:r>
            <a:r>
              <a:rPr lang="en-US" sz="290" dirty="0"/>
              <a:t> /&gt;} /&gt;</a:t>
            </a:r>
          </a:p>
          <a:p>
            <a:pPr marL="0" indent="0">
              <a:buNone/>
            </a:pPr>
            <a:r>
              <a:rPr lang="en-US" sz="290" dirty="0"/>
              <a:t>        &lt;Route path="/</a:t>
            </a:r>
            <a:r>
              <a:rPr lang="en-US" sz="290" dirty="0" err="1"/>
              <a:t>cartItems</a:t>
            </a:r>
            <a:r>
              <a:rPr lang="en-US" sz="290" dirty="0"/>
              <a:t>" element={&lt;</a:t>
            </a:r>
            <a:r>
              <a:rPr lang="en-US" sz="290" dirty="0" err="1"/>
              <a:t>CartItems</a:t>
            </a:r>
            <a:r>
              <a:rPr lang="en-US" sz="290" dirty="0"/>
              <a:t> /&gt;} /&gt;</a:t>
            </a:r>
          </a:p>
          <a:p>
            <a:pPr marL="0" indent="0">
              <a:buNone/>
            </a:pPr>
            <a:r>
              <a:rPr lang="en-US" sz="290" dirty="0">
                <a:highlight>
                  <a:srgbClr val="FFFF00"/>
                </a:highlight>
              </a:rPr>
              <a:t>        &lt;Route path="/checkout" element={&lt;Checkout /&gt;} /&gt;</a:t>
            </a:r>
          </a:p>
          <a:p>
            <a:pPr marL="0" indent="0">
              <a:buNone/>
            </a:pPr>
            <a:r>
              <a:rPr lang="en-US" sz="290" dirty="0"/>
              <a:t>        &lt;Route path="/signup" element={&lt;Signup /&gt;} /&gt;</a:t>
            </a:r>
          </a:p>
          <a:p>
            <a:pPr marL="0" indent="0">
              <a:buNone/>
            </a:pPr>
            <a:r>
              <a:rPr lang="en-US" sz="290" dirty="0"/>
              <a:t>        &lt;Route path="/</a:t>
            </a:r>
            <a:r>
              <a:rPr lang="en-US" sz="290" dirty="0" err="1"/>
              <a:t>signin</a:t>
            </a:r>
            <a:r>
              <a:rPr lang="en-US" sz="290" dirty="0"/>
              <a:t>" element={&lt;</a:t>
            </a:r>
            <a:r>
              <a:rPr lang="en-US" sz="290" dirty="0" err="1"/>
              <a:t>Signin</a:t>
            </a:r>
            <a:r>
              <a:rPr lang="en-US" sz="290" dirty="0"/>
              <a:t> /&gt;} /&gt;</a:t>
            </a:r>
          </a:p>
          <a:p>
            <a:pPr marL="0" indent="0">
              <a:buNone/>
            </a:pPr>
            <a:r>
              <a:rPr lang="en-US" sz="290" dirty="0"/>
              <a:t>        &lt;Route</a:t>
            </a:r>
          </a:p>
          <a:p>
            <a:pPr marL="0" indent="0">
              <a:buNone/>
            </a:pPr>
            <a:r>
              <a:rPr lang="en-US" sz="290" dirty="0"/>
              <a:t>          path="/user/edit/:</a:t>
            </a:r>
            <a:r>
              <a:rPr lang="en-US" sz="290" dirty="0" err="1"/>
              <a:t>userId</a:t>
            </a:r>
            <a:r>
              <a:rPr lang="en-US" sz="290" dirty="0"/>
              <a:t>"</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EditProfile</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/&gt;</a:t>
            </a:r>
          </a:p>
          <a:p>
            <a:pPr marL="0" indent="0">
              <a:buNone/>
            </a:pPr>
            <a:r>
              <a:rPr lang="en-US" sz="290" dirty="0"/>
              <a:t>        &lt;Route path="/user/:</a:t>
            </a:r>
            <a:r>
              <a:rPr lang="en-US" sz="290" dirty="0" err="1"/>
              <a:t>userId</a:t>
            </a:r>
            <a:r>
              <a:rPr lang="en-US" sz="290" dirty="0"/>
              <a:t>" element={&lt;Profile /&gt;} /&gt;</a:t>
            </a:r>
          </a:p>
          <a:p>
            <a:pPr marL="0" indent="0">
              <a:buNone/>
            </a:pPr>
            <a:r>
              <a:rPr lang="en-US" sz="290" dirty="0"/>
              <a:t>        &lt;Route</a:t>
            </a:r>
          </a:p>
          <a:p>
            <a:pPr marL="0" indent="0">
              <a:buNone/>
            </a:pPr>
            <a:r>
              <a:rPr lang="en-US" sz="290" dirty="0"/>
              <a:t>          path="/seller/shops"</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MyShops</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/&gt;</a:t>
            </a:r>
          </a:p>
          <a:p>
            <a:pPr marL="0" indent="0">
              <a:buNone/>
            </a:pPr>
            <a:r>
              <a:rPr lang="en-US" sz="290" dirty="0"/>
              <a:t>        &lt;Route</a:t>
            </a:r>
          </a:p>
          <a:p>
            <a:pPr marL="0" indent="0">
              <a:buNone/>
            </a:pPr>
            <a:r>
              <a:rPr lang="en-US" sz="290" dirty="0"/>
              <a:t>          path="/seller/shop/new"</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NewShop</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/&gt;</a:t>
            </a:r>
          </a:p>
          <a:p>
            <a:pPr marL="0" indent="0">
              <a:buNone/>
            </a:pPr>
            <a:r>
              <a:rPr lang="en-US" sz="290" dirty="0"/>
              <a:t>        &lt;Route</a:t>
            </a:r>
          </a:p>
          <a:p>
            <a:pPr marL="0" indent="0">
              <a:buNone/>
            </a:pPr>
            <a:r>
              <a:rPr lang="en-US" sz="290" dirty="0"/>
              <a:t>          path="/seller/shop/edit/:</a:t>
            </a:r>
            <a:r>
              <a:rPr lang="en-US" sz="290" dirty="0" err="1"/>
              <a:t>shopId</a:t>
            </a:r>
            <a:r>
              <a:rPr lang="en-US" sz="290" dirty="0"/>
              <a:t>"</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EditShop</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/&gt;</a:t>
            </a:r>
          </a:p>
          <a:p>
            <a:pPr marL="0" indent="0">
              <a:buNone/>
            </a:pPr>
            <a:r>
              <a:rPr lang="en-US" sz="290" dirty="0"/>
              <a:t>        &lt;Route</a:t>
            </a:r>
          </a:p>
          <a:p>
            <a:pPr marL="0" indent="0">
              <a:buNone/>
            </a:pPr>
            <a:r>
              <a:rPr lang="en-US" sz="290" dirty="0"/>
              <a:t>          path="/seller/:</a:t>
            </a:r>
            <a:r>
              <a:rPr lang="en-US" sz="290" dirty="0" err="1"/>
              <a:t>shopId</a:t>
            </a:r>
            <a:r>
              <a:rPr lang="en-US" sz="290" dirty="0"/>
              <a:t>/products/new"</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NewProduct</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component={</a:t>
            </a:r>
            <a:r>
              <a:rPr lang="en-US" sz="290" dirty="0" err="1"/>
              <a:t>NewProduct</a:t>
            </a:r>
            <a:r>
              <a:rPr lang="en-US" sz="290" dirty="0"/>
              <a:t>}</a:t>
            </a:r>
          </a:p>
          <a:p>
            <a:pPr marL="0" indent="0">
              <a:buNone/>
            </a:pPr>
            <a:r>
              <a:rPr lang="en-US" sz="290" dirty="0"/>
              <a:t>        /&gt;</a:t>
            </a:r>
          </a:p>
          <a:p>
            <a:pPr marL="0" indent="0">
              <a:buNone/>
            </a:pPr>
            <a:r>
              <a:rPr lang="en-US" sz="290" dirty="0"/>
              <a:t>        &lt;Route</a:t>
            </a:r>
          </a:p>
          <a:p>
            <a:pPr marL="0" indent="0">
              <a:buNone/>
            </a:pPr>
            <a:r>
              <a:rPr lang="en-US" sz="290" dirty="0"/>
              <a:t>          path="/seller/:</a:t>
            </a:r>
            <a:r>
              <a:rPr lang="en-US" sz="290" dirty="0" err="1"/>
              <a:t>shopId</a:t>
            </a:r>
            <a:r>
              <a:rPr lang="en-US" sz="290" dirty="0"/>
              <a:t>/:</a:t>
            </a:r>
            <a:r>
              <a:rPr lang="en-US" sz="290" dirty="0" err="1"/>
              <a:t>productId</a:t>
            </a:r>
            <a:r>
              <a:rPr lang="en-US" sz="290" dirty="0"/>
              <a:t>/edit"</a:t>
            </a:r>
          </a:p>
          <a:p>
            <a:pPr marL="0" indent="0">
              <a:buNone/>
            </a:pPr>
            <a:r>
              <a:rPr lang="en-US" sz="290" dirty="0"/>
              <a:t>          element={</a:t>
            </a:r>
          </a:p>
          <a:p>
            <a:pPr marL="0" indent="0">
              <a:buNone/>
            </a:pPr>
            <a:r>
              <a:rPr lang="en-US" sz="290" dirty="0"/>
              <a:t>            &lt;</a:t>
            </a:r>
            <a:r>
              <a:rPr lang="en-US" sz="290" dirty="0" err="1"/>
              <a:t>PrivateRoute</a:t>
            </a:r>
            <a:r>
              <a:rPr lang="en-US" sz="290" dirty="0"/>
              <a:t>&gt;</a:t>
            </a:r>
          </a:p>
          <a:p>
            <a:pPr marL="0" indent="0">
              <a:buNone/>
            </a:pPr>
            <a:r>
              <a:rPr lang="en-US" sz="290" dirty="0"/>
              <a:t>              &lt;</a:t>
            </a:r>
            <a:r>
              <a:rPr lang="en-US" sz="290" dirty="0" err="1"/>
              <a:t>EditProduct</a:t>
            </a:r>
            <a:r>
              <a:rPr lang="en-US" sz="290" dirty="0"/>
              <a:t> /&gt;</a:t>
            </a:r>
          </a:p>
          <a:p>
            <a:pPr marL="0" indent="0">
              <a:buNone/>
            </a:pPr>
            <a:r>
              <a:rPr lang="en-US" sz="290" dirty="0"/>
              <a:t>            &lt;/</a:t>
            </a:r>
            <a:r>
              <a:rPr lang="en-US" sz="290" dirty="0" err="1"/>
              <a:t>PrivateRoute</a:t>
            </a:r>
            <a:r>
              <a:rPr lang="en-US" sz="290" dirty="0"/>
              <a:t>&gt;</a:t>
            </a:r>
          </a:p>
          <a:p>
            <a:pPr marL="0" indent="0">
              <a:buNone/>
            </a:pPr>
            <a:r>
              <a:rPr lang="en-US" sz="290" dirty="0"/>
              <a:t>          }</a:t>
            </a:r>
          </a:p>
          <a:p>
            <a:pPr marL="0" indent="0">
              <a:buNone/>
            </a:pPr>
            <a:r>
              <a:rPr lang="en-US" sz="290" dirty="0"/>
              <a:t>        /&gt;</a:t>
            </a:r>
          </a:p>
          <a:p>
            <a:pPr marL="0" indent="0">
              <a:buNone/>
            </a:pPr>
            <a:r>
              <a:rPr lang="en-US" sz="290" dirty="0"/>
              <a:t>      &lt;/Routes&gt;</a:t>
            </a:r>
          </a:p>
          <a:p>
            <a:pPr marL="0" indent="0">
              <a:buNone/>
            </a:pPr>
            <a:r>
              <a:rPr lang="en-US" sz="290" dirty="0"/>
              <a:t>    &lt;/div&gt;</a:t>
            </a:r>
          </a:p>
          <a:p>
            <a:pPr marL="0" indent="0">
              <a:buNone/>
            </a:pPr>
            <a:r>
              <a:rPr lang="en-US" sz="290" dirty="0"/>
              <a:t>  );</a:t>
            </a:r>
          </a:p>
          <a:p>
            <a:pPr marL="0" indent="0">
              <a:buNone/>
            </a:pPr>
            <a:r>
              <a:rPr lang="en-US" sz="290" dirty="0"/>
              <a:t>}</a:t>
            </a:r>
          </a:p>
          <a:p>
            <a:pPr marL="0" indent="0">
              <a:buNone/>
            </a:pPr>
            <a:br>
              <a:rPr lang="en-US" sz="290" dirty="0"/>
            </a:br>
            <a:endParaRPr lang="en-US" sz="290" dirty="0"/>
          </a:p>
          <a:p>
            <a:pPr marL="0" indent="0">
              <a:buNone/>
            </a:pPr>
            <a:r>
              <a:rPr lang="en-US" sz="290" dirty="0"/>
              <a:t>export default </a:t>
            </a:r>
            <a:r>
              <a:rPr lang="en-US" sz="290" dirty="0" err="1"/>
              <a:t>MainRouter</a:t>
            </a:r>
            <a:r>
              <a:rPr lang="en-US" sz="290" dirty="0"/>
              <a:t>;</a:t>
            </a:r>
          </a:p>
          <a:p>
            <a:pPr marL="0" indent="0">
              <a:buNone/>
            </a:pPr>
            <a:endParaRPr lang="en-US" dirty="0"/>
          </a:p>
        </p:txBody>
      </p:sp>
      <p:sp>
        <p:nvSpPr>
          <p:cNvPr id="4" name="Date Placeholder 3">
            <a:extLst>
              <a:ext uri="{FF2B5EF4-FFF2-40B4-BE49-F238E27FC236}">
                <a16:creationId xmlns:a16="http://schemas.microsoft.com/office/drawing/2014/main" id="{4D45900F-F065-12F1-0EE6-BF1F5DBD3B5A}"/>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C27A9541-F82E-C969-C87A-A8BCB717A57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4E08F7E-F685-2668-F375-8553CC83EC1B}"/>
              </a:ext>
            </a:extLst>
          </p:cNvPr>
          <p:cNvSpPr>
            <a:spLocks noGrp="1"/>
          </p:cNvSpPr>
          <p:nvPr>
            <p:ph type="sldNum" sz="quarter" idx="12"/>
          </p:nvPr>
        </p:nvSpPr>
        <p:spPr/>
        <p:txBody>
          <a:bodyPr/>
          <a:lstStyle/>
          <a:p>
            <a:fld id="{7C5CF243-786F-4254-B068-4C9F0B6EA12F}" type="slidenum">
              <a:rPr lang="en-US" altLang="en-US" smtClean="0"/>
              <a:pPr/>
              <a:t>126</a:t>
            </a:fld>
            <a:endParaRPr lang="en-US" altLang="en-US"/>
          </a:p>
        </p:txBody>
      </p:sp>
    </p:spTree>
    <p:extLst>
      <p:ext uri="{BB962C8B-B14F-4D97-AF65-F5344CB8AC3E}">
        <p14:creationId xmlns:p14="http://schemas.microsoft.com/office/powerpoint/2010/main" val="28889493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D6A8-B4D8-D7EF-B148-8E7E12D0FA49}"/>
              </a:ext>
            </a:extLst>
          </p:cNvPr>
          <p:cNvSpPr>
            <a:spLocks noGrp="1"/>
          </p:cNvSpPr>
          <p:nvPr>
            <p:ph type="title"/>
          </p:nvPr>
        </p:nvSpPr>
        <p:spPr/>
        <p:txBody>
          <a:bodyPr/>
          <a:lstStyle/>
          <a:p>
            <a:r>
              <a:rPr lang="en-US" dirty="0"/>
              <a:t>Updated </a:t>
            </a:r>
            <a:r>
              <a:rPr lang="en-US" dirty="0" err="1"/>
              <a:t>CartItems.jsx</a:t>
            </a:r>
            <a:endParaRPr lang="en-US" dirty="0"/>
          </a:p>
        </p:txBody>
      </p:sp>
      <p:sp>
        <p:nvSpPr>
          <p:cNvPr id="3" name="Content Placeholder 2">
            <a:extLst>
              <a:ext uri="{FF2B5EF4-FFF2-40B4-BE49-F238E27FC236}">
                <a16:creationId xmlns:a16="http://schemas.microsoft.com/office/drawing/2014/main" id="{D8208911-F5B9-4F15-8B9C-2A9FE026AE93}"/>
              </a:ext>
            </a:extLst>
          </p:cNvPr>
          <p:cNvSpPr>
            <a:spLocks noGrp="1"/>
          </p:cNvSpPr>
          <p:nvPr>
            <p:ph idx="1"/>
          </p:nvPr>
        </p:nvSpPr>
        <p:spPr/>
        <p:txBody>
          <a:bodyPr/>
          <a:lstStyle/>
          <a:p>
            <a:pPr marL="0" indent="0">
              <a:buNone/>
            </a:pPr>
            <a:r>
              <a:rPr lang="en-US" dirty="0"/>
              <a:t>Update the </a:t>
            </a:r>
            <a:r>
              <a:rPr lang="en-US" dirty="0" err="1"/>
              <a:t>CartItems.jsx</a:t>
            </a:r>
            <a:r>
              <a:rPr lang="en-US" dirty="0"/>
              <a:t> with link to Checkout route</a:t>
            </a:r>
          </a:p>
          <a:p>
            <a:pPr marL="0" indent="0">
              <a:buNone/>
            </a:pPr>
            <a:r>
              <a:rPr lang="en-US" sz="140" dirty="0"/>
              <a:t>import React, { </a:t>
            </a:r>
            <a:r>
              <a:rPr lang="en-US" sz="140" dirty="0" err="1"/>
              <a:t>useState</a:t>
            </a:r>
            <a:r>
              <a:rPr lang="en-US" sz="140" dirty="0"/>
              <a:t> } from "react";</a:t>
            </a:r>
          </a:p>
          <a:p>
            <a:pPr marL="0" indent="0">
              <a:buNone/>
            </a:pPr>
            <a:r>
              <a:rPr lang="en-US" sz="140" dirty="0"/>
              <a:t>import {</a:t>
            </a:r>
          </a:p>
          <a:p>
            <a:pPr marL="0" indent="0">
              <a:buNone/>
            </a:pPr>
            <a:r>
              <a:rPr lang="en-US" sz="140" dirty="0"/>
              <a:t>  Card,</a:t>
            </a:r>
          </a:p>
          <a:p>
            <a:pPr marL="0" indent="0">
              <a:buNone/>
            </a:pPr>
            <a:r>
              <a:rPr lang="en-US" sz="140" dirty="0"/>
              <a:t>  </a:t>
            </a:r>
            <a:r>
              <a:rPr lang="en-US" sz="140" dirty="0" err="1"/>
              <a:t>CardContent</a:t>
            </a:r>
            <a:r>
              <a:rPr lang="en-US" sz="140" dirty="0"/>
              <a:t>,</a:t>
            </a:r>
          </a:p>
          <a:p>
            <a:pPr marL="0" indent="0">
              <a:buNone/>
            </a:pPr>
            <a:r>
              <a:rPr lang="en-US" sz="140" dirty="0"/>
              <a:t>  </a:t>
            </a:r>
            <a:r>
              <a:rPr lang="en-US" sz="140" dirty="0" err="1"/>
              <a:t>CardMedia</a:t>
            </a:r>
            <a:r>
              <a:rPr lang="en-US" sz="140" dirty="0"/>
              <a:t>,</a:t>
            </a:r>
          </a:p>
          <a:p>
            <a:pPr marL="0" indent="0">
              <a:buNone/>
            </a:pPr>
            <a:r>
              <a:rPr lang="en-US" sz="140" dirty="0"/>
              <a:t>  Button,</a:t>
            </a:r>
          </a:p>
          <a:p>
            <a:pPr marL="0" indent="0">
              <a:buNone/>
            </a:pPr>
            <a:r>
              <a:rPr lang="en-US" sz="140" dirty="0"/>
              <a:t>  </a:t>
            </a:r>
            <a:r>
              <a:rPr lang="en-US" sz="140" dirty="0" err="1"/>
              <a:t>TextField</a:t>
            </a:r>
            <a:r>
              <a:rPr lang="en-US" sz="140" dirty="0"/>
              <a:t>,</a:t>
            </a:r>
          </a:p>
          <a:p>
            <a:pPr marL="0" indent="0">
              <a:buNone/>
            </a:pPr>
            <a:r>
              <a:rPr lang="en-US" sz="140" dirty="0"/>
              <a:t>  Typography,</a:t>
            </a:r>
          </a:p>
          <a:p>
            <a:pPr marL="0" indent="0">
              <a:buNone/>
            </a:pPr>
            <a:r>
              <a:rPr lang="en-US" sz="140" dirty="0"/>
              <a:t>  Divider,</a:t>
            </a:r>
          </a:p>
          <a:p>
            <a:pPr marL="0" indent="0">
              <a:buNone/>
            </a:pPr>
            <a:r>
              <a:rPr lang="en-US" sz="140" dirty="0"/>
              <a:t>  Box,</a:t>
            </a:r>
          </a:p>
          <a:p>
            <a:pPr marL="0" indent="0">
              <a:buNone/>
            </a:pPr>
            <a:r>
              <a:rPr lang="en-US" sz="140" dirty="0"/>
              <a:t>} from "@</a:t>
            </a:r>
            <a:r>
              <a:rPr lang="en-US" sz="140" dirty="0" err="1"/>
              <a:t>mui</a:t>
            </a:r>
            <a:r>
              <a:rPr lang="en-US" sz="140" dirty="0"/>
              <a:t>/material";</a:t>
            </a:r>
          </a:p>
          <a:p>
            <a:pPr marL="0" indent="0">
              <a:buNone/>
            </a:pPr>
            <a:r>
              <a:rPr lang="en-US" sz="140" dirty="0"/>
              <a:t>import { Link } from "react-router-</a:t>
            </a:r>
            <a:r>
              <a:rPr lang="en-US" sz="140" dirty="0" err="1"/>
              <a:t>dom</a:t>
            </a:r>
            <a:r>
              <a:rPr lang="en-US" sz="140" dirty="0"/>
              <a:t>";</a:t>
            </a:r>
          </a:p>
          <a:p>
            <a:pPr marL="0" indent="0">
              <a:buNone/>
            </a:pPr>
            <a:r>
              <a:rPr lang="en-US" sz="140" dirty="0"/>
              <a:t>import </a:t>
            </a:r>
            <a:r>
              <a:rPr lang="en-US" sz="140" dirty="0" err="1"/>
              <a:t>PropTypes</a:t>
            </a:r>
            <a:r>
              <a:rPr lang="en-US" sz="140" dirty="0"/>
              <a:t> from "prop-types";</a:t>
            </a:r>
          </a:p>
          <a:p>
            <a:pPr marL="0" indent="0">
              <a:buNone/>
            </a:pPr>
            <a:r>
              <a:rPr lang="en-US" sz="140" dirty="0"/>
              <a:t>import cart from "./cart-helper.js";</a:t>
            </a:r>
          </a:p>
          <a:p>
            <a:pPr marL="0" indent="0">
              <a:buNone/>
            </a:pPr>
            <a:r>
              <a:rPr lang="en-US" sz="140" dirty="0"/>
              <a:t>import auth from "./../lib/auth-helper";</a:t>
            </a:r>
          </a:p>
          <a:p>
            <a:pPr marL="0" indent="0">
              <a:buNone/>
            </a:pPr>
            <a:br>
              <a:rPr lang="en-US" sz="140" dirty="0"/>
            </a:br>
            <a:endParaRPr lang="en-US" sz="140" dirty="0"/>
          </a:p>
          <a:p>
            <a:pPr marL="0" indent="0">
              <a:buNone/>
            </a:pPr>
            <a:r>
              <a:rPr lang="en-US" sz="140" dirty="0"/>
              <a:t>export default function </a:t>
            </a:r>
            <a:r>
              <a:rPr lang="en-US" sz="140" dirty="0" err="1"/>
              <a:t>CartItems</a:t>
            </a:r>
            <a:r>
              <a:rPr lang="en-US" sz="140" dirty="0"/>
              <a:t>(props) {</a:t>
            </a:r>
          </a:p>
          <a:p>
            <a:pPr marL="0" indent="0">
              <a:buNone/>
            </a:pPr>
            <a:r>
              <a:rPr lang="en-US" sz="140" dirty="0"/>
              <a:t>  const [</a:t>
            </a:r>
            <a:r>
              <a:rPr lang="en-US" sz="140" dirty="0" err="1"/>
              <a:t>cartItems</a:t>
            </a:r>
            <a:r>
              <a:rPr lang="en-US" sz="140" dirty="0"/>
              <a:t>, </a:t>
            </a:r>
            <a:r>
              <a:rPr lang="en-US" sz="140" dirty="0" err="1"/>
              <a:t>setCartItems</a:t>
            </a:r>
            <a:r>
              <a:rPr lang="en-US" sz="140" dirty="0"/>
              <a:t>] = </a:t>
            </a:r>
            <a:r>
              <a:rPr lang="en-US" sz="140" dirty="0" err="1"/>
              <a:t>useState</a:t>
            </a:r>
            <a:r>
              <a:rPr lang="en-US" sz="140" dirty="0"/>
              <a:t>(</a:t>
            </a:r>
            <a:r>
              <a:rPr lang="en-US" sz="140" dirty="0" err="1"/>
              <a:t>cart.getCart</a:t>
            </a:r>
            <a:r>
              <a:rPr lang="en-US" sz="140" dirty="0"/>
              <a:t>());</a:t>
            </a:r>
          </a:p>
          <a:p>
            <a:pPr marL="0" indent="0">
              <a:buNone/>
            </a:pPr>
            <a:br>
              <a:rPr lang="en-US" sz="140" dirty="0"/>
            </a:br>
            <a:endParaRPr lang="en-US" sz="140" dirty="0"/>
          </a:p>
          <a:p>
            <a:pPr marL="0" indent="0">
              <a:buNone/>
            </a:pPr>
            <a:r>
              <a:rPr lang="en-US" sz="140" dirty="0"/>
              <a:t>  const </a:t>
            </a:r>
            <a:r>
              <a:rPr lang="en-US" sz="140" dirty="0" err="1"/>
              <a:t>handleChange</a:t>
            </a:r>
            <a:r>
              <a:rPr lang="en-US" sz="140" dirty="0"/>
              <a:t> = (index) =&gt; (event) =&gt; {</a:t>
            </a:r>
          </a:p>
          <a:p>
            <a:pPr marL="0" indent="0">
              <a:buNone/>
            </a:pPr>
            <a:r>
              <a:rPr lang="en-US" sz="140" dirty="0"/>
              <a:t>    let </a:t>
            </a:r>
            <a:r>
              <a:rPr lang="en-US" sz="140" dirty="0" err="1"/>
              <a:t>updatedCartItems</a:t>
            </a:r>
            <a:r>
              <a:rPr lang="en-US" sz="140" dirty="0"/>
              <a:t> = </a:t>
            </a:r>
            <a:r>
              <a:rPr lang="en-US" sz="140" dirty="0" err="1"/>
              <a:t>cartItems</a:t>
            </a:r>
            <a:r>
              <a:rPr lang="en-US" sz="140" dirty="0"/>
              <a:t>;</a:t>
            </a:r>
          </a:p>
          <a:p>
            <a:pPr marL="0" indent="0">
              <a:buNone/>
            </a:pPr>
            <a:r>
              <a:rPr lang="en-US" sz="140" dirty="0"/>
              <a:t>    const quantity = </a:t>
            </a:r>
            <a:r>
              <a:rPr lang="en-US" sz="140" dirty="0" err="1"/>
              <a:t>parseInt</a:t>
            </a:r>
            <a:r>
              <a:rPr lang="en-US" sz="140" dirty="0"/>
              <a:t>(</a:t>
            </a:r>
            <a:r>
              <a:rPr lang="en-US" sz="140" dirty="0" err="1"/>
              <a:t>event.target.value</a:t>
            </a:r>
            <a:r>
              <a:rPr lang="en-US" sz="140" dirty="0"/>
              <a:t>, 10);</a:t>
            </a:r>
          </a:p>
          <a:p>
            <a:pPr marL="0" indent="0">
              <a:buNone/>
            </a:pPr>
            <a:r>
              <a:rPr lang="en-US" sz="140" dirty="0"/>
              <a:t>    </a:t>
            </a:r>
            <a:r>
              <a:rPr lang="en-US" sz="140" dirty="0" err="1"/>
              <a:t>updatedCartItems</a:t>
            </a:r>
            <a:r>
              <a:rPr lang="en-US" sz="140" dirty="0"/>
              <a:t>[index].quantity = quantity &gt;= 1 ? quantity : 1;</a:t>
            </a:r>
          </a:p>
          <a:p>
            <a:pPr marL="0" indent="0">
              <a:buNone/>
            </a:pPr>
            <a:r>
              <a:rPr lang="en-US" sz="140" dirty="0"/>
              <a:t>    </a:t>
            </a:r>
            <a:r>
              <a:rPr lang="en-US" sz="140" dirty="0" err="1"/>
              <a:t>setCartItems</a:t>
            </a:r>
            <a:r>
              <a:rPr lang="en-US" sz="140" dirty="0"/>
              <a:t>([...</a:t>
            </a:r>
            <a:r>
              <a:rPr lang="en-US" sz="140" dirty="0" err="1"/>
              <a:t>updatedCartItems</a:t>
            </a:r>
            <a:r>
              <a:rPr lang="en-US" sz="140" dirty="0"/>
              <a:t>]);</a:t>
            </a:r>
          </a:p>
          <a:p>
            <a:pPr marL="0" indent="0">
              <a:buNone/>
            </a:pPr>
            <a:r>
              <a:rPr lang="en-US" sz="140" dirty="0"/>
              <a:t>    </a:t>
            </a:r>
            <a:r>
              <a:rPr lang="en-US" sz="140" dirty="0" err="1"/>
              <a:t>cart.updateCart</a:t>
            </a:r>
            <a:r>
              <a:rPr lang="en-US" sz="140" dirty="0"/>
              <a:t>(index, quantity &gt;= 1 ? quantity : 1);</a:t>
            </a:r>
          </a:p>
          <a:p>
            <a:pPr marL="0" indent="0">
              <a:buNone/>
            </a:pPr>
            <a:r>
              <a:rPr lang="en-US" sz="140" dirty="0"/>
              <a:t>  };</a:t>
            </a:r>
          </a:p>
          <a:p>
            <a:pPr marL="0" indent="0">
              <a:buNone/>
            </a:pPr>
            <a:br>
              <a:rPr lang="en-US" sz="140" dirty="0"/>
            </a:br>
            <a:endParaRPr lang="en-US" sz="140" dirty="0"/>
          </a:p>
          <a:p>
            <a:pPr marL="0" indent="0">
              <a:buNone/>
            </a:pPr>
            <a:r>
              <a:rPr lang="en-US" sz="140" dirty="0"/>
              <a:t>  const </a:t>
            </a:r>
            <a:r>
              <a:rPr lang="en-US" sz="140" dirty="0" err="1"/>
              <a:t>getTotal</a:t>
            </a:r>
            <a:r>
              <a:rPr lang="en-US" sz="140" dirty="0"/>
              <a:t> = () =&gt; {</a:t>
            </a:r>
          </a:p>
          <a:p>
            <a:pPr marL="0" indent="0">
              <a:buNone/>
            </a:pPr>
            <a:r>
              <a:rPr lang="en-US" sz="140" dirty="0"/>
              <a:t>    return </a:t>
            </a:r>
            <a:r>
              <a:rPr lang="en-US" sz="140" dirty="0" err="1"/>
              <a:t>cartItems.reduce</a:t>
            </a:r>
            <a:r>
              <a:rPr lang="en-US" sz="140" dirty="0"/>
              <a:t>((a, b) =&gt; a + </a:t>
            </a:r>
            <a:r>
              <a:rPr lang="en-US" sz="140" dirty="0" err="1"/>
              <a:t>b.quantity</a:t>
            </a:r>
            <a:r>
              <a:rPr lang="en-US" sz="140" dirty="0"/>
              <a:t> * </a:t>
            </a:r>
            <a:r>
              <a:rPr lang="en-US" sz="140" dirty="0" err="1"/>
              <a:t>b.product.price</a:t>
            </a:r>
            <a:r>
              <a:rPr lang="en-US" sz="140" dirty="0"/>
              <a:t>, 0);</a:t>
            </a:r>
          </a:p>
          <a:p>
            <a:pPr marL="0" indent="0">
              <a:buNone/>
            </a:pPr>
            <a:r>
              <a:rPr lang="en-US" sz="140" dirty="0"/>
              <a:t>  };</a:t>
            </a:r>
          </a:p>
          <a:p>
            <a:pPr marL="0" indent="0">
              <a:buNone/>
            </a:pPr>
            <a:br>
              <a:rPr lang="en-US" sz="140" dirty="0"/>
            </a:br>
            <a:endParaRPr lang="en-US" sz="140" dirty="0"/>
          </a:p>
          <a:p>
            <a:pPr marL="0" indent="0">
              <a:buNone/>
            </a:pPr>
            <a:r>
              <a:rPr lang="en-US" sz="140" dirty="0"/>
              <a:t>  const </a:t>
            </a:r>
            <a:r>
              <a:rPr lang="en-US" sz="140" dirty="0" err="1"/>
              <a:t>removeItem</a:t>
            </a:r>
            <a:r>
              <a:rPr lang="en-US" sz="140" dirty="0"/>
              <a:t> = (index) =&gt; () =&gt; {</a:t>
            </a:r>
          </a:p>
          <a:p>
            <a:pPr marL="0" indent="0">
              <a:buNone/>
            </a:pPr>
            <a:r>
              <a:rPr lang="en-US" sz="140" dirty="0"/>
              <a:t>    let </a:t>
            </a:r>
            <a:r>
              <a:rPr lang="en-US" sz="140" dirty="0" err="1"/>
              <a:t>updatedCartItems</a:t>
            </a:r>
            <a:r>
              <a:rPr lang="en-US" sz="140" dirty="0"/>
              <a:t> = </a:t>
            </a:r>
            <a:r>
              <a:rPr lang="en-US" sz="140" dirty="0" err="1"/>
              <a:t>cart.removeItem</a:t>
            </a:r>
            <a:r>
              <a:rPr lang="en-US" sz="140" dirty="0"/>
              <a:t>(index);</a:t>
            </a:r>
          </a:p>
          <a:p>
            <a:pPr marL="0" indent="0">
              <a:buNone/>
            </a:pPr>
            <a:r>
              <a:rPr lang="en-US" sz="140" dirty="0"/>
              <a:t>    if (</a:t>
            </a:r>
            <a:r>
              <a:rPr lang="en-US" sz="140" dirty="0" err="1"/>
              <a:t>updatedCartItems.length</a:t>
            </a:r>
            <a:r>
              <a:rPr lang="en-US" sz="140" dirty="0"/>
              <a:t> === 0) {</a:t>
            </a:r>
          </a:p>
          <a:p>
            <a:pPr marL="0" indent="0">
              <a:buNone/>
            </a:pPr>
            <a:r>
              <a:rPr lang="en-US" sz="140" dirty="0"/>
              <a:t>      </a:t>
            </a:r>
            <a:r>
              <a:rPr lang="en-US" sz="140" dirty="0" err="1"/>
              <a:t>props.setCheckout</a:t>
            </a:r>
            <a:r>
              <a:rPr lang="en-US" sz="140" dirty="0"/>
              <a:t>(false);</a:t>
            </a:r>
          </a:p>
          <a:p>
            <a:pPr marL="0" indent="0">
              <a:buNone/>
            </a:pPr>
            <a:r>
              <a:rPr lang="en-US" sz="140" dirty="0"/>
              <a:t>    }</a:t>
            </a:r>
          </a:p>
          <a:p>
            <a:pPr marL="0" indent="0">
              <a:buNone/>
            </a:pPr>
            <a:r>
              <a:rPr lang="en-US" sz="140" dirty="0"/>
              <a:t>    </a:t>
            </a:r>
            <a:r>
              <a:rPr lang="en-US" sz="140" dirty="0" err="1"/>
              <a:t>setCartItems</a:t>
            </a:r>
            <a:r>
              <a:rPr lang="en-US" sz="140" dirty="0"/>
              <a:t>(</a:t>
            </a:r>
            <a:r>
              <a:rPr lang="en-US" sz="140" dirty="0" err="1"/>
              <a:t>updatedCartItems</a:t>
            </a:r>
            <a:r>
              <a:rPr lang="en-US" sz="140" dirty="0"/>
              <a:t>);</a:t>
            </a:r>
          </a:p>
          <a:p>
            <a:pPr marL="0" indent="0">
              <a:buNone/>
            </a:pPr>
            <a:r>
              <a:rPr lang="en-US" sz="140" dirty="0"/>
              <a:t>  };</a:t>
            </a:r>
          </a:p>
          <a:p>
            <a:pPr marL="0" indent="0">
              <a:buNone/>
            </a:pPr>
            <a:br>
              <a:rPr lang="en-US" sz="140" dirty="0"/>
            </a:br>
            <a:endParaRPr lang="en-US" sz="140" dirty="0"/>
          </a:p>
          <a:p>
            <a:pPr marL="0" indent="0">
              <a:buNone/>
            </a:pPr>
            <a:r>
              <a:rPr lang="en-US" sz="140" dirty="0"/>
              <a:t>  const </a:t>
            </a:r>
            <a:r>
              <a:rPr lang="en-US" sz="140" dirty="0" err="1"/>
              <a:t>openCheckout</a:t>
            </a:r>
            <a:r>
              <a:rPr lang="en-US" sz="140" dirty="0"/>
              <a:t> = () =&gt; {</a:t>
            </a:r>
          </a:p>
          <a:p>
            <a:pPr marL="0" indent="0">
              <a:buNone/>
            </a:pPr>
            <a:r>
              <a:rPr lang="en-US" sz="140" dirty="0"/>
              <a:t>    </a:t>
            </a:r>
            <a:r>
              <a:rPr lang="en-US" sz="140" dirty="0" err="1"/>
              <a:t>props.setCheckout</a:t>
            </a:r>
            <a:r>
              <a:rPr lang="en-US" sz="140" dirty="0"/>
              <a:t>(true);</a:t>
            </a:r>
          </a:p>
          <a:p>
            <a:pPr marL="0" indent="0">
              <a:buNone/>
            </a:pPr>
            <a:r>
              <a:rPr lang="en-US" sz="140" dirty="0"/>
              <a:t>  };</a:t>
            </a:r>
          </a:p>
          <a:p>
            <a:pPr marL="0" indent="0">
              <a:buNone/>
            </a:pPr>
            <a:br>
              <a:rPr lang="en-US" sz="140" dirty="0"/>
            </a:br>
            <a:endParaRPr lang="en-US" sz="140" dirty="0"/>
          </a:p>
          <a:p>
            <a:pPr marL="0" indent="0">
              <a:buNone/>
            </a:pPr>
            <a:r>
              <a:rPr lang="en-US" sz="140" dirty="0"/>
              <a:t>  return (</a:t>
            </a:r>
          </a:p>
          <a:p>
            <a:pPr marL="0" indent="0">
              <a:buNone/>
            </a:pPr>
            <a:r>
              <a:rPr lang="en-US" sz="140" dirty="0"/>
              <a:t>    &lt;Card </a:t>
            </a:r>
            <a:r>
              <a:rPr lang="en-US" sz="140" dirty="0" err="1"/>
              <a:t>sx</a:t>
            </a:r>
            <a:r>
              <a:rPr lang="en-US" sz="140" dirty="0"/>
              <a:t>={{ margin: 3, padding: 3, </a:t>
            </a:r>
            <a:r>
              <a:rPr lang="en-US" sz="140" dirty="0" err="1"/>
              <a:t>backgroundColor</a:t>
            </a:r>
            <a:r>
              <a:rPr lang="en-US" sz="140" dirty="0"/>
              <a:t>: "#f5f5f5" }}&gt;</a:t>
            </a:r>
          </a:p>
          <a:p>
            <a:pPr marL="0" indent="0">
              <a:buNone/>
            </a:pPr>
            <a:r>
              <a:rPr lang="en-US" sz="140" dirty="0"/>
              <a:t>      &lt;Typography variant="h6" </a:t>
            </a:r>
            <a:r>
              <a:rPr lang="en-US" sz="140" dirty="0" err="1"/>
              <a:t>sx</a:t>
            </a:r>
            <a:r>
              <a:rPr lang="en-US" sz="140" dirty="0"/>
              <a:t>={{ mb: 2, color: "</a:t>
            </a:r>
            <a:r>
              <a:rPr lang="en-US" sz="140" dirty="0" err="1"/>
              <a:t>primary.main</a:t>
            </a:r>
            <a:r>
              <a:rPr lang="en-US" sz="140" dirty="0"/>
              <a:t>" }}&gt;</a:t>
            </a:r>
          </a:p>
          <a:p>
            <a:pPr marL="0" indent="0">
              <a:buNone/>
            </a:pPr>
            <a:r>
              <a:rPr lang="en-US" sz="140" dirty="0"/>
              <a:t>        Shopping Cart</a:t>
            </a:r>
          </a:p>
          <a:p>
            <a:pPr marL="0" indent="0">
              <a:buNone/>
            </a:pPr>
            <a:r>
              <a:rPr lang="en-US" sz="140" dirty="0"/>
              <a:t>      &lt;/Typography&gt;</a:t>
            </a:r>
          </a:p>
          <a:p>
            <a:pPr marL="0" indent="0">
              <a:buNone/>
            </a:pPr>
            <a:br>
              <a:rPr lang="en-US" sz="140" dirty="0"/>
            </a:br>
            <a:endParaRPr lang="en-US" sz="140" dirty="0"/>
          </a:p>
          <a:p>
            <a:pPr marL="0" indent="0">
              <a:buNone/>
            </a:pPr>
            <a:r>
              <a:rPr lang="en-US" sz="140" dirty="0"/>
              <a:t>      {</a:t>
            </a:r>
            <a:r>
              <a:rPr lang="en-US" sz="140" dirty="0" err="1"/>
              <a:t>cartItems.length</a:t>
            </a:r>
            <a:r>
              <a:rPr lang="en-US" sz="140" dirty="0"/>
              <a:t> &gt; 0 ? (</a:t>
            </a:r>
          </a:p>
          <a:p>
            <a:pPr marL="0" indent="0">
              <a:buNone/>
            </a:pPr>
            <a:r>
              <a:rPr lang="en-US" sz="140" dirty="0"/>
              <a:t>        &lt;&gt;</a:t>
            </a:r>
          </a:p>
          <a:p>
            <a:pPr marL="0" indent="0">
              <a:buNone/>
            </a:pPr>
            <a:r>
              <a:rPr lang="en-US" sz="140" dirty="0"/>
              <a:t>          {</a:t>
            </a:r>
            <a:r>
              <a:rPr lang="en-US" sz="140" dirty="0" err="1"/>
              <a:t>cartItems.map</a:t>
            </a:r>
            <a:r>
              <a:rPr lang="en-US" sz="140" dirty="0"/>
              <a:t>((item, </a:t>
            </a:r>
            <a:r>
              <a:rPr lang="en-US" sz="140" dirty="0" err="1"/>
              <a:t>i</a:t>
            </a:r>
            <a:r>
              <a:rPr lang="en-US" sz="140" dirty="0"/>
              <a:t>) =&gt; (</a:t>
            </a:r>
          </a:p>
          <a:p>
            <a:pPr marL="0" indent="0">
              <a:buNone/>
            </a:pPr>
            <a:r>
              <a:rPr lang="en-US" sz="140" dirty="0"/>
              <a:t>            &lt;Box key={</a:t>
            </a:r>
            <a:r>
              <a:rPr lang="en-US" sz="140" dirty="0" err="1"/>
              <a:t>i</a:t>
            </a:r>
            <a:r>
              <a:rPr lang="en-US" sz="140" dirty="0"/>
              <a:t>} </a:t>
            </a:r>
            <a:r>
              <a:rPr lang="en-US" sz="140" dirty="0" err="1"/>
              <a:t>sx</a:t>
            </a:r>
            <a:r>
              <a:rPr lang="en-US" sz="140" dirty="0"/>
              <a:t>={{ mb: 2 }}&gt;</a:t>
            </a:r>
          </a:p>
          <a:p>
            <a:pPr marL="0" indent="0">
              <a:buNone/>
            </a:pPr>
            <a:r>
              <a:rPr lang="en-US" sz="140" dirty="0"/>
              <a:t>              &lt;Card </a:t>
            </a:r>
            <a:r>
              <a:rPr lang="en-US" sz="140" dirty="0" err="1"/>
              <a:t>sx</a:t>
            </a:r>
            <a:r>
              <a:rPr lang="en-US" sz="140" dirty="0"/>
              <a:t>={{ display: "flex", </a:t>
            </a:r>
            <a:r>
              <a:rPr lang="en-US" sz="140" dirty="0" err="1"/>
              <a:t>backgroundColor</a:t>
            </a:r>
            <a:r>
              <a:rPr lang="en-US" sz="140" dirty="0"/>
              <a:t>: "#</a:t>
            </a:r>
            <a:r>
              <a:rPr lang="en-US" sz="140" dirty="0" err="1"/>
              <a:t>fff</a:t>
            </a:r>
            <a:r>
              <a:rPr lang="en-US" sz="140" dirty="0"/>
              <a:t>" }}&gt;</a:t>
            </a:r>
          </a:p>
          <a:p>
            <a:pPr marL="0" indent="0">
              <a:buNone/>
            </a:pPr>
            <a:r>
              <a:rPr lang="en-US" sz="140" dirty="0"/>
              <a:t>                &lt;</a:t>
            </a:r>
            <a:r>
              <a:rPr lang="en-US" sz="140" dirty="0" err="1"/>
              <a:t>CardMedia</a:t>
            </a:r>
            <a:endParaRPr lang="en-US" sz="140" dirty="0"/>
          </a:p>
          <a:p>
            <a:pPr marL="0" indent="0">
              <a:buNone/>
            </a:pPr>
            <a:r>
              <a:rPr lang="en-US" sz="140" dirty="0"/>
              <a:t>                  component="</a:t>
            </a:r>
            <a:r>
              <a:rPr lang="en-US" sz="140" dirty="0" err="1"/>
              <a:t>img</a:t>
            </a:r>
            <a:r>
              <a:rPr lang="en-US" sz="140" dirty="0"/>
              <a:t>"</a:t>
            </a:r>
          </a:p>
          <a:p>
            <a:pPr marL="0" indent="0">
              <a:buNone/>
            </a:pPr>
            <a:r>
              <a:rPr lang="en-US" sz="140" dirty="0"/>
              <a:t>                  image={`/</a:t>
            </a:r>
            <a:r>
              <a:rPr lang="en-US" sz="140" dirty="0" err="1"/>
              <a:t>api</a:t>
            </a:r>
            <a:r>
              <a:rPr lang="en-US" sz="140" dirty="0"/>
              <a:t>/product/image/${</a:t>
            </a:r>
            <a:r>
              <a:rPr lang="en-US" sz="140" dirty="0" err="1"/>
              <a:t>item.product._id</a:t>
            </a:r>
            <a:r>
              <a:rPr lang="en-US" sz="140" dirty="0"/>
              <a:t>}`}</a:t>
            </a:r>
          </a:p>
          <a:p>
            <a:pPr marL="0" indent="0">
              <a:buNone/>
            </a:pPr>
            <a:r>
              <a:rPr lang="en-US" sz="140" dirty="0"/>
              <a:t>                  alt={item.product.name}</a:t>
            </a:r>
          </a:p>
          <a:p>
            <a:pPr marL="0" indent="0">
              <a:buNone/>
            </a:pPr>
            <a:r>
              <a:rPr lang="en-US" sz="140" dirty="0"/>
              <a:t>                  </a:t>
            </a:r>
            <a:r>
              <a:rPr lang="en-US" sz="140" dirty="0" err="1"/>
              <a:t>sx</a:t>
            </a:r>
            <a:r>
              <a:rPr lang="en-US" sz="140" dirty="0"/>
              <a:t>={{ width: 160, height: 125, m: 1 }}</a:t>
            </a:r>
          </a:p>
          <a:p>
            <a:pPr marL="0" indent="0">
              <a:buNone/>
            </a:pPr>
            <a:r>
              <a:rPr lang="en-US" sz="140" dirty="0"/>
              <a:t>                /&gt;</a:t>
            </a:r>
          </a:p>
          <a:p>
            <a:pPr marL="0" indent="0">
              <a:buNone/>
            </a:pPr>
            <a:r>
              <a:rPr lang="en-US" sz="140" dirty="0"/>
              <a:t>                &lt;Box</a:t>
            </a:r>
          </a:p>
          <a:p>
            <a:pPr marL="0" indent="0">
              <a:buNone/>
            </a:pPr>
            <a:r>
              <a:rPr lang="en-US" sz="140" dirty="0"/>
              <a:t>                  </a:t>
            </a:r>
            <a:r>
              <a:rPr lang="en-US" sz="140" dirty="0" err="1"/>
              <a:t>sx</a:t>
            </a:r>
            <a:r>
              <a:rPr lang="en-US" sz="140" dirty="0"/>
              <a:t>={{</a:t>
            </a:r>
          </a:p>
          <a:p>
            <a:pPr marL="0" indent="0">
              <a:buNone/>
            </a:pPr>
            <a:r>
              <a:rPr lang="en-US" sz="140" dirty="0"/>
              <a:t>                    flex: 1,</a:t>
            </a:r>
          </a:p>
          <a:p>
            <a:pPr marL="0" indent="0">
              <a:buNone/>
            </a:pPr>
            <a:r>
              <a:rPr lang="en-US" sz="140" dirty="0"/>
              <a:t>                    display: "flex",</a:t>
            </a:r>
          </a:p>
          <a:p>
            <a:pPr marL="0" indent="0">
              <a:buNone/>
            </a:pPr>
            <a:r>
              <a:rPr lang="en-US" sz="140" dirty="0"/>
              <a:t>                    </a:t>
            </a:r>
            <a:r>
              <a:rPr lang="en-US" sz="140" dirty="0" err="1"/>
              <a:t>flexDirection</a:t>
            </a:r>
            <a:r>
              <a:rPr lang="en-US" sz="140" dirty="0"/>
              <a:t>: "column",</a:t>
            </a:r>
          </a:p>
          <a:p>
            <a:pPr marL="0" indent="0">
              <a:buNone/>
            </a:pPr>
            <a:r>
              <a:rPr lang="en-US" sz="140" dirty="0"/>
              <a:t>                    p: 1,</a:t>
            </a:r>
          </a:p>
          <a:p>
            <a:pPr marL="0" indent="0">
              <a:buNone/>
            </a:pPr>
            <a:r>
              <a:rPr lang="en-US" sz="140" dirty="0"/>
              <a:t>                  }}</a:t>
            </a:r>
          </a:p>
          <a:p>
            <a:pPr marL="0" indent="0">
              <a:buNone/>
            </a:pPr>
            <a:r>
              <a:rPr lang="en-US" sz="140" dirty="0"/>
              <a:t>                &gt;</a:t>
            </a:r>
          </a:p>
          <a:p>
            <a:pPr marL="0" indent="0">
              <a:buNone/>
            </a:pPr>
            <a:r>
              <a:rPr lang="en-US" sz="140" dirty="0"/>
              <a:t>                  &lt;</a:t>
            </a:r>
            <a:r>
              <a:rPr lang="en-US" sz="140" dirty="0" err="1"/>
              <a:t>CardContent</a:t>
            </a:r>
            <a:r>
              <a:rPr lang="en-US" sz="140" dirty="0"/>
              <a:t> </a:t>
            </a:r>
            <a:r>
              <a:rPr lang="en-US" sz="140" dirty="0" err="1"/>
              <a:t>sx</a:t>
            </a:r>
            <a:r>
              <a:rPr lang="en-US" sz="140" dirty="0"/>
              <a:t>={{ flex: "1 0 auto", p: 0 }}&gt;</a:t>
            </a:r>
          </a:p>
          <a:p>
            <a:pPr marL="0" indent="0">
              <a:buNone/>
            </a:pPr>
            <a:r>
              <a:rPr lang="en-US" sz="140" dirty="0"/>
              <a:t>                    &lt;Link</a:t>
            </a:r>
          </a:p>
          <a:p>
            <a:pPr marL="0" indent="0">
              <a:buNone/>
            </a:pPr>
            <a:r>
              <a:rPr lang="en-US" sz="140" dirty="0"/>
              <a:t>                      to={`/product/${</a:t>
            </a:r>
            <a:r>
              <a:rPr lang="en-US" sz="140" dirty="0" err="1"/>
              <a:t>item.product._id</a:t>
            </a:r>
            <a:r>
              <a:rPr lang="en-US" sz="140" dirty="0"/>
              <a:t>}`}</a:t>
            </a:r>
          </a:p>
          <a:p>
            <a:pPr marL="0" indent="0">
              <a:buNone/>
            </a:pPr>
            <a:r>
              <a:rPr lang="en-US" sz="140" dirty="0"/>
              <a:t>                      style={{ </a:t>
            </a:r>
            <a:r>
              <a:rPr lang="en-US" sz="140" dirty="0" err="1"/>
              <a:t>textDecoration</a:t>
            </a:r>
            <a:r>
              <a:rPr lang="en-US" sz="140" dirty="0"/>
              <a:t>: "none" }}</a:t>
            </a:r>
          </a:p>
          <a:p>
            <a:pPr marL="0" indent="0">
              <a:buNone/>
            </a:pPr>
            <a:r>
              <a:rPr lang="en-US" sz="140" dirty="0"/>
              <a:t>                    &gt;</a:t>
            </a:r>
          </a:p>
          <a:p>
            <a:pPr marL="0" indent="0">
              <a:buNone/>
            </a:pPr>
            <a:r>
              <a:rPr lang="en-US" sz="140" dirty="0"/>
              <a:t>                      &lt;Typography variant="h6" color="primary"&gt;</a:t>
            </a:r>
          </a:p>
          <a:p>
            <a:pPr marL="0" indent="0">
              <a:buNone/>
            </a:pPr>
            <a:r>
              <a:rPr lang="en-US" sz="140" dirty="0"/>
              <a:t>                        {item.product.name}</a:t>
            </a:r>
          </a:p>
          <a:p>
            <a:pPr marL="0" indent="0">
              <a:buNone/>
            </a:pPr>
            <a:r>
              <a:rPr lang="en-US" sz="140" dirty="0"/>
              <a:t>                      &lt;/Typography&gt;</a:t>
            </a:r>
          </a:p>
          <a:p>
            <a:pPr marL="0" indent="0">
              <a:buNone/>
            </a:pPr>
            <a:r>
              <a:rPr lang="en-US" sz="140" dirty="0"/>
              <a:t>                    &lt;/Link&gt;</a:t>
            </a:r>
          </a:p>
          <a:p>
            <a:pPr marL="0" indent="0">
              <a:buNone/>
            </a:pPr>
            <a:r>
              <a:rPr lang="en-US" sz="140" dirty="0"/>
              <a:t>                    &lt;Typography variant="body2" color="</a:t>
            </a:r>
            <a:r>
              <a:rPr lang="en-US" sz="140" dirty="0" err="1"/>
              <a:t>text.secondary</a:t>
            </a:r>
            <a:r>
              <a:rPr lang="en-US" sz="140" dirty="0"/>
              <a:t>"&gt;</a:t>
            </a:r>
          </a:p>
          <a:p>
            <a:pPr marL="0" indent="0">
              <a:buNone/>
            </a:pPr>
            <a:r>
              <a:rPr lang="en-US" sz="140" dirty="0"/>
              <a:t>                      ${</a:t>
            </a:r>
            <a:r>
              <a:rPr lang="en-US" sz="140" dirty="0" err="1"/>
              <a:t>item.product.price</a:t>
            </a:r>
            <a:r>
              <a:rPr lang="en-US" sz="140" dirty="0"/>
              <a:t>}</a:t>
            </a:r>
          </a:p>
          <a:p>
            <a:pPr marL="0" indent="0">
              <a:buNone/>
            </a:pPr>
            <a:r>
              <a:rPr lang="en-US" sz="140" dirty="0"/>
              <a:t>                    &lt;/Typography&gt;</a:t>
            </a:r>
          </a:p>
          <a:p>
            <a:pPr marL="0" indent="0">
              <a:buNone/>
            </a:pPr>
            <a:r>
              <a:rPr lang="en-US" sz="140" dirty="0"/>
              <a:t>                    &lt;Typography variant="body2" color="</a:t>
            </a:r>
            <a:r>
              <a:rPr lang="en-US" sz="140" dirty="0" err="1"/>
              <a:t>text.secondary</a:t>
            </a:r>
            <a:r>
              <a:rPr lang="en-US" sz="140" dirty="0"/>
              <a:t>"&gt;</a:t>
            </a:r>
          </a:p>
          <a:p>
            <a:pPr marL="0" indent="0">
              <a:buNone/>
            </a:pPr>
            <a:r>
              <a:rPr lang="en-US" sz="140" dirty="0"/>
              <a:t>                      Quantity: {</a:t>
            </a:r>
            <a:r>
              <a:rPr lang="en-US" sz="140" dirty="0" err="1"/>
              <a:t>item.quantity</a:t>
            </a:r>
            <a:r>
              <a:rPr lang="en-US" sz="140" dirty="0"/>
              <a:t>}</a:t>
            </a:r>
          </a:p>
          <a:p>
            <a:pPr marL="0" indent="0">
              <a:buNone/>
            </a:pPr>
            <a:r>
              <a:rPr lang="en-US" sz="140" dirty="0"/>
              <a:t>                    &lt;/Typography&gt;</a:t>
            </a:r>
          </a:p>
          <a:p>
            <a:pPr marL="0" indent="0">
              <a:buNone/>
            </a:pPr>
            <a:r>
              <a:rPr lang="en-US" sz="140" dirty="0"/>
              <a:t>                    &lt;Typography variant="body2" color="</a:t>
            </a:r>
            <a:r>
              <a:rPr lang="en-US" sz="140" dirty="0" err="1"/>
              <a:t>text.secondary</a:t>
            </a:r>
            <a:r>
              <a:rPr lang="en-US" sz="140" dirty="0"/>
              <a:t>"&gt;</a:t>
            </a:r>
          </a:p>
          <a:p>
            <a:pPr marL="0" indent="0">
              <a:buNone/>
            </a:pPr>
            <a:r>
              <a:rPr lang="en-US" sz="140" dirty="0"/>
              <a:t>                      Shop: {item.product.shop.name}</a:t>
            </a:r>
          </a:p>
          <a:p>
            <a:pPr marL="0" indent="0">
              <a:buNone/>
            </a:pPr>
            <a:r>
              <a:rPr lang="en-US" sz="140" dirty="0"/>
              <a:t>                    &lt;/Typography&gt;</a:t>
            </a:r>
          </a:p>
          <a:p>
            <a:pPr marL="0" indent="0">
              <a:buNone/>
            </a:pPr>
            <a:r>
              <a:rPr lang="en-US" sz="140" dirty="0"/>
              <a:t>                    &lt;Typography variant="body1" </a:t>
            </a:r>
            <a:r>
              <a:rPr lang="en-US" sz="140" dirty="0" err="1"/>
              <a:t>sx</a:t>
            </a:r>
            <a:r>
              <a:rPr lang="en-US" sz="140" dirty="0"/>
              <a:t>={{ mt: 1, </a:t>
            </a:r>
            <a:r>
              <a:rPr lang="en-US" sz="140" dirty="0" err="1"/>
              <a:t>fontWeight</a:t>
            </a:r>
            <a:r>
              <a:rPr lang="en-US" sz="140" dirty="0"/>
              <a:t>: 600 }}&gt;</a:t>
            </a:r>
          </a:p>
          <a:p>
            <a:pPr marL="0" indent="0">
              <a:buNone/>
            </a:pPr>
            <a:r>
              <a:rPr lang="en-US" sz="140" dirty="0"/>
              <a:t>                      Subtotal: ${</a:t>
            </a:r>
            <a:r>
              <a:rPr lang="en-US" sz="140" dirty="0" err="1"/>
              <a:t>item.product.price</a:t>
            </a:r>
            <a:r>
              <a:rPr lang="en-US" sz="140" dirty="0"/>
              <a:t> * </a:t>
            </a:r>
            <a:r>
              <a:rPr lang="en-US" sz="140" dirty="0" err="1"/>
              <a:t>item.quantity</a:t>
            </a:r>
            <a:r>
              <a:rPr lang="en-US" sz="140" dirty="0"/>
              <a:t>}</a:t>
            </a:r>
          </a:p>
          <a:p>
            <a:pPr marL="0" indent="0">
              <a:buNone/>
            </a:pPr>
            <a:r>
              <a:rPr lang="en-US" sz="140" dirty="0"/>
              <a:t>                    &lt;/Typography&gt;</a:t>
            </a:r>
          </a:p>
          <a:p>
            <a:pPr marL="0" indent="0">
              <a:buNone/>
            </a:pPr>
            <a:r>
              <a:rPr lang="en-US" sz="140" dirty="0"/>
              <a:t>                  &lt;/</a:t>
            </a:r>
            <a:r>
              <a:rPr lang="en-US" sz="140" dirty="0" err="1"/>
              <a:t>CardContent</a:t>
            </a:r>
            <a:r>
              <a:rPr lang="en-US" sz="140" dirty="0"/>
              <a:t>&gt;</a:t>
            </a:r>
          </a:p>
          <a:p>
            <a:pPr marL="0" indent="0">
              <a:buNone/>
            </a:pPr>
            <a:br>
              <a:rPr lang="en-US" sz="140" dirty="0"/>
            </a:br>
            <a:endParaRPr lang="en-US" sz="140" dirty="0"/>
          </a:p>
          <a:p>
            <a:pPr marL="0" indent="0">
              <a:buNone/>
            </a:pPr>
            <a:r>
              <a:rPr lang="en-US" sz="140" dirty="0"/>
              <a:t>                  &lt;Box</a:t>
            </a:r>
          </a:p>
          <a:p>
            <a:pPr marL="0" indent="0">
              <a:buNone/>
            </a:pPr>
            <a:r>
              <a:rPr lang="en-US" sz="140" dirty="0"/>
              <a:t>                    </a:t>
            </a:r>
            <a:r>
              <a:rPr lang="en-US" sz="140" dirty="0" err="1"/>
              <a:t>sx</a:t>
            </a:r>
            <a:r>
              <a:rPr lang="en-US" sz="140" dirty="0"/>
              <a:t>={{</a:t>
            </a:r>
          </a:p>
          <a:p>
            <a:pPr marL="0" indent="0">
              <a:buNone/>
            </a:pPr>
            <a:r>
              <a:rPr lang="en-US" sz="140" dirty="0"/>
              <a:t>                      mt: 1,</a:t>
            </a:r>
          </a:p>
          <a:p>
            <a:pPr marL="0" indent="0">
              <a:buNone/>
            </a:pPr>
            <a:r>
              <a:rPr lang="en-US" sz="140" dirty="0"/>
              <a:t>                      display: "flex",</a:t>
            </a:r>
          </a:p>
          <a:p>
            <a:pPr marL="0" indent="0">
              <a:buNone/>
            </a:pPr>
            <a:r>
              <a:rPr lang="en-US" sz="140" dirty="0"/>
              <a:t>                      </a:t>
            </a:r>
            <a:r>
              <a:rPr lang="en-US" sz="140" dirty="0" err="1"/>
              <a:t>alignItems</a:t>
            </a:r>
            <a:r>
              <a:rPr lang="en-US" sz="140" dirty="0"/>
              <a:t>: "center",</a:t>
            </a:r>
          </a:p>
          <a:p>
            <a:pPr marL="0" indent="0">
              <a:buNone/>
            </a:pPr>
            <a:r>
              <a:rPr lang="en-US" sz="140" dirty="0"/>
              <a:t>                      gap: 1,</a:t>
            </a:r>
          </a:p>
          <a:p>
            <a:pPr marL="0" indent="0">
              <a:buNone/>
            </a:pPr>
            <a:r>
              <a:rPr lang="en-US" sz="140" dirty="0"/>
              <a:t>                    }}</a:t>
            </a:r>
          </a:p>
          <a:p>
            <a:pPr marL="0" indent="0">
              <a:buNone/>
            </a:pPr>
            <a:r>
              <a:rPr lang="en-US" sz="140" dirty="0"/>
              <a:t>                  &gt;</a:t>
            </a:r>
          </a:p>
          <a:p>
            <a:pPr marL="0" indent="0">
              <a:buNone/>
            </a:pPr>
            <a:r>
              <a:rPr lang="en-US" sz="140" dirty="0"/>
              <a:t>                    &lt;</a:t>
            </a:r>
            <a:r>
              <a:rPr lang="en-US" sz="140" dirty="0" err="1"/>
              <a:t>TextField</a:t>
            </a:r>
            <a:endParaRPr lang="en-US" sz="140" dirty="0"/>
          </a:p>
          <a:p>
            <a:pPr marL="0" indent="0">
              <a:buNone/>
            </a:pPr>
            <a:r>
              <a:rPr lang="en-US" sz="140" dirty="0"/>
              <a:t>                      type="number"</a:t>
            </a:r>
          </a:p>
          <a:p>
            <a:pPr marL="0" indent="0">
              <a:buNone/>
            </a:pPr>
            <a:r>
              <a:rPr lang="en-US" sz="140" dirty="0"/>
              <a:t>                      value={</a:t>
            </a:r>
            <a:r>
              <a:rPr lang="en-US" sz="140" dirty="0" err="1"/>
              <a:t>item.quantity</a:t>
            </a:r>
            <a:r>
              <a:rPr lang="en-US" sz="140" dirty="0"/>
              <a:t>}</a:t>
            </a:r>
          </a:p>
          <a:p>
            <a:pPr marL="0" indent="0">
              <a:buNone/>
            </a:pPr>
            <a:r>
              <a:rPr lang="en-US" sz="140" dirty="0"/>
              <a:t>                      </a:t>
            </a:r>
            <a:r>
              <a:rPr lang="en-US" sz="140" dirty="0" err="1"/>
              <a:t>onChange</a:t>
            </a:r>
            <a:r>
              <a:rPr lang="en-US" sz="140" dirty="0"/>
              <a:t>={</a:t>
            </a:r>
            <a:r>
              <a:rPr lang="en-US" sz="140" dirty="0" err="1"/>
              <a:t>handleChange</a:t>
            </a:r>
            <a:r>
              <a:rPr lang="en-US" sz="140" dirty="0"/>
              <a:t>(</a:t>
            </a:r>
            <a:r>
              <a:rPr lang="en-US" sz="140" dirty="0" err="1"/>
              <a:t>i</a:t>
            </a:r>
            <a:r>
              <a:rPr lang="en-US" sz="140" dirty="0"/>
              <a:t>)}</a:t>
            </a:r>
          </a:p>
          <a:p>
            <a:pPr marL="0" indent="0">
              <a:buNone/>
            </a:pPr>
            <a:r>
              <a:rPr lang="en-US" sz="140" dirty="0"/>
              <a:t>                      </a:t>
            </a:r>
            <a:r>
              <a:rPr lang="en-US" sz="140" dirty="0" err="1"/>
              <a:t>inputProps</a:t>
            </a:r>
            <a:r>
              <a:rPr lang="en-US" sz="140" dirty="0"/>
              <a:t>={{ min: 1 }}</a:t>
            </a:r>
          </a:p>
          <a:p>
            <a:pPr marL="0" indent="0">
              <a:buNone/>
            </a:pPr>
            <a:r>
              <a:rPr lang="en-US" sz="140" dirty="0"/>
              <a:t>                      size="small"</a:t>
            </a:r>
          </a:p>
          <a:p>
            <a:pPr marL="0" indent="0">
              <a:buNone/>
            </a:pPr>
            <a:r>
              <a:rPr lang="en-US" sz="140" dirty="0"/>
              <a:t>                      </a:t>
            </a:r>
            <a:r>
              <a:rPr lang="en-US" sz="140" dirty="0" err="1"/>
              <a:t>sx</a:t>
            </a:r>
            <a:r>
              <a:rPr lang="en-US" sz="140" dirty="0"/>
              <a:t>={{ width: 60 }}</a:t>
            </a:r>
          </a:p>
          <a:p>
            <a:pPr marL="0" indent="0">
              <a:buNone/>
            </a:pPr>
            <a:r>
              <a:rPr lang="en-US" sz="140" dirty="0"/>
              <a:t>                    /&gt;</a:t>
            </a:r>
          </a:p>
          <a:p>
            <a:pPr marL="0" indent="0">
              <a:buNone/>
            </a:pPr>
            <a:r>
              <a:rPr lang="en-US" sz="140" dirty="0"/>
              <a:t>                    &lt;Button color="primary" </a:t>
            </a:r>
            <a:r>
              <a:rPr lang="en-US" sz="140" dirty="0" err="1"/>
              <a:t>onClick</a:t>
            </a:r>
            <a:r>
              <a:rPr lang="en-US" sz="140" dirty="0"/>
              <a:t>={</a:t>
            </a:r>
            <a:r>
              <a:rPr lang="en-US" sz="140" dirty="0" err="1"/>
              <a:t>removeItem</a:t>
            </a:r>
            <a:r>
              <a:rPr lang="en-US" sz="140" dirty="0"/>
              <a:t>(</a:t>
            </a:r>
            <a:r>
              <a:rPr lang="en-US" sz="140" dirty="0" err="1"/>
              <a:t>i</a:t>
            </a:r>
            <a:r>
              <a:rPr lang="en-US" sz="140" dirty="0"/>
              <a:t>)}&gt;</a:t>
            </a:r>
          </a:p>
          <a:p>
            <a:pPr marL="0" indent="0">
              <a:buNone/>
            </a:pPr>
            <a:r>
              <a:rPr lang="en-US" sz="140" dirty="0"/>
              <a:t>                      Remove</a:t>
            </a:r>
          </a:p>
          <a:p>
            <a:pPr marL="0" indent="0">
              <a:buNone/>
            </a:pPr>
            <a:r>
              <a:rPr lang="en-US" sz="140" dirty="0"/>
              <a:t>                    &lt;/Button&gt;</a:t>
            </a:r>
          </a:p>
          <a:p>
            <a:pPr marL="0" indent="0">
              <a:buNone/>
            </a:pPr>
            <a:r>
              <a:rPr lang="en-US" sz="140" dirty="0"/>
              <a:t>                  &lt;/Box&gt;</a:t>
            </a:r>
          </a:p>
          <a:p>
            <a:pPr marL="0" indent="0">
              <a:buNone/>
            </a:pPr>
            <a:r>
              <a:rPr lang="en-US" sz="140" dirty="0"/>
              <a:t>                &lt;/Box&gt;</a:t>
            </a:r>
          </a:p>
          <a:p>
            <a:pPr marL="0" indent="0">
              <a:buNone/>
            </a:pPr>
            <a:r>
              <a:rPr lang="en-US" sz="140" dirty="0"/>
              <a:t>              &lt;/Card&gt;</a:t>
            </a:r>
          </a:p>
          <a:p>
            <a:pPr marL="0" indent="0">
              <a:buNone/>
            </a:pPr>
            <a:r>
              <a:rPr lang="en-US" sz="140" dirty="0"/>
              <a:t>              &lt;Divider </a:t>
            </a:r>
            <a:r>
              <a:rPr lang="en-US" sz="140" dirty="0" err="1"/>
              <a:t>sx</a:t>
            </a:r>
            <a:r>
              <a:rPr lang="en-US" sz="140" dirty="0"/>
              <a:t>={{ my: 1 }} /&gt;</a:t>
            </a:r>
          </a:p>
          <a:p>
            <a:pPr marL="0" indent="0">
              <a:buNone/>
            </a:pPr>
            <a:r>
              <a:rPr lang="en-US" sz="140" dirty="0"/>
              <a:t>            &lt;/Box&gt;</a:t>
            </a:r>
          </a:p>
          <a:p>
            <a:pPr marL="0" indent="0">
              <a:buNone/>
            </a:pPr>
            <a:r>
              <a:rPr lang="en-US" sz="140" dirty="0"/>
              <a:t>          ))}</a:t>
            </a:r>
          </a:p>
          <a:p>
            <a:pPr marL="0" indent="0">
              <a:buNone/>
            </a:pPr>
            <a:br>
              <a:rPr lang="en-US" sz="140" dirty="0"/>
            </a:br>
            <a:endParaRPr lang="en-US" sz="140" dirty="0"/>
          </a:p>
          <a:p>
            <a:pPr marL="0" indent="0">
              <a:buNone/>
            </a:pPr>
            <a:r>
              <a:rPr lang="en-US" sz="140" dirty="0"/>
              <a:t>          {/* Total and Checkout Buttons */}</a:t>
            </a:r>
          </a:p>
          <a:p>
            <a:pPr marL="0" indent="0">
              <a:buNone/>
            </a:pPr>
            <a:r>
              <a:rPr lang="en-US" sz="140" dirty="0"/>
              <a:t>          &lt;Box</a:t>
            </a:r>
          </a:p>
          <a:p>
            <a:pPr marL="0" indent="0">
              <a:buNone/>
            </a:pPr>
            <a:r>
              <a:rPr lang="en-US" sz="140" dirty="0"/>
              <a:t>            </a:t>
            </a:r>
            <a:r>
              <a:rPr lang="en-US" sz="140" dirty="0" err="1"/>
              <a:t>sx</a:t>
            </a:r>
            <a:r>
              <a:rPr lang="en-US" sz="140" dirty="0"/>
              <a:t>={{</a:t>
            </a:r>
          </a:p>
          <a:p>
            <a:pPr marL="0" indent="0">
              <a:buNone/>
            </a:pPr>
            <a:r>
              <a:rPr lang="en-US" sz="140" dirty="0"/>
              <a:t>              display: "flex",</a:t>
            </a:r>
          </a:p>
          <a:p>
            <a:pPr marL="0" indent="0">
              <a:buNone/>
            </a:pPr>
            <a:r>
              <a:rPr lang="en-US" sz="140" dirty="0"/>
              <a:t>              </a:t>
            </a:r>
            <a:r>
              <a:rPr lang="en-US" sz="140" dirty="0" err="1"/>
              <a:t>justifyContent</a:t>
            </a:r>
            <a:r>
              <a:rPr lang="en-US" sz="140" dirty="0"/>
              <a:t>: "flex-end",</a:t>
            </a:r>
          </a:p>
          <a:p>
            <a:pPr marL="0" indent="0">
              <a:buNone/>
            </a:pPr>
            <a:r>
              <a:rPr lang="en-US" sz="140" dirty="0"/>
              <a:t>              </a:t>
            </a:r>
            <a:r>
              <a:rPr lang="en-US" sz="140" dirty="0" err="1"/>
              <a:t>alignItems</a:t>
            </a:r>
            <a:r>
              <a:rPr lang="en-US" sz="140" dirty="0"/>
              <a:t>: "center",</a:t>
            </a:r>
          </a:p>
          <a:p>
            <a:pPr marL="0" indent="0">
              <a:buNone/>
            </a:pPr>
            <a:r>
              <a:rPr lang="en-US" sz="140" dirty="0"/>
              <a:t>              gap: 2,</a:t>
            </a:r>
          </a:p>
          <a:p>
            <a:pPr marL="0" indent="0">
              <a:buNone/>
            </a:pPr>
            <a:r>
              <a:rPr lang="en-US" sz="140" dirty="0"/>
              <a:t>              mt: 3,</a:t>
            </a:r>
          </a:p>
          <a:p>
            <a:pPr marL="0" indent="0">
              <a:buNone/>
            </a:pPr>
            <a:r>
              <a:rPr lang="en-US" sz="140" dirty="0"/>
              <a:t>            }}</a:t>
            </a:r>
          </a:p>
          <a:p>
            <a:pPr marL="0" indent="0">
              <a:buNone/>
            </a:pPr>
            <a:r>
              <a:rPr lang="en-US" sz="140" dirty="0"/>
              <a:t>          &gt;</a:t>
            </a:r>
          </a:p>
          <a:p>
            <a:pPr marL="0" indent="0">
              <a:buNone/>
            </a:pPr>
            <a:r>
              <a:rPr lang="en-US" sz="140" dirty="0"/>
              <a:t>            &lt;Typography</a:t>
            </a:r>
          </a:p>
          <a:p>
            <a:pPr marL="0" indent="0">
              <a:buNone/>
            </a:pPr>
            <a:r>
              <a:rPr lang="en-US" sz="140" dirty="0"/>
              <a:t>              </a:t>
            </a:r>
            <a:r>
              <a:rPr lang="en-US" sz="140" dirty="0" err="1"/>
              <a:t>sx</a:t>
            </a:r>
            <a:r>
              <a:rPr lang="en-US" sz="140" dirty="0"/>
              <a:t>={{</a:t>
            </a:r>
          </a:p>
          <a:p>
            <a:pPr marL="0" indent="0">
              <a:buNone/>
            </a:pPr>
            <a:r>
              <a:rPr lang="en-US" sz="140" dirty="0"/>
              <a:t>                </a:t>
            </a:r>
            <a:r>
              <a:rPr lang="en-US" sz="140" dirty="0" err="1"/>
              <a:t>fontSize</a:t>
            </a:r>
            <a:r>
              <a:rPr lang="en-US" sz="140" dirty="0"/>
              <a:t>: "1.2em",</a:t>
            </a:r>
          </a:p>
          <a:p>
            <a:pPr marL="0" indent="0">
              <a:buNone/>
            </a:pPr>
            <a:r>
              <a:rPr lang="en-US" sz="140" dirty="0"/>
              <a:t>                </a:t>
            </a:r>
            <a:r>
              <a:rPr lang="en-US" sz="140" dirty="0" err="1"/>
              <a:t>fontWeight</a:t>
            </a:r>
            <a:r>
              <a:rPr lang="en-US" sz="140" dirty="0"/>
              <a:t>: 600,</a:t>
            </a:r>
          </a:p>
          <a:p>
            <a:pPr marL="0" indent="0">
              <a:buNone/>
            </a:pPr>
            <a:r>
              <a:rPr lang="en-US" sz="140" dirty="0"/>
              <a:t>                color: "</a:t>
            </a:r>
            <a:r>
              <a:rPr lang="en-US" sz="140" dirty="0" err="1"/>
              <a:t>rgb</a:t>
            </a:r>
            <a:r>
              <a:rPr lang="en-US" sz="140" dirty="0"/>
              <a:t>(53, 97, 85)",</a:t>
            </a:r>
          </a:p>
          <a:p>
            <a:pPr marL="0" indent="0">
              <a:buNone/>
            </a:pPr>
            <a:r>
              <a:rPr lang="en-US" sz="140" dirty="0"/>
              <a:t>              }}</a:t>
            </a:r>
          </a:p>
          <a:p>
            <a:pPr marL="0" indent="0">
              <a:buNone/>
            </a:pPr>
            <a:r>
              <a:rPr lang="en-US" sz="140" dirty="0"/>
              <a:t>            &gt;</a:t>
            </a:r>
          </a:p>
          <a:p>
            <a:pPr marL="0" indent="0">
              <a:buNone/>
            </a:pPr>
            <a:r>
              <a:rPr lang="en-US" sz="140" dirty="0"/>
              <a:t>              Total: ${</a:t>
            </a:r>
            <a:r>
              <a:rPr lang="en-US" sz="140" dirty="0" err="1"/>
              <a:t>getTotal</a:t>
            </a:r>
            <a:r>
              <a:rPr lang="en-US" sz="140" dirty="0"/>
              <a:t>()}</a:t>
            </a:r>
          </a:p>
          <a:p>
            <a:pPr marL="0" indent="0">
              <a:buNone/>
            </a:pPr>
            <a:r>
              <a:rPr lang="en-US" sz="140" dirty="0"/>
              <a:t>            &lt;/Typography&gt;</a:t>
            </a:r>
          </a:p>
          <a:p>
            <a:pPr marL="0" indent="0">
              <a:buNone/>
            </a:pPr>
            <a:br>
              <a:rPr lang="en-US" sz="140" dirty="0"/>
            </a:br>
            <a:endParaRPr lang="en-US" sz="140" dirty="0"/>
          </a:p>
          <a:p>
            <a:pPr marL="0" indent="0">
              <a:buNone/>
            </a:pPr>
            <a:r>
              <a:rPr lang="en-US" sz="140" dirty="0"/>
              <a:t>            {!</a:t>
            </a:r>
            <a:r>
              <a:rPr lang="en-US" sz="140" dirty="0" err="1"/>
              <a:t>props.checkout</a:t>
            </a:r>
            <a:r>
              <a:rPr lang="en-US" sz="140" dirty="0"/>
              <a:t> &amp;&amp; </a:t>
            </a:r>
            <a:r>
              <a:rPr lang="en-US" sz="140" dirty="0" err="1"/>
              <a:t>auth.isAuthenticated</a:t>
            </a:r>
            <a:r>
              <a:rPr lang="en-US" sz="140" dirty="0"/>
              <a:t>() ? (</a:t>
            </a:r>
          </a:p>
          <a:p>
            <a:pPr marL="0" indent="0">
              <a:buNone/>
            </a:pPr>
            <a:r>
              <a:rPr lang="en-US" sz="140" dirty="0"/>
              <a:t>            </a:t>
            </a:r>
            <a:r>
              <a:rPr lang="en-US" sz="140" dirty="0">
                <a:highlight>
                  <a:srgbClr val="FFFF00"/>
                </a:highlight>
              </a:rPr>
              <a:t>  &lt;Link to="/checkout" style={{ </a:t>
            </a:r>
            <a:r>
              <a:rPr lang="en-US" sz="140" dirty="0" err="1">
                <a:highlight>
                  <a:srgbClr val="FFFF00"/>
                </a:highlight>
              </a:rPr>
              <a:t>textDecoration</a:t>
            </a:r>
            <a:r>
              <a:rPr lang="en-US" sz="140" dirty="0">
                <a:highlight>
                  <a:srgbClr val="FFFF00"/>
                </a:highlight>
              </a:rPr>
              <a:t>: "none" }}&gt;</a:t>
            </a:r>
          </a:p>
          <a:p>
            <a:pPr marL="0" indent="0">
              <a:buNone/>
            </a:pPr>
            <a:r>
              <a:rPr lang="en-US" sz="140" dirty="0"/>
              <a:t>                &lt;Button</a:t>
            </a:r>
          </a:p>
          <a:p>
            <a:pPr marL="0" indent="0">
              <a:buNone/>
            </a:pPr>
            <a:r>
              <a:rPr lang="en-US" sz="140" dirty="0"/>
              <a:t>                  color="secondary"</a:t>
            </a:r>
          </a:p>
          <a:p>
            <a:pPr marL="0" indent="0">
              <a:buNone/>
            </a:pPr>
            <a:r>
              <a:rPr lang="en-US" sz="140" dirty="0"/>
              <a:t>                  variant="contained"</a:t>
            </a:r>
          </a:p>
          <a:p>
            <a:pPr marL="0" indent="0">
              <a:buNone/>
            </a:pPr>
            <a:r>
              <a:rPr lang="en-US" sz="140" dirty="0"/>
              <a:t>                  </a:t>
            </a:r>
            <a:r>
              <a:rPr lang="en-US" sz="140" dirty="0" err="1"/>
              <a:t>onClick</a:t>
            </a:r>
            <a:r>
              <a:rPr lang="en-US" sz="140" dirty="0"/>
              <a:t>={</a:t>
            </a:r>
            <a:r>
              <a:rPr lang="en-US" sz="140" dirty="0" err="1"/>
              <a:t>openCheckout</a:t>
            </a:r>
            <a:r>
              <a:rPr lang="en-US" sz="140" dirty="0"/>
              <a:t>}</a:t>
            </a:r>
          </a:p>
          <a:p>
            <a:pPr marL="0" indent="0">
              <a:buNone/>
            </a:pPr>
            <a:r>
              <a:rPr lang="en-US" sz="140" dirty="0"/>
              <a:t>                &gt;</a:t>
            </a:r>
          </a:p>
          <a:p>
            <a:pPr marL="0" indent="0">
              <a:buNone/>
            </a:pPr>
            <a:r>
              <a:rPr lang="en-US" sz="140" dirty="0"/>
              <a:t>                  Checkout</a:t>
            </a:r>
          </a:p>
          <a:p>
            <a:pPr marL="0" indent="0">
              <a:buNone/>
            </a:pPr>
            <a:r>
              <a:rPr lang="en-US" sz="140" dirty="0"/>
              <a:t>                &lt;/Button&gt;</a:t>
            </a:r>
          </a:p>
          <a:p>
            <a:pPr marL="0" indent="0">
              <a:buNone/>
            </a:pPr>
            <a:r>
              <a:rPr lang="en-US" sz="140" dirty="0"/>
              <a:t>              </a:t>
            </a:r>
            <a:r>
              <a:rPr lang="en-US" sz="140" dirty="0">
                <a:highlight>
                  <a:srgbClr val="FFFF00"/>
                </a:highlight>
              </a:rPr>
              <a:t>&lt;/Link&gt;</a:t>
            </a:r>
          </a:p>
          <a:p>
            <a:pPr marL="0" indent="0">
              <a:buNone/>
            </a:pPr>
            <a:r>
              <a:rPr lang="en-US" sz="140" dirty="0"/>
              <a:t>            ) : (</a:t>
            </a:r>
          </a:p>
          <a:p>
            <a:pPr marL="0" indent="0">
              <a:buNone/>
            </a:pPr>
            <a:r>
              <a:rPr lang="en-US" sz="140" dirty="0"/>
              <a:t>              &lt;Link to="/</a:t>
            </a:r>
            <a:r>
              <a:rPr lang="en-US" sz="140" dirty="0" err="1"/>
              <a:t>signin</a:t>
            </a:r>
            <a:r>
              <a:rPr lang="en-US" sz="140" dirty="0"/>
              <a:t>" style={{ </a:t>
            </a:r>
            <a:r>
              <a:rPr lang="en-US" sz="140" dirty="0" err="1"/>
              <a:t>textDecoration</a:t>
            </a:r>
            <a:r>
              <a:rPr lang="en-US" sz="140" dirty="0"/>
              <a:t>: "none" }}&gt;</a:t>
            </a:r>
          </a:p>
          <a:p>
            <a:pPr marL="0" indent="0">
              <a:buNone/>
            </a:pPr>
            <a:r>
              <a:rPr lang="en-US" sz="140" dirty="0"/>
              <a:t>                &lt;Button color="primary" variant="contained"&gt;</a:t>
            </a:r>
          </a:p>
          <a:p>
            <a:pPr marL="0" indent="0">
              <a:buNone/>
            </a:pPr>
            <a:r>
              <a:rPr lang="en-US" sz="140" dirty="0"/>
              <a:t>                  Sign in to checkout</a:t>
            </a:r>
          </a:p>
          <a:p>
            <a:pPr marL="0" indent="0">
              <a:buNone/>
            </a:pPr>
            <a:r>
              <a:rPr lang="en-US" sz="140" dirty="0"/>
              <a:t>                &lt;/Button&gt;</a:t>
            </a:r>
          </a:p>
          <a:p>
            <a:pPr marL="0" indent="0">
              <a:buNone/>
            </a:pPr>
            <a:r>
              <a:rPr lang="en-US" sz="140" dirty="0"/>
              <a:t>              &lt;/Link&gt;</a:t>
            </a:r>
          </a:p>
          <a:p>
            <a:pPr marL="0" indent="0">
              <a:buNone/>
            </a:pPr>
            <a:r>
              <a:rPr lang="en-US" sz="140" dirty="0"/>
              <a:t>            )}</a:t>
            </a:r>
          </a:p>
          <a:p>
            <a:pPr marL="0" indent="0">
              <a:buNone/>
            </a:pPr>
            <a:br>
              <a:rPr lang="en-US" sz="140" dirty="0"/>
            </a:br>
            <a:endParaRPr lang="en-US" sz="140" dirty="0"/>
          </a:p>
          <a:p>
            <a:pPr marL="0" indent="0">
              <a:buNone/>
            </a:pPr>
            <a:r>
              <a:rPr lang="en-US" sz="140" dirty="0"/>
              <a:t>            &lt;Link to="/" style={{ </a:t>
            </a:r>
            <a:r>
              <a:rPr lang="en-US" sz="140" dirty="0" err="1"/>
              <a:t>textDecoration</a:t>
            </a:r>
            <a:r>
              <a:rPr lang="en-US" sz="140" dirty="0"/>
              <a:t>: "none" }}&gt;</a:t>
            </a:r>
          </a:p>
          <a:p>
            <a:pPr marL="0" indent="0">
              <a:buNone/>
            </a:pPr>
            <a:r>
              <a:rPr lang="en-US" sz="140" dirty="0"/>
              <a:t>              &lt;Button variant="contained"&gt;Continue Shopping&lt;/Button&gt;</a:t>
            </a:r>
          </a:p>
          <a:p>
            <a:pPr marL="0" indent="0">
              <a:buNone/>
            </a:pPr>
            <a:r>
              <a:rPr lang="en-US" sz="140" dirty="0"/>
              <a:t>            &lt;/Link&gt;</a:t>
            </a:r>
          </a:p>
          <a:p>
            <a:pPr marL="0" indent="0">
              <a:buNone/>
            </a:pPr>
            <a:r>
              <a:rPr lang="en-US" sz="140" dirty="0"/>
              <a:t>          &lt;/Box&gt;</a:t>
            </a:r>
          </a:p>
          <a:p>
            <a:pPr marL="0" indent="0">
              <a:buNone/>
            </a:pPr>
            <a:r>
              <a:rPr lang="en-US" sz="140" dirty="0"/>
              <a:t>        &lt;/&gt;</a:t>
            </a:r>
          </a:p>
          <a:p>
            <a:pPr marL="0" indent="0">
              <a:buNone/>
            </a:pPr>
            <a:r>
              <a:rPr lang="en-US" sz="140" dirty="0"/>
              <a:t>      ) : (</a:t>
            </a:r>
          </a:p>
          <a:p>
            <a:pPr marL="0" indent="0">
              <a:buNone/>
            </a:pPr>
            <a:r>
              <a:rPr lang="en-US" sz="140" dirty="0"/>
              <a:t>        &lt;Typography variant="subtitle1" color="primary"&gt;</a:t>
            </a:r>
          </a:p>
          <a:p>
            <a:pPr marL="0" indent="0">
              <a:buNone/>
            </a:pPr>
            <a:r>
              <a:rPr lang="en-US" sz="140" dirty="0"/>
              <a:t>          No items added to your cart.</a:t>
            </a:r>
          </a:p>
          <a:p>
            <a:pPr marL="0" indent="0">
              <a:buNone/>
            </a:pPr>
            <a:r>
              <a:rPr lang="en-US" sz="140" dirty="0"/>
              <a:t>        &lt;/Typography&gt;</a:t>
            </a:r>
          </a:p>
          <a:p>
            <a:pPr marL="0" indent="0">
              <a:buNone/>
            </a:pPr>
            <a:r>
              <a:rPr lang="en-US" sz="140" dirty="0"/>
              <a:t>      )}</a:t>
            </a:r>
          </a:p>
          <a:p>
            <a:pPr marL="0" indent="0">
              <a:buNone/>
            </a:pPr>
            <a:r>
              <a:rPr lang="en-US" sz="140" dirty="0"/>
              <a:t>    &lt;/Card&gt;</a:t>
            </a:r>
          </a:p>
          <a:p>
            <a:pPr marL="0" indent="0">
              <a:buNone/>
            </a:pPr>
            <a:r>
              <a:rPr lang="en-US" sz="140" dirty="0"/>
              <a:t>  );</a:t>
            </a:r>
          </a:p>
          <a:p>
            <a:pPr marL="0" indent="0">
              <a:buNone/>
            </a:pPr>
            <a:r>
              <a:rPr lang="en-US" sz="140" dirty="0"/>
              <a:t>}</a:t>
            </a:r>
          </a:p>
          <a:p>
            <a:pPr marL="0" indent="0">
              <a:buNone/>
            </a:pPr>
            <a:br>
              <a:rPr lang="en-US" sz="140" dirty="0"/>
            </a:br>
            <a:endParaRPr lang="en-US" sz="140" dirty="0"/>
          </a:p>
          <a:p>
            <a:pPr marL="0" indent="0">
              <a:buNone/>
            </a:pPr>
            <a:r>
              <a:rPr lang="en-US" sz="140" dirty="0" err="1"/>
              <a:t>CartItems.propTypes</a:t>
            </a:r>
            <a:r>
              <a:rPr lang="en-US" sz="140" dirty="0"/>
              <a:t> = {</a:t>
            </a:r>
          </a:p>
          <a:p>
            <a:pPr marL="0" indent="0">
              <a:buNone/>
            </a:pPr>
            <a:r>
              <a:rPr lang="en-US" sz="140" dirty="0"/>
              <a:t>  checkout: </a:t>
            </a:r>
            <a:r>
              <a:rPr lang="en-US" sz="140" dirty="0" err="1"/>
              <a:t>PropTypes.bool.isRequired</a:t>
            </a:r>
            <a:r>
              <a:rPr lang="en-US" sz="140" dirty="0"/>
              <a:t>,</a:t>
            </a:r>
          </a:p>
          <a:p>
            <a:pPr marL="0" indent="0">
              <a:buNone/>
            </a:pPr>
            <a:r>
              <a:rPr lang="en-US" sz="140" dirty="0"/>
              <a:t>  </a:t>
            </a:r>
            <a:r>
              <a:rPr lang="en-US" sz="140" dirty="0" err="1"/>
              <a:t>setCheckout</a:t>
            </a:r>
            <a:r>
              <a:rPr lang="en-US" sz="140" dirty="0"/>
              <a:t>: </a:t>
            </a:r>
            <a:r>
              <a:rPr lang="en-US" sz="140" dirty="0" err="1"/>
              <a:t>PropTypes.func.isRequired</a:t>
            </a:r>
            <a:r>
              <a:rPr lang="en-US" sz="140" dirty="0"/>
              <a:t>,</a:t>
            </a:r>
          </a:p>
          <a:p>
            <a:pPr marL="0" indent="0">
              <a:buNone/>
            </a:pPr>
            <a:r>
              <a:rPr lang="en-US" sz="140" dirty="0"/>
              <a:t>};</a:t>
            </a:r>
          </a:p>
          <a:p>
            <a:pPr marL="0" indent="0">
              <a:buNone/>
            </a:pPr>
            <a:endParaRPr lang="en-US" dirty="0"/>
          </a:p>
        </p:txBody>
      </p:sp>
      <p:sp>
        <p:nvSpPr>
          <p:cNvPr id="4" name="Date Placeholder 3">
            <a:extLst>
              <a:ext uri="{FF2B5EF4-FFF2-40B4-BE49-F238E27FC236}">
                <a16:creationId xmlns:a16="http://schemas.microsoft.com/office/drawing/2014/main" id="{2DC3B74D-0A0D-5B4C-1CBC-AA64DAE72C71}"/>
              </a:ext>
            </a:extLst>
          </p:cNvPr>
          <p:cNvSpPr>
            <a:spLocks noGrp="1"/>
          </p:cNvSpPr>
          <p:nvPr>
            <p:ph type="dt" sz="half" idx="10"/>
          </p:nvPr>
        </p:nvSpPr>
        <p:spPr/>
        <p:txBody>
          <a:bodyPr/>
          <a:lstStyle/>
          <a:p>
            <a:pPr>
              <a:defRPr/>
            </a:pPr>
            <a:fld id="{C9C54A8A-EC83-4BC5-B48C-A23671E55882}" type="datetime1">
              <a:rPr lang="en-US" smtClean="0"/>
              <a:t>7/18/2026</a:t>
            </a:fld>
            <a:endParaRPr lang="en-US"/>
          </a:p>
        </p:txBody>
      </p:sp>
      <p:sp>
        <p:nvSpPr>
          <p:cNvPr id="5" name="Footer Placeholder 4">
            <a:extLst>
              <a:ext uri="{FF2B5EF4-FFF2-40B4-BE49-F238E27FC236}">
                <a16:creationId xmlns:a16="http://schemas.microsoft.com/office/drawing/2014/main" id="{1A862A97-44AE-76C0-66A2-7ECF66F69415}"/>
              </a:ext>
            </a:extLst>
          </p:cNvPr>
          <p:cNvSpPr>
            <a:spLocks noGrp="1"/>
          </p:cNvSpPr>
          <p:nvPr>
            <p:ph type="ftr" sz="quarter" idx="11"/>
          </p:nvPr>
        </p:nvSpPr>
        <p:spPr/>
        <p:txBody>
          <a:bodyPr/>
          <a:lstStyle/>
          <a:p>
            <a:pPr>
              <a:defRPr/>
            </a:pPr>
            <a:r>
              <a:rPr lang="en-US"/>
              <a:t>Web Application Development</a:t>
            </a:r>
            <a:endParaRPr lang="en-US" dirty="0"/>
          </a:p>
        </p:txBody>
      </p:sp>
      <p:sp>
        <p:nvSpPr>
          <p:cNvPr id="6" name="Slide Number Placeholder 5">
            <a:extLst>
              <a:ext uri="{FF2B5EF4-FFF2-40B4-BE49-F238E27FC236}">
                <a16:creationId xmlns:a16="http://schemas.microsoft.com/office/drawing/2014/main" id="{2B84847F-08E9-10EA-F1E6-EE1E380C3C2E}"/>
              </a:ext>
            </a:extLst>
          </p:cNvPr>
          <p:cNvSpPr>
            <a:spLocks noGrp="1"/>
          </p:cNvSpPr>
          <p:nvPr>
            <p:ph type="sldNum" sz="quarter" idx="12"/>
          </p:nvPr>
        </p:nvSpPr>
        <p:spPr/>
        <p:txBody>
          <a:bodyPr/>
          <a:lstStyle/>
          <a:p>
            <a:fld id="{7C5CF243-786F-4254-B068-4C9F0B6EA12F}" type="slidenum">
              <a:rPr lang="en-US" altLang="en-US" smtClean="0"/>
              <a:pPr/>
              <a:t>127</a:t>
            </a:fld>
            <a:endParaRPr lang="en-US" altLang="en-US"/>
          </a:p>
        </p:txBody>
      </p:sp>
    </p:spTree>
    <p:extLst>
      <p:ext uri="{BB962C8B-B14F-4D97-AF65-F5344CB8AC3E}">
        <p14:creationId xmlns:p14="http://schemas.microsoft.com/office/powerpoint/2010/main" val="155176704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20753</TotalTime>
  <Words>45413</Words>
  <Application>Microsoft Office PowerPoint</Application>
  <PresentationFormat>On-screen Show (4:3)</PresentationFormat>
  <Paragraphs>7029</Paragraphs>
  <Slides>127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127</vt:i4>
      </vt:variant>
    </vt:vector>
  </HeadingPairs>
  <TitlesOfParts>
    <vt:vector size="133" baseType="lpstr">
      <vt:lpstr>Aptos</vt:lpstr>
      <vt:lpstr>Arial</vt:lpstr>
      <vt:lpstr>Consolas</vt:lpstr>
      <vt:lpstr>Times New Roman</vt:lpstr>
      <vt:lpstr>Wingdings</vt:lpstr>
      <vt:lpstr>Default Design</vt:lpstr>
      <vt:lpstr>Web Application Development</vt:lpstr>
      <vt:lpstr>Exercising MERN Skills with an  Online Marketplace</vt:lpstr>
      <vt:lpstr>PowerPoint Presentation</vt:lpstr>
      <vt:lpstr>PowerPoint Presentation</vt:lpstr>
      <vt:lpstr>PowerPoint Presentation</vt:lpstr>
      <vt:lpstr>Objective</vt:lpstr>
      <vt:lpstr>Introducing the MERN Marketplace  app</vt:lpstr>
      <vt:lpstr>PowerPoint Presentation</vt:lpstr>
      <vt:lpstr>PowerPoint Presentation</vt:lpstr>
      <vt:lpstr>PowerPoint Presentation</vt:lpstr>
      <vt:lpstr>PowerPoint Presentation</vt:lpstr>
      <vt:lpstr>Allowing users to be sellers</vt:lpstr>
      <vt:lpstr>PowerPoint Presentation</vt:lpstr>
      <vt:lpstr>PowerPoint Presentation</vt:lpstr>
      <vt:lpstr>Updating the user model</vt:lpstr>
      <vt:lpstr>Updated mern-marketplace/server/models/user.model.js:</vt:lpstr>
      <vt:lpstr>auth-helper.js</vt:lpstr>
      <vt:lpstr>Updated client/lib/auth-helper.js</vt:lpstr>
      <vt:lpstr>PowerPoint Presentation</vt:lpstr>
      <vt:lpstr>Updated client/user/EditProfile.jsx</vt:lpstr>
      <vt:lpstr>PowerPoint Presentation</vt:lpstr>
      <vt:lpstr>Updated client/user/EditProfile.jsx</vt:lpstr>
      <vt:lpstr>PowerPoint Presentation</vt:lpstr>
      <vt:lpstr>Updated client/user/EditProfile.jsx</vt:lpstr>
      <vt:lpstr>PowerPoint Presentation</vt:lpstr>
      <vt:lpstr>Updated mern-marketplace/server/controllers/auth.controller.js: </vt:lpstr>
      <vt:lpstr>PowerPoint Presentation</vt:lpstr>
      <vt:lpstr>Updating the Edit Profile view</vt:lpstr>
      <vt:lpstr> mern-marketplace/client/user/EditProfile.jsx: </vt:lpstr>
      <vt:lpstr>PowerPoint Presentation</vt:lpstr>
      <vt:lpstr> Updated mern-marketplace/client/user/EditProfile.jsx: </vt:lpstr>
      <vt:lpstr>SHOPS</vt:lpstr>
      <vt:lpstr>Uploading a profile photo</vt:lpstr>
      <vt:lpstr>Adding shops to the marketplace</vt:lpstr>
      <vt:lpstr>Defining a Shop model</vt:lpstr>
      <vt:lpstr>Shop model contd.</vt:lpstr>
      <vt:lpstr>PowerPoint Presentation</vt:lpstr>
      <vt:lpstr>Server/models/shop.model.js</vt:lpstr>
      <vt:lpstr>PowerPoint Presentation</vt:lpstr>
      <vt:lpstr>PowerPoint Presentation</vt:lpstr>
      <vt:lpstr>Updated server/controllers/user.controller.js</vt:lpstr>
      <vt:lpstr>PowerPoint Presentation</vt:lpstr>
      <vt:lpstr>Updated server/controllers/shop.controller.js</vt:lpstr>
      <vt:lpstr>Shop controller.js code explanation</vt:lpstr>
      <vt:lpstr>Server/routes/shop.routes.js</vt:lpstr>
      <vt:lpstr>Shop.routes.js code explanation</vt:lpstr>
      <vt:lpstr>Updated server/express.js</vt:lpstr>
      <vt:lpstr>client/shop/api-shop.js</vt:lpstr>
      <vt:lpstr>client/shop/NewShop.jsx</vt:lpstr>
      <vt:lpstr>NewShop.jsx code explanation</vt:lpstr>
      <vt:lpstr>Client/shop/MyShops.jsx</vt:lpstr>
      <vt:lpstr>MyShops.jsx code explanation</vt:lpstr>
      <vt:lpstr>Client/shop/EditShop.jsx</vt:lpstr>
      <vt:lpstr>EditShop.jsx code explanation</vt:lpstr>
      <vt:lpstr>Client/shop/DeleteShop.jsx</vt:lpstr>
      <vt:lpstr>DeleteShop.jsx code explanation</vt:lpstr>
      <vt:lpstr>PowerPoint Presentation</vt:lpstr>
      <vt:lpstr>Client/shop/Shop.jsx</vt:lpstr>
      <vt:lpstr>Shop.jsx code explanation</vt:lpstr>
      <vt:lpstr>Client/shop/Shops.jsx</vt:lpstr>
      <vt:lpstr>Shops.jsx code explanation</vt:lpstr>
      <vt:lpstr>PowerPoint Presentation</vt:lpstr>
      <vt:lpstr>Updated server/shop.controller.js</vt:lpstr>
      <vt:lpstr>PowerPoint Presentation</vt:lpstr>
      <vt:lpstr>Updated MainRouter.jsx</vt:lpstr>
      <vt:lpstr>PowerPoint Presentation</vt:lpstr>
      <vt:lpstr>Updated client/core/Menu.jsx</vt:lpstr>
      <vt:lpstr>Menu.jsx code explanation</vt:lpstr>
      <vt:lpstr>Updated server/express.js</vt:lpstr>
      <vt:lpstr>PowerPoint Presentation</vt:lpstr>
      <vt:lpstr>Server/controllers/auth.controller.js</vt:lpstr>
      <vt:lpstr>Updater server/routes/shop.routes.js</vt:lpstr>
      <vt:lpstr>Updated MainRouter.jsx</vt:lpstr>
      <vt:lpstr>Updated client/core/Menu.jsx</vt:lpstr>
      <vt:lpstr>PowerPoint Presentation</vt:lpstr>
      <vt:lpstr>PRODUCT</vt:lpstr>
      <vt:lpstr>PowerPoint Presentation</vt:lpstr>
      <vt:lpstr>Server/models/product.model.js</vt:lpstr>
      <vt:lpstr> Server/controllers/product.controller.js</vt:lpstr>
      <vt:lpstr>Server/routes/product.routes.js</vt:lpstr>
      <vt:lpstr>Updated server/express.js</vt:lpstr>
      <vt:lpstr>PowerPoint Presentation</vt:lpstr>
      <vt:lpstr>Client/product/api-product.js</vt:lpstr>
      <vt:lpstr>Client/product/NewProduct.jsx</vt:lpstr>
      <vt:lpstr>Client/product/EditProduct.jsx</vt:lpstr>
      <vt:lpstr>Client/product/DeleteProduct.jsx</vt:lpstr>
      <vt:lpstr>Client/product/MyProducts.jsx</vt:lpstr>
      <vt:lpstr>PowerPoint Presentation</vt:lpstr>
      <vt:lpstr>Client/shop/EditShop.jsx</vt:lpstr>
      <vt:lpstr>PowerPoint Presentation</vt:lpstr>
      <vt:lpstr>Updated Client/MainRouter.jsx</vt:lpstr>
      <vt:lpstr>Client/product/Product.jsx</vt:lpstr>
      <vt:lpstr>Client/product/Products.jsx</vt:lpstr>
      <vt:lpstr>Updated Client/MainRouter.jsx</vt:lpstr>
      <vt:lpstr>Admin Role</vt:lpstr>
      <vt:lpstr>Updated mern-marketplace/server/models/user.model.js:</vt:lpstr>
      <vt:lpstr>Update server/controllers/user.controller.js</vt:lpstr>
      <vt:lpstr>Updated server/controllers/user.controller.js</vt:lpstr>
      <vt:lpstr>Updated mern-marketplace/server/controllers/auth.controller.js: </vt:lpstr>
      <vt:lpstr>PowerPoint Presentation</vt:lpstr>
      <vt:lpstr>PowerPoint Presentation</vt:lpstr>
      <vt:lpstr>PowerPoint Presentation</vt:lpstr>
      <vt:lpstr>Roles</vt:lpstr>
      <vt:lpstr>Updated client/core/Menu.jsx </vt:lpstr>
      <vt:lpstr>To Show All the Products in Each Shop</vt:lpstr>
      <vt:lpstr> mern_skeleton/client/shop/ShopProduct.jsx </vt:lpstr>
      <vt:lpstr>Update the MainRouter</vt:lpstr>
      <vt:lpstr>Updated client/shop/Shops.jsx</vt:lpstr>
      <vt:lpstr>PowerPoint Presentation</vt:lpstr>
      <vt:lpstr>AddToCart</vt:lpstr>
      <vt:lpstr>client/cart/AddToCart.jsx</vt:lpstr>
      <vt:lpstr>PowerPoint Presentation</vt:lpstr>
      <vt:lpstr>Updated client/shop/ShopProduct.jsx</vt:lpstr>
      <vt:lpstr>PowerPoint Presentation</vt:lpstr>
      <vt:lpstr>PowerPoint Presentation</vt:lpstr>
      <vt:lpstr> client/cart/cart-helper.js </vt:lpstr>
      <vt:lpstr>PowerPoint Presentation</vt:lpstr>
      <vt:lpstr> client/cart/CartItems.jsx  </vt:lpstr>
      <vt:lpstr>Updated MainRouter.jsx</vt:lpstr>
      <vt:lpstr>Updated AddToCart.jsx</vt:lpstr>
      <vt:lpstr>Updated Menu.jsx</vt:lpstr>
      <vt:lpstr>Updated client/core/Menu.jsx</vt:lpstr>
      <vt:lpstr>PowerPoint Presentation</vt:lpstr>
      <vt:lpstr>Checkout.jsx</vt:lpstr>
      <vt:lpstr> client/cart/Checkout.jsx </vt:lpstr>
      <vt:lpstr>Updated MainRouter.jsx</vt:lpstr>
      <vt:lpstr>Updated CartItems.jsx</vt:lpstr>
    </vt:vector>
  </TitlesOfParts>
  <Company>CentennialCollege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ILIA</dc:creator>
  <cp:lastModifiedBy>Blessing Ajiboye</cp:lastModifiedBy>
  <cp:revision>1743</cp:revision>
  <cp:lastPrinted>2025-07-13T04:27:21Z</cp:lastPrinted>
  <dcterms:created xsi:type="dcterms:W3CDTF">2008-05-26T16:51:35Z</dcterms:created>
  <dcterms:modified xsi:type="dcterms:W3CDTF">2026-07-18T18:16:48Z</dcterms:modified>
</cp:coreProperties>
</file>